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4" r:id="rId5"/>
    <p:sldId id="256" r:id="rId6"/>
    <p:sldId id="265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AF3A"/>
    <a:srgbClr val="D7B899"/>
    <a:srgbClr val="AAD651"/>
    <a:srgbClr val="A2D149"/>
    <a:srgbClr val="388E3C"/>
    <a:srgbClr val="E5C29F"/>
    <a:srgbClr val="197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DADD9-4197-4D80-A56A-9CFF64F0E739}" v="14" dt="2026-05-31T21:51:07.8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554" y="12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CBFD46-94DD-4BC6-0716-465ACBC221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FB51857-5AD1-F27C-5E3B-B57D6E49F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1D97A18-5F9C-AEE8-7CD5-06D2D9B6B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EF62AC-6BA6-0834-FF1D-4CF61CCE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9DB4F60-018C-F4A1-D178-349619545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210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BA7CCB-D7FD-26F1-9EF2-BD7BCCDE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EA8E0C-39E7-658B-5666-D4D01C1FA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41EBD0-B205-E603-14E2-7C719337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6CBA626-E614-D581-C2BA-0E4B7C68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AC2724EF-0E8C-4CA9-8558-90E27339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2635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DCEAF3-4D96-4FB9-B200-1E797C52F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9BDF7F5-8E6D-E849-6A3D-386D03530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41E2C88-50DC-174E-1B36-BB5395C1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05B507-ADD1-BB3F-BFBD-730C23748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611D187-D43B-6D92-0705-75F2027DE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14603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5479879-0D2A-A00F-92E7-0D7B06694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61B97EA-E2C5-F75A-BCD9-59C3572226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EEBF683-6B43-5AD8-AB01-7159A9D63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4579928-148F-D835-C4E8-B2858950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68C2627-978B-F329-D294-5889B3ECD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8CF60A85-C042-575F-D4DB-BE0CC7DC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392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3367651-2004-7E39-A999-DF2F35C5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E97F2CB-A56C-1AF4-559E-B7DC82F44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2EED36A-1278-C283-5CB3-AB0A524E6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C24E6800-0291-FC46-106D-E699190170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C70E42A-00D2-F188-E274-0C8F761AF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9FE3F8E-9DC1-10CC-E57F-449B82E36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BA0F47D-778D-2F5D-4836-8F95C34E4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AAEC50B-AA6C-2EF4-3226-735B8EDA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828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12CB6E-7BCB-B9C9-8B2F-AD17DB8B3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0548617-4C13-05B1-78B5-1E9825C2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DDFEB60-8533-9158-9A73-19F913B4C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8BDDE28-45C5-5CEE-E1C7-B244C1F3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407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91142EE-10FA-7920-E43E-B81183C9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863BAEE-23D9-0FEC-3968-01D80414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3B1091-61EA-3D3B-1502-EB8B0487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2778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0A25AB-837E-3381-DD31-97F1DEAF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5A5B2A3-6C46-1485-5C44-9611FB00D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CFC4AB4-F437-DD09-DAA4-8B000E030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E79BD06-226E-0112-1E20-C9597D29B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39E4BBE-61C2-BF93-FE16-05018F9C7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CA3446A-3EA6-E61E-9F5A-CEE5823D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6302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2691D4-C817-97EA-BA17-68D135807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B1EE7DAE-FC5E-211A-505F-3A55B37FBC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B188838-42E0-4AF1-6788-4946F49B2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7100B34-3D4E-9415-D72A-C63762B0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CA4FCC2-49B9-D42D-8D8D-D0A8B062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69BD2A0-0A26-E44B-0968-4E5D2EFA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5002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09DFB9-AB22-B392-4F55-207F36F7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8FC0C7D-9E6A-E48A-CCA7-7B21E57B4E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1EF5EB-160B-0015-B6DD-1E82F4819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E5D5F0A-0A86-67CA-6AB7-18800945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7B441D2-0D69-07C7-FC8B-073FC4ED7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3052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30A7C48-E8EE-5535-2B57-7718DDA11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D2F8DCA-C80F-18F5-BB07-7950EBFD3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1027EF3-8615-2820-08F1-0F9C7452C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68E413F-5778-EEE3-6153-7415DB45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A359AE9-E6B3-A7B0-84A0-44E0430D4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2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D7817973-2E7D-4EB3-F70B-01A47695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E6054B1-C990-D3EA-F246-0D26BCC91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C36CDF-25E2-F614-11D8-37ABC72421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0EAF79-4652-4336-80D7-D0069E22326A}" type="datetimeFigureOut">
              <a:rPr lang="hu-HU" smtClean="0"/>
              <a:t>2026. 06. 01.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BFFCC3-8CA5-6D33-2607-CAAB4F2B3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67FB30E-590C-5774-B421-CF570DE27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D8158-B6F4-4C1F-9727-01E7CD621CC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259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8A57B-2903-4BA3-BF70-B561C554FC9C}"/>
              </a:ext>
            </a:extLst>
          </p:cNvPr>
          <p:cNvSpPr txBox="1">
            <a:spLocks/>
          </p:cNvSpPr>
          <p:nvPr/>
        </p:nvSpPr>
        <p:spPr>
          <a:xfrm>
            <a:off x="1524000" y="-2899273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1500" cap="small">
                <a:latin typeface="Haettenschweiler" panose="020B0706040902060204" pitchFamily="34" charset="0"/>
              </a:rPr>
              <a:t>Aknakereső</a:t>
            </a:r>
            <a:endParaRPr lang="hu-HU" sz="11500" cap="small" dirty="0">
              <a:latin typeface="Haettenschweiler" panose="020B070604090206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8EB0AF-2873-4F8B-B869-7239D97611B7}"/>
              </a:ext>
            </a:extLst>
          </p:cNvPr>
          <p:cNvSpPr txBox="1">
            <a:spLocks/>
          </p:cNvSpPr>
          <p:nvPr/>
        </p:nvSpPr>
        <p:spPr>
          <a:xfrm>
            <a:off x="1524000" y="-419598"/>
            <a:ext cx="9144000" cy="16557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/>
              <a:t>Készítette: Dudás Bence Sándor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82218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0B6548AD-E67A-81D1-1FC3-F4381D76DC32}"/>
              </a:ext>
            </a:extLst>
          </p:cNvPr>
          <p:cNvSpPr/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09EB94D8-13D3-CBDC-50EA-8798AECEA8E2}"/>
              </a:ext>
            </a:extLst>
          </p:cNvPr>
          <p:cNvSpPr/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3585E0DA-12C8-617D-2916-B8179D5E1C6D}"/>
              </a:ext>
            </a:extLst>
          </p:cNvPr>
          <p:cNvSpPr/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BF22C27-F9B8-3C4A-BA2F-4CBE5773BF2E}"/>
              </a:ext>
            </a:extLst>
          </p:cNvPr>
          <p:cNvSpPr/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A8D4A34E-D103-2D3F-746C-3ECBCE96262E}"/>
              </a:ext>
            </a:extLst>
          </p:cNvPr>
          <p:cNvSpPr/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1C1F7633-7AB1-E314-E9C0-B38BE0535054}"/>
              </a:ext>
            </a:extLst>
          </p:cNvPr>
          <p:cNvSpPr>
            <a:spLocks/>
          </p:cNvSpPr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A7BD469E-EAF0-112E-2C5C-3D732C58CBD3}"/>
              </a:ext>
            </a:extLst>
          </p:cNvPr>
          <p:cNvSpPr/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332CEBF1-A1C2-F5F0-C48A-35133D3D7799}"/>
              </a:ext>
            </a:extLst>
          </p:cNvPr>
          <p:cNvSpPr/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8B8C604A-9C31-C8CE-510F-BB325583B316}"/>
              </a:ext>
            </a:extLst>
          </p:cNvPr>
          <p:cNvSpPr/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5BEBFAEF-F878-D6F4-E125-133FAF386DFC}"/>
              </a:ext>
            </a:extLst>
          </p:cNvPr>
          <p:cNvSpPr/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A1EBD060-40D7-A004-723A-8796199F461B}"/>
              </a:ext>
            </a:extLst>
          </p:cNvPr>
          <p:cNvSpPr/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B1EA1F83-166E-9FDE-E58F-38929253BD49}"/>
              </a:ext>
            </a:extLst>
          </p:cNvPr>
          <p:cNvSpPr/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98F8689E-8CB5-A2B4-F95F-E2A93B15DA11}"/>
              </a:ext>
            </a:extLst>
          </p:cNvPr>
          <p:cNvSpPr/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93A8BA9A-A333-DD86-E53B-91CE7A38CD48}"/>
              </a:ext>
            </a:extLst>
          </p:cNvPr>
          <p:cNvSpPr/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FF74F4A6-7BC7-4D8A-9760-A0EBB12D24F1}"/>
              </a:ext>
            </a:extLst>
          </p:cNvPr>
          <p:cNvSpPr/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E34BDAFD-E90E-9A7D-AFCF-69EE576D3E55}"/>
              </a:ext>
            </a:extLst>
          </p:cNvPr>
          <p:cNvSpPr/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A17DE3F0-B062-68E0-7584-06EBDD97CA64}"/>
              </a:ext>
            </a:extLst>
          </p:cNvPr>
          <p:cNvSpPr/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D0F9119B-C4D8-26DA-0EBB-256E5702E9D4}"/>
              </a:ext>
            </a:extLst>
          </p:cNvPr>
          <p:cNvSpPr/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17C72FDA-BFC1-1928-16B0-950E921FF135}"/>
              </a:ext>
            </a:extLst>
          </p:cNvPr>
          <p:cNvSpPr/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81B3DD0B-F96A-7703-8171-0E6D870F42C7}"/>
              </a:ext>
            </a:extLst>
          </p:cNvPr>
          <p:cNvSpPr/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17CD9E2E-98F0-ADA0-0A9C-315BF45A3AE6}"/>
              </a:ext>
            </a:extLst>
          </p:cNvPr>
          <p:cNvSpPr/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6F19902C-4FA1-7AE2-A864-204D53730ABD}"/>
              </a:ext>
            </a:extLst>
          </p:cNvPr>
          <p:cNvSpPr/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B3ED4323-A976-8D7C-25B7-EB090FA97CC8}"/>
              </a:ext>
            </a:extLst>
          </p:cNvPr>
          <p:cNvSpPr/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18DA3656-271D-6381-62D4-42BC212E480E}"/>
              </a:ext>
            </a:extLst>
          </p:cNvPr>
          <p:cNvSpPr/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947DABC4-2023-BF7B-8AFA-86B030520765}"/>
              </a:ext>
            </a:extLst>
          </p:cNvPr>
          <p:cNvSpPr/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78B0BC9E-025A-489C-EC87-1A2AEF7CE3D1}"/>
              </a:ext>
            </a:extLst>
          </p:cNvPr>
          <p:cNvSpPr/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BB45AC5B-BD10-95D4-98AA-BCCA77465A3D}"/>
              </a:ext>
            </a:extLst>
          </p:cNvPr>
          <p:cNvSpPr/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A88FBF41-C779-C5F6-251B-B851DF1A0F00}"/>
              </a:ext>
            </a:extLst>
          </p:cNvPr>
          <p:cNvSpPr/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58D8CB3F-9F07-00BC-AF6D-EAA45516AC36}"/>
              </a:ext>
            </a:extLst>
          </p:cNvPr>
          <p:cNvSpPr/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6CE9F6BC-0F7A-77E8-44C1-E0C2C10E4E05}"/>
              </a:ext>
            </a:extLst>
          </p:cNvPr>
          <p:cNvSpPr/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41061482-FDDB-7ECB-9A15-350092ECF357}"/>
              </a:ext>
            </a:extLst>
          </p:cNvPr>
          <p:cNvSpPr/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D9E606FF-4A8B-B88E-A7F5-04C9C4885AE5}"/>
              </a:ext>
            </a:extLst>
          </p:cNvPr>
          <p:cNvSpPr/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CEB6DB01-6A6B-DA8D-BBD8-690CD1617552}"/>
              </a:ext>
            </a:extLst>
          </p:cNvPr>
          <p:cNvSpPr/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0A38F545-5B77-4D61-8292-626F4EF74F55}"/>
              </a:ext>
            </a:extLst>
          </p:cNvPr>
          <p:cNvSpPr/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7876C4AC-BDA6-703B-4AFD-0011E9452DFE}"/>
              </a:ext>
            </a:extLst>
          </p:cNvPr>
          <p:cNvSpPr/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F0210F75-B05D-931E-2433-1E122AA55675}"/>
              </a:ext>
            </a:extLst>
          </p:cNvPr>
          <p:cNvSpPr/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B8F12934-FA75-2B45-13E2-485E0065C2C4}"/>
              </a:ext>
            </a:extLst>
          </p:cNvPr>
          <p:cNvSpPr/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907E2BA4-ECCA-F568-B7F0-715FCF18FC4B}"/>
              </a:ext>
            </a:extLst>
          </p:cNvPr>
          <p:cNvSpPr/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5664C247-36DB-9A2E-113A-F519368847D8}"/>
              </a:ext>
            </a:extLst>
          </p:cNvPr>
          <p:cNvSpPr/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8EC82037-EA65-F3E9-5A06-90BA23AC2873}"/>
              </a:ext>
            </a:extLst>
          </p:cNvPr>
          <p:cNvSpPr/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9C77C9A9-A5E8-5F58-24D7-FB23A098BB28}"/>
              </a:ext>
            </a:extLst>
          </p:cNvPr>
          <p:cNvSpPr/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29A593C1-64A6-F763-95E7-243BFCCDCEF4}"/>
              </a:ext>
            </a:extLst>
          </p:cNvPr>
          <p:cNvSpPr/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869BE8EA-2D8A-60B2-AD69-A0D0F9ACF212}"/>
              </a:ext>
            </a:extLst>
          </p:cNvPr>
          <p:cNvSpPr/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BFC18E7B-B496-E0BF-A2F4-2E7DF9B74B03}"/>
              </a:ext>
            </a:extLst>
          </p:cNvPr>
          <p:cNvSpPr/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6F6A1D38-44FF-53B8-88E9-BA2518CFA2B7}"/>
              </a:ext>
            </a:extLst>
          </p:cNvPr>
          <p:cNvSpPr/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0CE6561D-85A8-07DF-CBE2-A24BBC4BD1D5}"/>
              </a:ext>
            </a:extLst>
          </p:cNvPr>
          <p:cNvSpPr/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43708624-4EB8-9506-9003-1C79DE6CFC00}"/>
              </a:ext>
            </a:extLst>
          </p:cNvPr>
          <p:cNvSpPr/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2379005B-531B-5E8C-BC08-03D6A505041E}"/>
              </a:ext>
            </a:extLst>
          </p:cNvPr>
          <p:cNvSpPr/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F87E83EF-1A20-958C-E3CF-0669F6729A15}"/>
              </a:ext>
            </a:extLst>
          </p:cNvPr>
          <p:cNvSpPr/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CB21CD5E-1015-69E4-9DEF-69B8DFA56CB3}"/>
              </a:ext>
            </a:extLst>
          </p:cNvPr>
          <p:cNvSpPr/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6D147083-FD0C-FA32-C6A3-466B012BE6D8}"/>
              </a:ext>
            </a:extLst>
          </p:cNvPr>
          <p:cNvSpPr/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B1B90D57-345E-0482-0F95-5A36A9D88C3B}"/>
              </a:ext>
            </a:extLst>
          </p:cNvPr>
          <p:cNvSpPr/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CC0CC4BA-7A7D-D61E-7107-1E68848BD08C}"/>
              </a:ext>
            </a:extLst>
          </p:cNvPr>
          <p:cNvSpPr/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77EC294A-96A4-5B77-385B-D36954708EAF}"/>
              </a:ext>
            </a:extLst>
          </p:cNvPr>
          <p:cNvSpPr/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C3655BB1-EF27-A732-88F4-5FC5B8507D08}"/>
              </a:ext>
            </a:extLst>
          </p:cNvPr>
          <p:cNvSpPr/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2F04696B-02E3-F111-B850-6D1F5EA061E3}"/>
              </a:ext>
            </a:extLst>
          </p:cNvPr>
          <p:cNvSpPr/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4C12B630-7AD9-31A9-66C4-0CED633A5511}"/>
              </a:ext>
            </a:extLst>
          </p:cNvPr>
          <p:cNvSpPr/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11969322-5C3C-160E-DF86-4DF4D551581F}"/>
              </a:ext>
            </a:extLst>
          </p:cNvPr>
          <p:cNvSpPr/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F4FC8DC0-ED16-68AD-6330-C7817292C0A2}"/>
              </a:ext>
            </a:extLst>
          </p:cNvPr>
          <p:cNvSpPr/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383D30DD-47CE-5217-1BBF-F44EF928A27A}"/>
              </a:ext>
            </a:extLst>
          </p:cNvPr>
          <p:cNvSpPr/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BF624322-A938-6208-47C1-AFF545917812}"/>
              </a:ext>
            </a:extLst>
          </p:cNvPr>
          <p:cNvSpPr/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962922B4-A3A8-FE89-7FBA-2D665AEC5FBA}"/>
              </a:ext>
            </a:extLst>
          </p:cNvPr>
          <p:cNvSpPr/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40932325-03BE-5E7A-6358-A84DDB0F1441}"/>
              </a:ext>
            </a:extLst>
          </p:cNvPr>
          <p:cNvSpPr/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2411132F-4D3B-5012-2FEA-CA2701DBA9E4}"/>
              </a:ext>
            </a:extLst>
          </p:cNvPr>
          <p:cNvSpPr/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EB2F1354-73F6-41B0-8C76-B4710E241F83}"/>
              </a:ext>
            </a:extLst>
          </p:cNvPr>
          <p:cNvSpPr/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16155C23-672F-65D2-C91D-B6D0F98BF47E}"/>
              </a:ext>
            </a:extLst>
          </p:cNvPr>
          <p:cNvSpPr/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3AF0F1AA-F87F-1210-2F09-BD7D4A050603}"/>
              </a:ext>
            </a:extLst>
          </p:cNvPr>
          <p:cNvSpPr/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7F675673-AEB5-FDBC-0C67-ABDDB816052B}"/>
              </a:ext>
            </a:extLst>
          </p:cNvPr>
          <p:cNvSpPr/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763A96D6-AB81-8BBF-E035-292F7C39A89D}"/>
              </a:ext>
            </a:extLst>
          </p:cNvPr>
          <p:cNvSpPr/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C3661C54-20EF-27B1-2075-530583999A33}"/>
              </a:ext>
            </a:extLst>
          </p:cNvPr>
          <p:cNvSpPr/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72DAF445-F09F-C02C-0F09-DB2BE2D88DA3}"/>
              </a:ext>
            </a:extLst>
          </p:cNvPr>
          <p:cNvSpPr/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CBA23A77-C3EF-2E9F-4537-A6897DEC2360}"/>
              </a:ext>
            </a:extLst>
          </p:cNvPr>
          <p:cNvSpPr/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334D7605-3368-3ABF-F480-09421C2E3259}"/>
              </a:ext>
            </a:extLst>
          </p:cNvPr>
          <p:cNvSpPr/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2BED7DC9-1D5D-4910-CA00-D4E83B9EC575}"/>
              </a:ext>
            </a:extLst>
          </p:cNvPr>
          <p:cNvSpPr/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44A7F010-4027-9FA3-83F2-C9025D341F25}"/>
              </a:ext>
            </a:extLst>
          </p:cNvPr>
          <p:cNvSpPr/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0D2BB7A9-6702-851C-970D-C54D6093E12C}"/>
              </a:ext>
            </a:extLst>
          </p:cNvPr>
          <p:cNvSpPr/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41B66EC6-17B7-70B9-DF53-E9F54B7ED4B4}"/>
              </a:ext>
            </a:extLst>
          </p:cNvPr>
          <p:cNvSpPr/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47FA7265-AC8B-161D-3C10-F962F63DF49B}"/>
              </a:ext>
            </a:extLst>
          </p:cNvPr>
          <p:cNvSpPr/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D7E4EF76-10C8-41A1-BF7C-ED8C868977B0}"/>
              </a:ext>
            </a:extLst>
          </p:cNvPr>
          <p:cNvSpPr/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C36ABCAE-D6AD-0374-CCCD-EDF8E1191A03}"/>
              </a:ext>
            </a:extLst>
          </p:cNvPr>
          <p:cNvSpPr/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8F93614B-2664-407B-00FD-F1895CC19945}"/>
              </a:ext>
            </a:extLst>
          </p:cNvPr>
          <p:cNvSpPr/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ABB7BEC5-4483-B8A8-89F8-E392616F1DAC}"/>
              </a:ext>
            </a:extLst>
          </p:cNvPr>
          <p:cNvSpPr/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2B2C2DCD-DBCA-4CBF-6758-DF12A2EA7FF2}"/>
              </a:ext>
            </a:extLst>
          </p:cNvPr>
          <p:cNvSpPr/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D6B90ECB-36F1-C2CA-A5C3-800CA5F5C75A}"/>
              </a:ext>
            </a:extLst>
          </p:cNvPr>
          <p:cNvSpPr/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AC98B3D2-46D8-D693-F63C-8B42B20997FD}"/>
              </a:ext>
            </a:extLst>
          </p:cNvPr>
          <p:cNvSpPr/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DDD75B90-5FF6-2B2A-6112-50CDF79B5537}"/>
              </a:ext>
            </a:extLst>
          </p:cNvPr>
          <p:cNvSpPr/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2D7856E5-0804-7DB2-F3BC-220709282632}"/>
              </a:ext>
            </a:extLst>
          </p:cNvPr>
          <p:cNvSpPr/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B191EC23-BEF4-03C9-9660-6C6F62879AC5}"/>
              </a:ext>
            </a:extLst>
          </p:cNvPr>
          <p:cNvSpPr/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202AC959-2AE4-B8B6-87A5-F396EF17D75F}"/>
              </a:ext>
            </a:extLst>
          </p:cNvPr>
          <p:cNvSpPr/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1A6663A8-AE02-210D-FD5F-714D57D2C557}"/>
              </a:ext>
            </a:extLst>
          </p:cNvPr>
          <p:cNvSpPr/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9907CC76-783F-3EF0-994F-AB19DCEB5D1C}"/>
              </a:ext>
            </a:extLst>
          </p:cNvPr>
          <p:cNvSpPr/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ED6A4FB3-EC73-AC4B-956C-9BB14F764181}"/>
              </a:ext>
            </a:extLst>
          </p:cNvPr>
          <p:cNvSpPr/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72A34BB8-71A6-16EA-544B-6F2E3E2A5769}"/>
              </a:ext>
            </a:extLst>
          </p:cNvPr>
          <p:cNvSpPr/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B7362143-338B-2751-07DE-AC24513A3014}"/>
              </a:ext>
            </a:extLst>
          </p:cNvPr>
          <p:cNvSpPr/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3F215E7C-4137-5D7E-10CB-8DEA21CA0D83}"/>
              </a:ext>
            </a:extLst>
          </p:cNvPr>
          <p:cNvSpPr/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CF851D86-201B-C578-44A6-ABA5FC1D040B}"/>
              </a:ext>
            </a:extLst>
          </p:cNvPr>
          <p:cNvSpPr/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A5B7B123-2A6F-D17C-BC7D-F2B17CEB25B0}"/>
              </a:ext>
            </a:extLst>
          </p:cNvPr>
          <p:cNvSpPr/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77E59E7D-7D93-2D74-FF8E-055EABDE59D3}"/>
              </a:ext>
            </a:extLst>
          </p:cNvPr>
          <p:cNvSpPr/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D682FA38-53A3-0968-1E58-690B5A7D88CE}"/>
              </a:ext>
            </a:extLst>
          </p:cNvPr>
          <p:cNvSpPr/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552E467A-98A9-A826-5415-4946078EA38A}"/>
              </a:ext>
            </a:extLst>
          </p:cNvPr>
          <p:cNvSpPr/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6FD9255A-FD4C-5A28-CAF7-101441DDEB21}"/>
              </a:ext>
            </a:extLst>
          </p:cNvPr>
          <p:cNvSpPr/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97B801BA-F957-9D3D-2A18-D19EA0E29947}"/>
              </a:ext>
            </a:extLst>
          </p:cNvPr>
          <p:cNvSpPr/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59D21ADD-4251-3FED-A513-A13528D84C16}"/>
              </a:ext>
            </a:extLst>
          </p:cNvPr>
          <p:cNvSpPr/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A4F06DC5-C33B-1182-03AE-25E0058EB49D}"/>
              </a:ext>
            </a:extLst>
          </p:cNvPr>
          <p:cNvSpPr/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7173A997-453D-0C50-4BAF-892AC94A2EF2}"/>
              </a:ext>
            </a:extLst>
          </p:cNvPr>
          <p:cNvSpPr/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3E630036-3C2E-B313-A8D3-527620A33BA9}"/>
              </a:ext>
            </a:extLst>
          </p:cNvPr>
          <p:cNvSpPr/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A90F6817-2891-E552-E2D0-4A5735DCD018}"/>
              </a:ext>
            </a:extLst>
          </p:cNvPr>
          <p:cNvSpPr/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4EF6AE69-C9A7-B409-FA59-67D5DF4E749B}"/>
              </a:ext>
            </a:extLst>
          </p:cNvPr>
          <p:cNvSpPr/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57F20D8A-5A9E-AAEB-0637-167654EADB20}"/>
              </a:ext>
            </a:extLst>
          </p:cNvPr>
          <p:cNvSpPr/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AD16F7E2-968D-4241-057B-8FB531603917}"/>
              </a:ext>
            </a:extLst>
          </p:cNvPr>
          <p:cNvSpPr/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714666B3-9483-A876-2096-74F9FD6686F6}"/>
              </a:ext>
            </a:extLst>
          </p:cNvPr>
          <p:cNvSpPr/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9B4C5214-F801-BAB8-C36E-98CAC942D243}"/>
              </a:ext>
            </a:extLst>
          </p:cNvPr>
          <p:cNvSpPr/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3179000E-A868-6868-DC40-226F6287C45E}"/>
              </a:ext>
            </a:extLst>
          </p:cNvPr>
          <p:cNvSpPr/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2E8559B0-B9C5-2CBC-EC6D-17525A3A8278}"/>
              </a:ext>
            </a:extLst>
          </p:cNvPr>
          <p:cNvSpPr/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CAC522F8-FBF4-1689-B4C7-6BAC6C010E95}"/>
              </a:ext>
            </a:extLst>
          </p:cNvPr>
          <p:cNvSpPr/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08512A5B-BBBC-E9A1-C9F5-2B7864EEAB9E}"/>
              </a:ext>
            </a:extLst>
          </p:cNvPr>
          <p:cNvSpPr/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1A54425A-3C7B-2424-7621-777F509A3635}"/>
              </a:ext>
            </a:extLst>
          </p:cNvPr>
          <p:cNvSpPr/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7650BBA0-CFA1-3298-06CD-0AC068317F43}"/>
              </a:ext>
            </a:extLst>
          </p:cNvPr>
          <p:cNvSpPr/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10976E49-E958-1BE4-BA19-3D8C604E19BC}"/>
              </a:ext>
            </a:extLst>
          </p:cNvPr>
          <p:cNvSpPr/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4E2AB50C-3658-6CF3-90FE-7622C69304B0}"/>
              </a:ext>
            </a:extLst>
          </p:cNvPr>
          <p:cNvSpPr/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9BC86D8E-981B-2224-BF48-11DC1770F30F}"/>
              </a:ext>
            </a:extLst>
          </p:cNvPr>
          <p:cNvSpPr/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3528A35D-6E9E-9DD3-8577-8275E8AF9FC0}"/>
              </a:ext>
            </a:extLst>
          </p:cNvPr>
          <p:cNvSpPr/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48DD0A0-16DC-3730-215E-8AA4E4E7B0B9}"/>
              </a:ext>
            </a:extLst>
          </p:cNvPr>
          <p:cNvSpPr/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2D058EA2-53EC-22FC-10EF-AF3F379C5FBB}"/>
              </a:ext>
            </a:extLst>
          </p:cNvPr>
          <p:cNvSpPr/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7A70F53B-4B64-FD88-F6EC-5AD88B8B34CD}"/>
              </a:ext>
            </a:extLst>
          </p:cNvPr>
          <p:cNvSpPr/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18B135A3-51CA-61B5-5BDA-0DD5E30EFCB6}"/>
              </a:ext>
            </a:extLst>
          </p:cNvPr>
          <p:cNvSpPr/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40556E3F-599C-1EB4-CE76-299ACA44626E}"/>
              </a:ext>
            </a:extLst>
          </p:cNvPr>
          <p:cNvSpPr/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C6789833-11EE-3791-7E3C-EEB3B49EA4A5}"/>
              </a:ext>
            </a:extLst>
          </p:cNvPr>
          <p:cNvSpPr/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F90D2822-967F-838D-164C-3039F7C5F0A1}"/>
              </a:ext>
            </a:extLst>
          </p:cNvPr>
          <p:cNvSpPr/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FD87FCD4-316B-2F0F-03D3-495A8AD96C76}"/>
              </a:ext>
            </a:extLst>
          </p:cNvPr>
          <p:cNvSpPr/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FC6FC651-3008-F27F-CED3-1F03F2CFEC3C}"/>
              </a:ext>
            </a:extLst>
          </p:cNvPr>
          <p:cNvSpPr/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D216ECA1-459E-5F78-E19C-A6182ED82FDA}"/>
              </a:ext>
            </a:extLst>
          </p:cNvPr>
          <p:cNvSpPr/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716EA577-A2E6-A1E3-E4EB-CD25AE0EB883}"/>
              </a:ext>
            </a:extLst>
          </p:cNvPr>
          <p:cNvSpPr/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62E661F7-87A6-784D-BFBA-67D721D95D15}"/>
              </a:ext>
            </a:extLst>
          </p:cNvPr>
          <p:cNvSpPr/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6CCADE01-E1B8-5A81-538D-649C86E10C4C}"/>
              </a:ext>
            </a:extLst>
          </p:cNvPr>
          <p:cNvSpPr/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C33FF8A8-7F9E-F34E-98E5-55E84A2415DA}"/>
              </a:ext>
            </a:extLst>
          </p:cNvPr>
          <p:cNvSpPr/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7AC25A46-48B2-AF75-2BB9-FDE2587586C2}"/>
              </a:ext>
            </a:extLst>
          </p:cNvPr>
          <p:cNvSpPr/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25F197C5-F2AD-ABDD-3D37-8B1B1C0C41CC}"/>
              </a:ext>
            </a:extLst>
          </p:cNvPr>
          <p:cNvSpPr/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6E206DC6-3C13-4B11-4170-D5343D727D84}"/>
              </a:ext>
            </a:extLst>
          </p:cNvPr>
          <p:cNvSpPr/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72F8EE82-47E6-4605-53EC-F78B5BADDAE4}"/>
              </a:ext>
            </a:extLst>
          </p:cNvPr>
          <p:cNvSpPr/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0E608F29-EAF8-BE65-E135-985B2E953654}"/>
              </a:ext>
            </a:extLst>
          </p:cNvPr>
          <p:cNvSpPr/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E840F5AB-8DEE-0F10-4C59-E229D544E88F}"/>
              </a:ext>
            </a:extLst>
          </p:cNvPr>
          <p:cNvSpPr/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EE19E625-EBA5-BF30-752D-B680C96AC99B}"/>
              </a:ext>
            </a:extLst>
          </p:cNvPr>
          <p:cNvSpPr/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17C952BF-8F53-3ADB-1DD9-1E5E1EBC03DD}"/>
              </a:ext>
            </a:extLst>
          </p:cNvPr>
          <p:cNvSpPr/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50" name="Cím 1">
            <a:extLst>
              <a:ext uri="{FF2B5EF4-FFF2-40B4-BE49-F238E27FC236}">
                <a16:creationId xmlns:a16="http://schemas.microsoft.com/office/drawing/2014/main" id="{2BA5B7E8-DE56-3444-7D01-115386672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899273"/>
            <a:ext cx="9144000" cy="2387600"/>
          </a:xfrm>
        </p:spPr>
        <p:txBody>
          <a:bodyPr>
            <a:normAutofit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351" name="Alcím 2">
            <a:extLst>
              <a:ext uri="{FF2B5EF4-FFF2-40B4-BE49-F238E27FC236}">
                <a16:creationId xmlns:a16="http://schemas.microsoft.com/office/drawing/2014/main" id="{E633D67C-1D60-A7AA-9963-D55B1D8996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-419598"/>
            <a:ext cx="9144000" cy="1655762"/>
          </a:xfrm>
        </p:spPr>
        <p:txBody>
          <a:bodyPr/>
          <a:lstStyle/>
          <a:p>
            <a:r>
              <a:rPr lang="hu-HU" dirty="0"/>
              <a:t>Készítette: Dudás Bence Sándor</a:t>
            </a: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97CE514E-5303-4D7E-3C52-82BA83759806}"/>
              </a:ext>
            </a:extLst>
          </p:cNvPr>
          <p:cNvSpPr/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E985600E-AC07-78D0-ABD2-3B51008CFAA4}"/>
              </a:ext>
            </a:extLst>
          </p:cNvPr>
          <p:cNvSpPr/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22EB3125-E04A-AFFA-A30B-BFF1E260B4F5}"/>
              </a:ext>
            </a:extLst>
          </p:cNvPr>
          <p:cNvSpPr/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52E7CF9E-F9C4-D8D1-FAE1-7E5035EC73E3}"/>
              </a:ext>
            </a:extLst>
          </p:cNvPr>
          <p:cNvSpPr/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1F7D8F43-AD81-6B0A-0F83-8A870F7A1A48}"/>
              </a:ext>
            </a:extLst>
          </p:cNvPr>
          <p:cNvSpPr/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8AFC3E3B-9008-978D-5740-CB3E9CC4D004}"/>
              </a:ext>
            </a:extLst>
          </p:cNvPr>
          <p:cNvSpPr/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88FD4436-0E4B-A74A-C2EE-EF6B333EEAAA}"/>
              </a:ext>
            </a:extLst>
          </p:cNvPr>
          <p:cNvSpPr/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9236D330-763A-EF20-FDF6-9292B2484C6D}"/>
              </a:ext>
            </a:extLst>
          </p:cNvPr>
          <p:cNvSpPr/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A02AD665-B18C-3B0A-4488-1568FC3B4C7E}"/>
              </a:ext>
            </a:extLst>
          </p:cNvPr>
          <p:cNvSpPr/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3FBEE442-3CFE-6F22-DE36-DB2740B8744D}"/>
              </a:ext>
            </a:extLst>
          </p:cNvPr>
          <p:cNvSpPr/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E9C17282-1B72-2DC2-CF2E-23117CEAB99C}"/>
              </a:ext>
            </a:extLst>
          </p:cNvPr>
          <p:cNvSpPr/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3FFC74A7-7524-4D1F-672F-C156F7336F14}"/>
              </a:ext>
            </a:extLst>
          </p:cNvPr>
          <p:cNvSpPr/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1E930BF0-53E4-EC7B-57EE-4B6753D4E6B4}"/>
              </a:ext>
            </a:extLst>
          </p:cNvPr>
          <p:cNvSpPr/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576DE1A1-6FA7-F708-D882-0F7A4CE75E94}"/>
              </a:ext>
            </a:extLst>
          </p:cNvPr>
          <p:cNvSpPr/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61B37A62-209C-AD26-B4BF-12A822F6D40F}"/>
              </a:ext>
            </a:extLst>
          </p:cNvPr>
          <p:cNvSpPr/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F86860E5-BFE7-5A02-D92D-94B386150F6C}"/>
              </a:ext>
            </a:extLst>
          </p:cNvPr>
          <p:cNvSpPr/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0B302455-D423-E337-398F-85234AA0D932}"/>
              </a:ext>
            </a:extLst>
          </p:cNvPr>
          <p:cNvSpPr/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D8F52DA4-5B66-EBF1-1A1B-4B5977758526}"/>
              </a:ext>
            </a:extLst>
          </p:cNvPr>
          <p:cNvSpPr/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DB14A329-56B0-7636-AE3E-CD44A35272AB}"/>
              </a:ext>
            </a:extLst>
          </p:cNvPr>
          <p:cNvSpPr/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A80F2959-7CFA-80FD-56A1-3551F74C80CC}"/>
              </a:ext>
            </a:extLst>
          </p:cNvPr>
          <p:cNvSpPr/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BA48C103-1230-FDB6-958F-F5E978701FB2}"/>
              </a:ext>
            </a:extLst>
          </p:cNvPr>
          <p:cNvSpPr/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EE672BB6-5493-061E-EEA9-BC39500397EE}"/>
              </a:ext>
            </a:extLst>
          </p:cNvPr>
          <p:cNvSpPr/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AB9C7C3C-AE0E-6E1C-807B-6281F0D66255}"/>
              </a:ext>
            </a:extLst>
          </p:cNvPr>
          <p:cNvSpPr/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64C933CE-36D0-537F-3552-47848093B5A8}"/>
              </a:ext>
            </a:extLst>
          </p:cNvPr>
          <p:cNvSpPr/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0C965F5C-C4DA-985A-CDD6-2E953964727D}"/>
              </a:ext>
            </a:extLst>
          </p:cNvPr>
          <p:cNvSpPr/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FB4EA8B8-1A6D-D31F-B566-F79E3E7B8004}"/>
              </a:ext>
            </a:extLst>
          </p:cNvPr>
          <p:cNvSpPr/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269762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02F7F4-2755-40D3-99BC-78593B0C8652}"/>
              </a:ext>
            </a:extLst>
          </p:cNvPr>
          <p:cNvSpPr txBox="1">
            <a:spLocks noRot="1" noMove="1" noResize="1" noEditPoints="1" noAdjustHandles="1" noChangeArrowheads="1" noChangeShapeType="1"/>
          </p:cNvSpPr>
          <p:nvPr/>
        </p:nvSpPr>
        <p:spPr>
          <a:xfrm>
            <a:off x="1524000" y="1396001"/>
            <a:ext cx="9144000" cy="2387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11500" cap="small">
                <a:latin typeface="Haettenschweiler" panose="020B0706040902060204" pitchFamily="34" charset="0"/>
              </a:rPr>
              <a:t>Aknakereső</a:t>
            </a:r>
            <a:endParaRPr lang="hu-HU" sz="11500" cap="small" dirty="0">
              <a:latin typeface="Haettenschweiler" panose="020B0706040902060204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D5ECC75-4BE5-44A0-BC00-462F78C58FBF}"/>
              </a:ext>
            </a:extLst>
          </p:cNvPr>
          <p:cNvSpPr txBox="1">
            <a:spLocks noRot="1" noMove="1" noResize="1" noEditPoints="1" noAdjustHandles="1" noChangeArrowheads="1" noChangeShapeType="1"/>
          </p:cNvSpPr>
          <p:nvPr/>
        </p:nvSpPr>
        <p:spPr>
          <a:xfrm>
            <a:off x="1524000" y="3875676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/>
              <a:t>Készítette: Dudás Bence Sándor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D60B3678-54FF-4BDF-90AE-6DC2BB54090F}"/>
              </a:ext>
            </a:extLst>
          </p:cNvPr>
          <p:cNvSpPr txBox="1"/>
          <p:nvPr/>
        </p:nvSpPr>
        <p:spPr>
          <a:xfrm>
            <a:off x="1224400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661ACE53-9C4A-440B-8A7D-3319D1B0D3EC}"/>
              </a:ext>
            </a:extLst>
          </p:cNvPr>
          <p:cNvSpPr txBox="1"/>
          <p:nvPr/>
        </p:nvSpPr>
        <p:spPr>
          <a:xfrm>
            <a:off x="12408060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</p:spTree>
    <p:extLst>
      <p:ext uri="{BB962C8B-B14F-4D97-AF65-F5344CB8AC3E}">
        <p14:creationId xmlns:p14="http://schemas.microsoft.com/office/powerpoint/2010/main" val="18341063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7483-59F2-82DD-2487-1E22CDC8C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2C9B1C8F-542F-3F69-1CAD-F5C832FBA9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C4B7E39F-A5C0-74D7-34AC-65B04FD876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AB1155E7-060A-9FC6-BA44-33AE9D84F8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1A9CEBC-8AC2-76EF-57A3-245DBB9608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325A563B-7229-9436-6596-108000FE80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8C850AEC-BF3A-B962-8270-00237499D3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12F9052A-89FD-CDD4-CDF6-4985E337B9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023E522B-0723-B799-5F41-E3785A8642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E29709AA-00A4-F82C-A803-0DF0175471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4FEDD5F9-FA5F-75E0-5899-0EF80A0FF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84694CF9-C85C-400C-CC36-98FC2A4DF3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41C02E32-6B13-2BAE-9D01-3788D5073C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4766A5F2-2604-450A-EE00-FF4EF431A5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64CFABF9-1F2F-41D2-4110-A37F3F59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3EE81E85-7CCF-9FDF-9E71-0D5DCF5CD1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C5BC4B12-736D-776A-E564-75485F2C6A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83667A89-0578-34B2-3E58-B80B85009B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39DD33EC-660E-0A46-34C7-53FA1D78DD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AAB13407-29FD-42A5-8A48-41E53B47ED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FBBF2269-709D-ED81-597B-EADB7FE0F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D7C5E39B-FCEC-2E52-6323-6A352F8B66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383F9876-9C97-3DB5-F52B-D2D0F7810C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57713288-E030-7782-CBE1-34C15AAC58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0E4EE9E7-10DC-BF8B-E20A-932880B65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6C91FFF7-7A56-205E-2E5A-C280745E59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7D6F96D5-F16E-A089-866B-3898FCC6F4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1FA7C48B-D4D9-73CF-02C6-5CD2BAAE05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F23CC0C4-6311-816E-379B-23815A44E9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51279570-A001-8BAE-1A12-8B5B14B177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A36D1EB4-D089-22F7-25D3-BF6FDE04FB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CC91773B-69AB-1A44-2FF3-6D16A573BC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DD773B48-E8BB-55CF-2E0E-5814C5A1D9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7D2EEF80-A34C-7DD6-33A6-67F9567BB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2542E9E5-4DA0-B96B-A895-E73EFEC2CE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7958A866-D15E-CDF9-F6AC-711E8796E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0C6F3712-DBC2-9448-222C-818414F3AD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B94239FE-3C12-415B-013E-3955262FC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5A76218A-AF39-CCEA-449E-00FB4D21A7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1CFD6AA7-4050-4D09-40CA-4F14BC5888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B87A10EA-164F-1DA4-89FE-4F9A8ED44E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AC04A34A-2C79-01E9-2AF0-0FDE151A03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434F900B-34B4-5C7A-188D-4BB8B38314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4D3E42A2-05FB-A8FB-8BF6-5D24EBBCF5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7729CBE8-6AAF-DFA6-B869-419217D849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835AA519-D1BD-E8D1-D54F-96A414BAB0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165E7B5D-279F-3455-9DB4-7037F39AA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C61B20E1-5D03-BB92-C9D4-2AAAE5CCB1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3F4519A4-0204-111B-6765-9B69AC62E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EA9811C9-9F32-D0AC-8D3F-59E49140B4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88C3634B-A497-8832-4A64-FA3A6AC59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6260FCBC-E793-6EAC-CAAE-763B9774AC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734DD1E1-F9A8-C02A-7879-9082BB786B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4BFE6F4C-DE99-4DAF-EE34-134D0B548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B44B5F46-8DF1-77D4-2133-88F02B7D90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CBEA1BD4-AF5F-DC08-9216-CFF45EBFC0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F11CBF79-8904-3394-32B9-B6BF6D278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80E4F6FC-C90C-3AC0-C304-795E813D68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CE8A1A5C-790C-AFA2-F289-49AEBCB4F2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17C90C6B-8434-DFB1-6D08-0692CDDC79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179C559C-FE62-0EB1-3376-B30799C683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36AB56F2-C6E5-B432-BBE8-3115722C3E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BE4DB4AD-45A0-4E84-9C25-2F13E6B7D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46BE6CBC-0298-F029-9303-F88120850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ECB2574B-E06C-DF60-C0AA-E83636FFB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4F9FD5A4-B07C-817F-2488-F48992B7C8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2448D3F3-A920-B67A-24C6-20865A1AA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E72D1EEF-58F3-D864-308D-E5E7E9F9B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ACB5605A-B48A-0E7C-34C9-CE1B6776F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10130D3F-47FC-2AAD-0A33-D074F182C7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E82ED010-5624-2D71-8778-761E31DB7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92AA367F-32D0-6DD8-383E-635443E1FD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BA47CF34-DCE2-961F-642C-6D3E037125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05998FB7-CD9E-08E6-EA16-FBC5879B4C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B952C82C-4909-97EC-59AF-62E0C2616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9DE02AD6-7277-6C1D-0936-6E4B4643CF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E2C02DBF-0575-5E95-A682-4BB610BEF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B0BD98D1-F8C9-F584-38C6-BB5A9A9A7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679E0B7A-43B5-2225-F8BC-F289E2BB13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AD0E4C53-A97F-E768-2CD9-74031C1AE8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71C230D9-87A2-31EE-08AF-0F1C0C2FFA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05A2D097-9588-F746-F6F7-81C0618EC8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3171962C-776F-9AE5-9662-5C3420863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FE14183F-34BE-8D46-5553-26337EE78F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16021086-1973-B695-7362-6F892CC15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7DCF3AA9-1AA3-CA49-522B-D22B9BADB0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2BAEF094-7018-DF06-D6F5-2F128AC2E5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A6B33165-139F-8AA5-21AD-AE731E4516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0171FAAA-72E5-1E89-749B-F6F9EFFD82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A9CD6366-8802-315D-60FA-0153D26A0E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A69B561A-3943-7B83-50BC-24C02B978B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A151F0F0-F3DF-4F44-DAAA-CA0817C397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FE5201E0-4AB5-5C1E-7E03-AD041162F5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1EDCEF61-B8AA-7E1E-BB11-C99DFF77E7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F479A5FD-2B2C-EE82-F222-7E7C09157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FA408428-F9CA-794E-8741-FF732A55B3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01DB3189-571F-86D0-8D63-3955D079ED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D863E7D5-B4C2-E712-531A-D4DF887EDD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111CBB6B-CDF1-64FD-9408-09BA68FD98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7400A154-4F83-0262-4693-9B496E0CC7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2322C28F-DD9D-A536-C29D-274D7C4D1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BA8F5CF6-4554-2E64-2C9A-E57FC9C8E4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6C7FF442-3DD2-655D-63F1-7C25687BA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94A843D2-28BD-4965-7FA2-D24BA83FB2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9F99A961-256A-54F6-22B1-862285FA61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F709BDDF-61FF-EF74-F1AC-A07B7DE599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1B60107D-7DA0-FD95-5EC6-24604D4761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D930101C-F278-DE58-5DBB-98B0BC8C6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0D6CCE13-08DB-72CB-ABB9-8E23198579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38694805-9A0C-774E-A938-9C1117ABBF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435DEAB7-310D-F7D7-2A39-1E7A8A168A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332476AF-0A67-3804-9423-A8AE61DE71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C4C10826-EB58-F5E4-D963-B98BAD2943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E712FAB0-B3AD-93DC-9F88-BD3C9591C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8EC5E949-105A-88ED-8A30-71D735E910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A1286707-977B-C109-DAF9-019614D7E7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AE74E452-8EF3-9AD9-74DF-5955E8025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8ED5B630-91D4-624A-2F44-056BC1AF5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9167A746-C368-49C4-60CF-66873F22D1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513BDC74-4BBF-E019-7149-0EE4266230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C63B9183-67BD-3866-152A-04B5734D42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875836BC-8CD0-7569-6017-3AF773F4E2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9C046771-1470-A8BC-382E-93C4128A2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E4B6B263-F2B5-B321-8702-05582C9BFB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C2541AE7-D279-50CD-E8F1-053D6460A6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99A308A9-C8EB-F126-8708-4975E0209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04F6784E-7FD3-F791-153F-A2028067DD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E8DF321D-7ED6-61B2-6266-17F42F5B9D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DFC71F90-1A51-FCBA-C7C0-7C822F2BFC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DF3D994E-79FC-0630-4730-54BE015192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AA180218-0326-309B-7163-C0A25158D2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EF71EB43-83BB-AE31-EC53-EC94E925F3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4C118C63-F20B-7BEA-7B4D-D1F7543EC2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733548D7-91F2-2E54-6B43-8CB97F0AE2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6524F83A-D99F-ABDC-18D7-10D8DF7ACE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38AE82D7-6D86-9BF7-9A54-B5D39C12AE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A31E4760-0D53-A55D-FA8F-A106EC429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174CB9B7-4ADC-5720-3838-49BBAA6F6C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E0F9ED74-D069-392A-AD9D-EC56F2CF1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07AC93C5-CB76-38F1-D3BC-F36D8AE7AC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B4030617-2709-1E99-FDED-489849DE94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409DDF5D-3421-38DC-70F9-CE37D8285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68DE5DBD-0EAC-BB3D-3DB9-4A2BC59274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87EE87A2-065E-7DBD-C7A7-3B476248BB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5516F3CE-4B33-607C-A5F5-0A4D3BFE49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E81469D8-785D-28F0-C3BB-5C29C953E7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1524000" y="1396001"/>
            <a:ext cx="9144000" cy="2387600"/>
          </a:xfrm>
        </p:spPr>
        <p:txBody>
          <a:bodyPr>
            <a:normAutofit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D3CBDDFF-93EF-C9C4-C173-EFF7F40865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0" name="Alcím 2">
            <a:extLst>
              <a:ext uri="{FF2B5EF4-FFF2-40B4-BE49-F238E27FC236}">
                <a16:creationId xmlns:a16="http://schemas.microsoft.com/office/drawing/2014/main" id="{020D11D6-15D4-EEE1-B247-FD92E5CCD2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24000" y="3875676"/>
            <a:ext cx="9144000" cy="1655762"/>
          </a:xfrm>
        </p:spPr>
        <p:txBody>
          <a:bodyPr>
            <a:normAutofit/>
          </a:bodyPr>
          <a:lstStyle/>
          <a:p>
            <a:r>
              <a:rPr lang="hu-HU" dirty="0"/>
              <a:t>Készítette: Dudás Bence Sándor</a:t>
            </a: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64022E35-F5A2-A625-8A2B-A35DB3BCF0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8EF96DF6-06C3-B916-523C-3A5E80F0EF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F4A49BA9-2E9C-8A43-0EF1-8340AF72DD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31C97E2C-C6F9-482A-59E3-76233CC94C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D9343991-13E5-1063-59A2-D6E3C51076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4347B44A-5A29-94D5-DD5C-46FFE769B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3EC4F12B-C519-A2C8-FCAB-C423B87619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8BB12539-2DCD-A37F-ABD2-F5561D2221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DE12AE73-AE08-4EAD-26A6-0BEDBBACA0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00BECC63-23A3-5110-7343-12F673E60D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4D2AB5FA-6753-9E85-21B0-B3F0CA7ED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C59FB6FB-FD4A-05F9-FB10-7C01EF4C95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F35E6839-7ADE-AC61-37F1-D50382727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1DDDE5D0-4A15-2C0D-E1F2-68FE49B286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5D1D4334-3B88-B39F-A018-4DCD00EEBB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5731842C-02E9-0EDE-B0E3-7CBDB73E5F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88BC0666-82BA-EA30-FB90-11A0FDA824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01B67062-2443-ACFB-0F46-6C45ABEADD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FBC2F112-5A56-B232-3AAB-D5451C0CB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7C3F4A4E-F713-FFA0-9AD6-A52A4973F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2F3EB234-9ECA-CB37-EF1C-17518FDC3C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B969FAC5-244F-5B1F-82C1-DF3AE1304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D9C47C7D-D619-EC6B-C778-7F83FE70C0B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0C2993EE-2A7B-E5CF-4A6C-7D64A5A440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3" name="Egyenes összekötő 12">
            <a:extLst>
              <a:ext uri="{FF2B5EF4-FFF2-40B4-BE49-F238E27FC236}">
                <a16:creationId xmlns:a16="http://schemas.microsoft.com/office/drawing/2014/main" id="{17DF7371-AE39-EFD7-93A4-6D0BA17FF785}"/>
              </a:ext>
            </a:extLst>
          </p:cNvPr>
          <p:cNvCxnSpPr>
            <a:cxnSpLocks/>
          </p:cNvCxnSpPr>
          <p:nvPr/>
        </p:nvCxnSpPr>
        <p:spPr>
          <a:xfrm flipH="1" flipV="1">
            <a:off x="12325023" y="1357494"/>
            <a:ext cx="187210" cy="24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C6F0AAF7-F11E-4004-B704-64DB4E7700CA}"/>
              </a:ext>
            </a:extLst>
          </p:cNvPr>
          <p:cNvSpPr txBox="1"/>
          <p:nvPr/>
        </p:nvSpPr>
        <p:spPr>
          <a:xfrm>
            <a:off x="1224400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sp>
        <p:nvSpPr>
          <p:cNvPr id="18" name="Szövegdoboz 17">
            <a:extLst>
              <a:ext uri="{FF2B5EF4-FFF2-40B4-BE49-F238E27FC236}">
                <a16:creationId xmlns:a16="http://schemas.microsoft.com/office/drawing/2014/main" id="{E4FDA3D4-487B-1F3B-8956-4E3D7B8B176C}"/>
              </a:ext>
            </a:extLst>
          </p:cNvPr>
          <p:cNvSpPr txBox="1"/>
          <p:nvPr/>
        </p:nvSpPr>
        <p:spPr>
          <a:xfrm>
            <a:off x="12408060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  <p:cxnSp>
        <p:nvCxnSpPr>
          <p:cNvPr id="3" name="Egyenes összekötő 2">
            <a:extLst>
              <a:ext uri="{FF2B5EF4-FFF2-40B4-BE49-F238E27FC236}">
                <a16:creationId xmlns:a16="http://schemas.microsoft.com/office/drawing/2014/main" id="{05DA53B7-D7FD-46F5-96C9-7CF51CA1B08D}"/>
              </a:ext>
            </a:extLst>
          </p:cNvPr>
          <p:cNvCxnSpPr/>
          <p:nvPr/>
        </p:nvCxnSpPr>
        <p:spPr>
          <a:xfrm>
            <a:off x="0" y="735376"/>
            <a:ext cx="72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Egyenes összekötő 192">
            <a:extLst>
              <a:ext uri="{FF2B5EF4-FFF2-40B4-BE49-F238E27FC236}">
                <a16:creationId xmlns:a16="http://schemas.microsoft.com/office/drawing/2014/main" id="{25DF9FBC-E219-4309-B4D9-896F16C3B144}"/>
              </a:ext>
            </a:extLst>
          </p:cNvPr>
          <p:cNvCxnSpPr>
            <a:cxnSpLocks/>
          </p:cNvCxnSpPr>
          <p:nvPr/>
        </p:nvCxnSpPr>
        <p:spPr>
          <a:xfrm flipH="1">
            <a:off x="739241" y="-51303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églalap 141">
            <a:extLst>
              <a:ext uri="{FF2B5EF4-FFF2-40B4-BE49-F238E27FC236}">
                <a16:creationId xmlns:a16="http://schemas.microsoft.com/office/drawing/2014/main" id="{94569B78-F384-2ABC-0DEB-C7BDCACA74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194" name="Egyenes összekötő 193">
            <a:extLst>
              <a:ext uri="{FF2B5EF4-FFF2-40B4-BE49-F238E27FC236}">
                <a16:creationId xmlns:a16="http://schemas.microsoft.com/office/drawing/2014/main" id="{FDEA206F-1483-480C-95F3-5D9710A55D5A}"/>
              </a:ext>
            </a:extLst>
          </p:cNvPr>
          <p:cNvCxnSpPr>
            <a:cxnSpLocks/>
          </p:cNvCxnSpPr>
          <p:nvPr/>
        </p:nvCxnSpPr>
        <p:spPr>
          <a:xfrm flipH="1">
            <a:off x="2871377" y="-70779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Egyenes összekötő 194">
            <a:extLst>
              <a:ext uri="{FF2B5EF4-FFF2-40B4-BE49-F238E27FC236}">
                <a16:creationId xmlns:a16="http://schemas.microsoft.com/office/drawing/2014/main" id="{3352A779-AE42-4EFE-844D-92721DE50061}"/>
              </a:ext>
            </a:extLst>
          </p:cNvPr>
          <p:cNvCxnSpPr>
            <a:cxnSpLocks/>
          </p:cNvCxnSpPr>
          <p:nvPr/>
        </p:nvCxnSpPr>
        <p:spPr>
          <a:xfrm>
            <a:off x="2853193" y="735376"/>
            <a:ext cx="1468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Egyenes összekötő 195">
            <a:extLst>
              <a:ext uri="{FF2B5EF4-FFF2-40B4-BE49-F238E27FC236}">
                <a16:creationId xmlns:a16="http://schemas.microsoft.com/office/drawing/2014/main" id="{10BB336F-3570-473C-AF03-F8C30F5FADFF}"/>
              </a:ext>
            </a:extLst>
          </p:cNvPr>
          <p:cNvCxnSpPr>
            <a:cxnSpLocks/>
          </p:cNvCxnSpPr>
          <p:nvPr/>
        </p:nvCxnSpPr>
        <p:spPr>
          <a:xfrm>
            <a:off x="4302755" y="735376"/>
            <a:ext cx="1" cy="70095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Egyenes összekötő 230">
            <a:extLst>
              <a:ext uri="{FF2B5EF4-FFF2-40B4-BE49-F238E27FC236}">
                <a16:creationId xmlns:a16="http://schemas.microsoft.com/office/drawing/2014/main" id="{5EF88692-6501-46CD-A661-EB45C79C221B}"/>
              </a:ext>
            </a:extLst>
          </p:cNvPr>
          <p:cNvCxnSpPr>
            <a:cxnSpLocks/>
          </p:cNvCxnSpPr>
          <p:nvPr/>
        </p:nvCxnSpPr>
        <p:spPr>
          <a:xfrm>
            <a:off x="4293193" y="144018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Egyenes összekötő 231">
            <a:extLst>
              <a:ext uri="{FF2B5EF4-FFF2-40B4-BE49-F238E27FC236}">
                <a16:creationId xmlns:a16="http://schemas.microsoft.com/office/drawing/2014/main" id="{AE239A2F-C641-4F25-86B9-C370272FB18C}"/>
              </a:ext>
            </a:extLst>
          </p:cNvPr>
          <p:cNvCxnSpPr>
            <a:cxnSpLocks/>
          </p:cNvCxnSpPr>
          <p:nvPr/>
        </p:nvCxnSpPr>
        <p:spPr>
          <a:xfrm>
            <a:off x="10084000" y="735376"/>
            <a:ext cx="216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Egyenes összekötő 266">
            <a:extLst>
              <a:ext uri="{FF2B5EF4-FFF2-40B4-BE49-F238E27FC236}">
                <a16:creationId xmlns:a16="http://schemas.microsoft.com/office/drawing/2014/main" id="{BF7B8B0E-27D8-4833-B5EB-AEE3293687D2}"/>
              </a:ext>
            </a:extLst>
          </p:cNvPr>
          <p:cNvCxnSpPr>
            <a:cxnSpLocks/>
          </p:cNvCxnSpPr>
          <p:nvPr/>
        </p:nvCxnSpPr>
        <p:spPr>
          <a:xfrm>
            <a:off x="10103244" y="735376"/>
            <a:ext cx="40" cy="72476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Egyenes összekötő 267">
            <a:extLst>
              <a:ext uri="{FF2B5EF4-FFF2-40B4-BE49-F238E27FC236}">
                <a16:creationId xmlns:a16="http://schemas.microsoft.com/office/drawing/2014/main" id="{EF6B210A-D25F-4DC3-8224-E069790DEE6D}"/>
              </a:ext>
            </a:extLst>
          </p:cNvPr>
          <p:cNvCxnSpPr>
            <a:cxnSpLocks/>
          </p:cNvCxnSpPr>
          <p:nvPr/>
        </p:nvCxnSpPr>
        <p:spPr>
          <a:xfrm>
            <a:off x="-24027" y="419136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Egyenes összekötő 268">
            <a:extLst>
              <a:ext uri="{FF2B5EF4-FFF2-40B4-BE49-F238E27FC236}">
                <a16:creationId xmlns:a16="http://schemas.microsoft.com/office/drawing/2014/main" id="{1BB41F68-5794-4009-9FD3-BB23C9056B64}"/>
              </a:ext>
            </a:extLst>
          </p:cNvPr>
          <p:cNvCxnSpPr>
            <a:cxnSpLocks/>
          </p:cNvCxnSpPr>
          <p:nvPr/>
        </p:nvCxnSpPr>
        <p:spPr>
          <a:xfrm flipH="1">
            <a:off x="5778509" y="4172436"/>
            <a:ext cx="1" cy="74291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Egyenes összekötő 269">
            <a:extLst>
              <a:ext uri="{FF2B5EF4-FFF2-40B4-BE49-F238E27FC236}">
                <a16:creationId xmlns:a16="http://schemas.microsoft.com/office/drawing/2014/main" id="{198C8FE3-98D1-40B6-B9C9-737A959DDBB8}"/>
              </a:ext>
            </a:extLst>
          </p:cNvPr>
          <p:cNvCxnSpPr>
            <a:cxnSpLocks/>
          </p:cNvCxnSpPr>
          <p:nvPr/>
        </p:nvCxnSpPr>
        <p:spPr>
          <a:xfrm>
            <a:off x="4322000" y="4934531"/>
            <a:ext cx="147595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Egyenes összekötő 270">
            <a:extLst>
              <a:ext uri="{FF2B5EF4-FFF2-40B4-BE49-F238E27FC236}">
                <a16:creationId xmlns:a16="http://schemas.microsoft.com/office/drawing/2014/main" id="{C00BA6B9-467E-4082-8AD7-63A1C9D883C9}"/>
              </a:ext>
            </a:extLst>
          </p:cNvPr>
          <p:cNvCxnSpPr>
            <a:cxnSpLocks/>
          </p:cNvCxnSpPr>
          <p:nvPr/>
        </p:nvCxnSpPr>
        <p:spPr>
          <a:xfrm flipH="1">
            <a:off x="4339975" y="4947867"/>
            <a:ext cx="1" cy="217683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Egyenes összekötő 271">
            <a:extLst>
              <a:ext uri="{FF2B5EF4-FFF2-40B4-BE49-F238E27FC236}">
                <a16:creationId xmlns:a16="http://schemas.microsoft.com/office/drawing/2014/main" id="{587C8F0D-626E-4B93-B85C-C29EA86EE686}"/>
              </a:ext>
            </a:extLst>
          </p:cNvPr>
          <p:cNvCxnSpPr>
            <a:cxnSpLocks/>
          </p:cNvCxnSpPr>
          <p:nvPr/>
        </p:nvCxnSpPr>
        <p:spPr>
          <a:xfrm>
            <a:off x="7906453" y="4194465"/>
            <a:ext cx="1368" cy="753402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Egyenes összekötő 273">
            <a:extLst>
              <a:ext uri="{FF2B5EF4-FFF2-40B4-BE49-F238E27FC236}">
                <a16:creationId xmlns:a16="http://schemas.microsoft.com/office/drawing/2014/main" id="{D28CD65A-9EBF-4FC0-A74A-684C3F82C422}"/>
              </a:ext>
            </a:extLst>
          </p:cNvPr>
          <p:cNvCxnSpPr>
            <a:cxnSpLocks/>
          </p:cNvCxnSpPr>
          <p:nvPr/>
        </p:nvCxnSpPr>
        <p:spPr>
          <a:xfrm>
            <a:off x="8663690" y="4172436"/>
            <a:ext cx="0" cy="76494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Egyenes összekötő 274">
            <a:extLst>
              <a:ext uri="{FF2B5EF4-FFF2-40B4-BE49-F238E27FC236}">
                <a16:creationId xmlns:a16="http://schemas.microsoft.com/office/drawing/2014/main" id="{707C4D6B-6D2E-4D85-8B0E-7FA635083734}"/>
              </a:ext>
            </a:extLst>
          </p:cNvPr>
          <p:cNvCxnSpPr>
            <a:cxnSpLocks/>
          </p:cNvCxnSpPr>
          <p:nvPr/>
        </p:nvCxnSpPr>
        <p:spPr>
          <a:xfrm flipV="1">
            <a:off x="7886128" y="4177319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Egyenes összekötő 275">
            <a:extLst>
              <a:ext uri="{FF2B5EF4-FFF2-40B4-BE49-F238E27FC236}">
                <a16:creationId xmlns:a16="http://schemas.microsoft.com/office/drawing/2014/main" id="{079F433A-910E-453F-8F5E-BE6BBD75A90F}"/>
              </a:ext>
            </a:extLst>
          </p:cNvPr>
          <p:cNvCxnSpPr>
            <a:cxnSpLocks/>
          </p:cNvCxnSpPr>
          <p:nvPr/>
        </p:nvCxnSpPr>
        <p:spPr>
          <a:xfrm flipV="1">
            <a:off x="7902309" y="4926611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Egyenes összekötő 276">
            <a:extLst>
              <a:ext uri="{FF2B5EF4-FFF2-40B4-BE49-F238E27FC236}">
                <a16:creationId xmlns:a16="http://schemas.microsoft.com/office/drawing/2014/main" id="{747300CE-75C2-47BE-8EFF-B6CCE8BFAB09}"/>
              </a:ext>
            </a:extLst>
          </p:cNvPr>
          <p:cNvCxnSpPr>
            <a:cxnSpLocks/>
          </p:cNvCxnSpPr>
          <p:nvPr/>
        </p:nvCxnSpPr>
        <p:spPr>
          <a:xfrm>
            <a:off x="10779919" y="4895077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Egyenes összekötő 277">
            <a:extLst>
              <a:ext uri="{FF2B5EF4-FFF2-40B4-BE49-F238E27FC236}">
                <a16:creationId xmlns:a16="http://schemas.microsoft.com/office/drawing/2014/main" id="{BEF6BA97-5023-4F62-970F-F6B28008C393}"/>
              </a:ext>
            </a:extLst>
          </p:cNvPr>
          <p:cNvCxnSpPr>
            <a:cxnSpLocks/>
          </p:cNvCxnSpPr>
          <p:nvPr/>
        </p:nvCxnSpPr>
        <p:spPr>
          <a:xfrm>
            <a:off x="10784681" y="4876800"/>
            <a:ext cx="0" cy="72390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Egyenes összekötő 278">
            <a:extLst>
              <a:ext uri="{FF2B5EF4-FFF2-40B4-BE49-F238E27FC236}">
                <a16:creationId xmlns:a16="http://schemas.microsoft.com/office/drawing/2014/main" id="{11719A45-50C8-4FD2-9F48-3956BE4E004B}"/>
              </a:ext>
            </a:extLst>
          </p:cNvPr>
          <p:cNvCxnSpPr>
            <a:cxnSpLocks/>
          </p:cNvCxnSpPr>
          <p:nvPr/>
        </p:nvCxnSpPr>
        <p:spPr>
          <a:xfrm>
            <a:off x="10779919" y="5583259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660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F76C1-80B6-F049-4A2B-E8A5CBA8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A648B87-D0E7-EB35-A1EC-B9B03713DB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69D15E88-3AA6-A9FD-4A2D-1A6E8B6C3D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09084480-5622-CFE7-6DDC-9857171A82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965CE0A4-0131-F406-2644-F412435D18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DBE60A17-4908-4FCC-9BBF-A4BFB301C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4625F103-0062-A9EB-599B-950AB13759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0A2AA942-FFD0-4DB1-E435-F58531129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17CEDE06-4902-537A-DAB3-EB3E45A39C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82F104BE-78A3-B3F1-B5E7-274A84EBE190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05781C87-D0C1-9BFB-066C-6083A458E71C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42BD9322-3820-5FEF-566E-ACBCE1FDEA9E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0B707C68-1077-53AD-6D6E-362EC7775357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E45A55C3-DB77-1AD0-1514-AD6509B15CA9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2AA07C45-6874-0011-94F4-32F78735EF01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07CCD3BA-3D81-EA47-713F-B7C9E5DBA88A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A7D39ADB-320E-04A8-4EB0-A52E6B79DCEE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8715A368-4710-BAB8-A49F-D5F1EC5FFC32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518C3407-CD8E-0D0B-FBF7-00F0C4BE2FDD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D4F9F998-CF37-573D-E9F5-F809DA176AD2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36A2DA69-1100-2526-3696-94DD2EC84164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0AB74D85-1B4D-B609-F8CE-68619A615B41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B2706E90-52D9-A82F-328D-4DBA663E3878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961B13A6-D9F9-09CF-3ABF-7A20482EC1F3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3F30175A-C936-FB80-9D53-BC580A2BC2FB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F70371C9-8BA0-AAFC-0917-31482F2A2B04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C9C26D38-9AC0-3729-ECFE-EC76C9B804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17D93B9C-ABDA-5B60-9239-0D20D290F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803E69E5-B46C-F56F-E2A5-A101B30312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14447C2D-968F-DD4D-9E2E-F18EC8D124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BCCA1787-7535-6418-B89F-80744D25D2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649C4918-6643-D920-0AB5-9DF8FF0040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6C790C07-B5A2-75F1-55C6-2440332BB4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7540E283-7B9F-18C7-0699-025DD118DA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7D45701A-DAAC-A631-AB3D-A872602FCA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046AED29-E2AE-FB3F-F2CE-8CC036DB0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F169524B-AACB-6C44-34A5-6BD9C85BF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64FBD2B0-611C-36DC-A140-2ED13E86C2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B7E333AA-D904-3C94-C043-6D80FDF3DB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AAB1F4FC-9E0D-8387-9BA4-6397EECB52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BBEE677D-8F88-4BAE-C843-EFE427918F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6AE209AB-0938-E92E-1D46-90F0771D0B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F8F440CA-EE0C-156D-6F6B-07B3609862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8C50F96D-DAE3-CE3A-43D1-1A9EBD656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6CC241A5-6348-F31C-A86D-86284B8336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BC657FFD-DA57-69C1-AE8E-347699EBBD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B33BF317-81BF-7B0E-90D5-DEF0E5D358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F320FF44-BE75-7C27-E866-FB5331A7E8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EDAB21E0-5223-D0AF-466E-E384CCF0A5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A6EC4436-CACE-3E88-1F57-1BF160F329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2091EFF0-2108-308D-4E96-0BA339891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2D992C0D-6E35-EABE-A30A-676E01E76C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32D1092B-8EB2-6045-5900-08A17EB695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CC80103B-2299-FF3E-7FD1-D21E09F4FA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AA785376-FFAF-EAC5-72C4-C72D0F673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88FD590C-4211-FACD-97A6-98FFBEF51C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67CE13DC-5F12-52BD-5B8A-AAD3CA025D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6E9269C3-7257-E8E9-47C2-AA803CB7C4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067760B3-0A93-27FD-30AC-AD9EF816DD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E7755CD9-09CE-50A1-D3B7-E513164D7E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F495715A-DB6F-E41F-7273-7059770FD6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C0AB0C86-093A-CF90-FAE4-04A3D2922E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0C100CBA-D8CA-31A1-56D1-1D0F123FA1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ABEAEE4D-D4E2-31A4-5732-99517AAD12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032FD60C-89C2-4D6E-D041-6B15E5117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44EFD540-3836-2205-C297-5EB2C18405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6A2030EF-2A90-AFC1-83FC-6F5B75E2A7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B5B819C5-8212-F15D-27B4-F1CF75ABB0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D7582F1F-91F4-7F70-8A67-AEC5F850CD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86B578A4-E85E-6498-E7E4-2B0CF8EF1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1B2D4DD8-16D8-0577-70BD-D43DEF6865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32C8C3AB-8179-0B3C-4D4E-3BBFEACFD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DC782E64-AC43-7F3A-1D96-98839D7F6B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EEF1A53A-B08F-72C2-30E3-8AB53ACF08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B986EED7-3B00-16E1-4E70-0CD08194B2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CDDBC616-29BB-40DD-3560-17BB786FF7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C538AD66-1869-5AF5-1B1B-807BBB772E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7F7706DA-3CBB-45CC-7B0D-D9B5B8BEC1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4667F122-7E6A-5D1F-636F-F6FD4BF014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F1254AF8-B9B3-0057-E3B3-F439290C0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C41610EB-5437-4B5C-1FE1-64FB077DEA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4DCFAF99-01A2-720B-963C-80635E3B41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6CD4AD9F-9014-7B2F-33D1-A283CBABFE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5EE7E716-D642-8275-2B3D-52A64CDAD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869A7D8A-0EF1-AAC1-2770-2135B2484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15BEBB79-10AA-725B-F044-09595C59CE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99983778-72C6-F8F8-6601-52263020CB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BA2D764C-5CFB-610E-8F87-05327968EC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BF39DFDF-EF6C-CECB-15C2-38EC47F902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013BE233-2021-4118-B4AE-BEA422C4A9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B5E6CF77-4B58-2B63-B83B-620453B285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1B069DF6-0A72-D820-A15E-942907E106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C9E2781E-4471-87EF-8590-9CF9C8E9CE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5F3C2905-DE94-35E9-BA65-046AD7CEC4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86453CFD-60C2-0645-247A-3DD34B4DA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068515B9-B8C1-B389-54DE-D7396A2E4D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AA13572E-100F-03E3-C625-1671A4F416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7558DC4B-57E4-7223-C92D-78FA0E45E9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08D596D7-6839-30B6-7BED-DE47504AE8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56DA457F-A813-4692-6499-E22CE608DB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64971F48-1F14-E0B2-AE15-4F8B56E42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F8373407-00A0-0C57-091F-72DFB65BF3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878DEA1C-2993-26F0-C02F-72E9125D16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3991A0C2-29A3-2A89-F5E2-B4411BF846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1F37096A-A3D0-7B60-2DB3-37B6579038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84A4886B-8551-B02D-3C3E-4CDF0622D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40E93F5A-BA4B-B15E-05E9-B083D976BA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A3E50D1F-6E1E-36B7-C5DB-CE87F177AC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A4509F0F-1EF2-6FE2-2ED6-BF7DBEA8C1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86F1EE07-50AC-508F-97E1-A0FB0B2278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467D399F-D1CA-7688-68E5-A128CB707D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591DEC5C-65E1-1BF0-0454-507D5F6099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E2C11109-D1B2-2D65-94AC-2FBE81B829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8344C39D-6D6B-B6C5-8537-7905F02508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FBDFA89E-113C-01CE-915B-AB84A58C1C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0AF11563-DC02-B16A-F4D0-DBF797B494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E8CFB4D7-CEA3-0567-9E2D-062759C171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43B5E955-FA54-D18E-0F6A-45C24A02A6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E1B8B510-BAC1-21E6-A454-B32D31B7DA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89DB2409-AA33-A24D-CACD-9972074B16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7142773E-F200-2F86-3F1C-7B0164667B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AABD169B-EAEC-D63A-081B-58CEA778A1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08F3B414-5B9D-1014-9712-0E8CD9DAB8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204505D7-9AB4-F1E4-7928-F082D8084E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94FBCAC7-F253-B59B-E6D9-F836A5FD28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7869412D-870F-4AE1-28D7-911758F574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52A539D2-5CBE-709D-FB2E-B4DF4B1C43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D516D02F-F666-1CDA-5557-5181390A97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3EFD3FD6-2889-2760-CB6A-9BAC6AA1B2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37AB266B-88C3-8AA9-B691-67C009A660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F0D8B84D-170C-B072-8962-24F70B08EB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D7AB7E35-468C-3093-271C-380BCB86E3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A81AC7CB-1516-D836-0433-AEC2F9F50D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457A899F-FBE6-9883-D12E-8BDC4BDAD5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1D324A61-4D50-FC5C-8FE9-3D66175CD9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396FFD2A-A178-3D12-C0E1-AF4BC98715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F8D1F572-A653-A29C-6573-86DC03301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9FF90766-F77B-3194-B883-95A34665A2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2F26EC1E-8329-B7B9-6E7C-70B01C37FC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CD64537E-56D4-8A9E-DB46-9C7BEFA788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F9821F72-5E9A-EC89-276B-DA03609B90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AE8080A6-A49D-A021-059C-D3CF2DC97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397B509A-CB32-17E5-BE49-CF20A5B246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8BED6A61-2048-020D-7771-615BA87065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EE7FC192-31E8-8606-F5A7-8CFBBA9A3B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9" name="Cím 1">
            <a:extLst>
              <a:ext uri="{FF2B5EF4-FFF2-40B4-BE49-F238E27FC236}">
                <a16:creationId xmlns:a16="http://schemas.microsoft.com/office/drawing/2014/main" id="{17F15AD6-69D5-61D0-26AA-B3F9974FA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64366"/>
            <a:ext cx="9144000" cy="2387600"/>
          </a:xfrm>
        </p:spPr>
        <p:txBody>
          <a:bodyPr>
            <a:normAutofit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Aknakereső</a:t>
            </a:r>
          </a:p>
        </p:txBody>
      </p:sp>
      <p:sp>
        <p:nvSpPr>
          <p:cNvPr id="10" name="Alcím 2">
            <a:extLst>
              <a:ext uri="{FF2B5EF4-FFF2-40B4-BE49-F238E27FC236}">
                <a16:creationId xmlns:a16="http://schemas.microsoft.com/office/drawing/2014/main" id="{87F2369A-1A75-A7D1-8604-27748E908F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/>
          </p:nvPr>
        </p:nvSpPr>
        <p:spPr>
          <a:xfrm>
            <a:off x="1524000" y="9744041"/>
            <a:ext cx="9144000" cy="1655762"/>
          </a:xfrm>
        </p:spPr>
        <p:txBody>
          <a:bodyPr>
            <a:normAutofit/>
          </a:bodyPr>
          <a:lstStyle/>
          <a:p>
            <a:r>
              <a:rPr lang="hu-HU" dirty="0"/>
              <a:t>Készítette: Dudás Bence Sándor</a:t>
            </a: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5E4DDF1B-DE89-E1DE-128D-811DA3156A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5E1A85D2-1C77-27C7-F781-719039A16F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982BFFC1-449C-56FE-F964-89C8CB26C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7FED452B-84AA-30E8-FEFF-9573A310B7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8ACB84A0-EF66-EB2B-29C5-3241B78D84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53EE0777-8F7D-6F9D-501A-854D4787DD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94D79A17-0415-359A-582A-6BFF104A03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00E417AD-3233-8B22-D236-EF48470782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503F60D6-AD61-65B5-4D3C-1CE5C85EBD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64862182-AD7F-379F-3D60-D55E37F0EA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E75569A1-3EDA-CBC1-D45B-E4715EADA9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086F4282-80C5-827E-CD0E-B9BFD5CA18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39B0A029-684B-D8E1-18D4-6C815FD994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02B59CC9-40E1-CA3E-33E0-1427E512E1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1DA6AF40-C2A9-5580-BE15-873BD9CD0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E35E2DD7-5D6C-C78E-FCAF-19C5BE0A0A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6425A4F2-9115-84C1-3017-62ACE07F76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3150E20E-F133-C1F7-95D7-DB2E9E5B21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EC3B3ACE-E410-410F-ADA2-FD7265FA3F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69A1311F-9FAB-5848-6E59-4D51645ACE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3E2AF28A-2AB0-B611-F96B-0772F1417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33268057-5593-AF0D-19D8-327E1E110D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30034DC6-4192-A4AF-6330-F0FA8FB75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1FD3BF26-8F64-2EFB-2EA6-DD75C85821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48890A5F-13FF-FE83-DB37-86AA879213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A4434625-9F94-A428-93ED-C26BF80DC6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grpSp>
        <p:nvGrpSpPr>
          <p:cNvPr id="2" name="Csoportba foglalás 1">
            <a:extLst>
              <a:ext uri="{FF2B5EF4-FFF2-40B4-BE49-F238E27FC236}">
                <a16:creationId xmlns:a16="http://schemas.microsoft.com/office/drawing/2014/main" id="{DC57FC3E-21EB-4BCA-8337-DA45CDCFD4DC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1" name="Egyenes összekötő 190">
              <a:extLst>
                <a:ext uri="{FF2B5EF4-FFF2-40B4-BE49-F238E27FC236}">
                  <a16:creationId xmlns:a16="http://schemas.microsoft.com/office/drawing/2014/main" id="{74E53E57-08F0-44A3-9015-59F6D81B17DB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8536C518-3869-48FA-9DF8-E425D6739F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A2A96741-3AD5-4CF5-8D84-CF78FD7EBE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F0CF2964-CEE3-43A8-996A-42B91C19B979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E8649B8E-FB38-4132-AA6E-D6961B846030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539B69CF-5CE4-4B9B-A891-F9C443FEE01F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4FB2629D-1780-45AD-8CEF-A0777F7F8D62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D8677FBD-940D-4DB5-8D3F-E6832680DB0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E3AFCE7B-638B-4263-A66A-129773EC1B73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E02B3641-D2BF-4508-9FFA-BCF86BE460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70A22395-8BD9-45B0-9513-666361B1C8B5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1EC9B2A0-4606-4203-876E-CDFCCF2998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96588247-40C5-4A2C-B3EE-DF9C541278AC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AAD03FB6-5B8A-438E-A896-7885FBCA2FE3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A30AC224-C7DC-4F27-870A-D2BF7D253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8C98D83A-7C26-480C-8D9F-A68FC6670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4E9F35FB-EF19-473C-A3E2-387B32E9FAB5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A67B112A-D2F7-4AAF-B9E3-5F7C4CAC5616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0E07E6AB-2051-4EED-AFD6-CFAE8ECF566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zövegdoboz 2">
            <a:extLst>
              <a:ext uri="{FF2B5EF4-FFF2-40B4-BE49-F238E27FC236}">
                <a16:creationId xmlns:a16="http://schemas.microsoft.com/office/drawing/2014/main" id="{68B7345E-1B70-7D73-B302-2C4B070B56FB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B343FEC7-1D47-1CA4-AB72-84543BBE1E21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4533AEDC-70DC-FD19-6992-A36681DC5B80}"/>
              </a:ext>
            </a:extLst>
          </p:cNvPr>
          <p:cNvSpPr txBox="1"/>
          <p:nvPr/>
        </p:nvSpPr>
        <p:spPr>
          <a:xfrm>
            <a:off x="266217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A8CFCABE-C762-6595-3AC8-2BBAE3A0FDAB}"/>
              </a:ext>
            </a:extLst>
          </p:cNvPr>
          <p:cNvSpPr txBox="1"/>
          <p:nvPr/>
        </p:nvSpPr>
        <p:spPr>
          <a:xfrm>
            <a:off x="12384912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Menu.cs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0E3D7A8-0A07-5D80-DD88-02D0C7856A78}"/>
              </a:ext>
            </a:extLst>
          </p:cNvPr>
          <p:cNvSpPr txBox="1"/>
          <p:nvPr/>
        </p:nvSpPr>
        <p:spPr>
          <a:xfrm>
            <a:off x="12651129" y="1828800"/>
            <a:ext cx="10012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</a:t>
            </a:r>
            <a:r>
              <a:rPr lang="hu-HU" sz="2400" b="1" dirty="0"/>
              <a:t>(): létrehozza a menüt és beállítja az átméretezést.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menuElemek</a:t>
            </a:r>
            <a:r>
              <a:rPr lang="hu-HU" sz="2400" b="1" dirty="0"/>
              <a:t>(): felépíti a teljes UI-t (cím, nehézség, méret, start gomb). </a:t>
            </a:r>
            <a:r>
              <a:rPr lang="hu-HU" sz="2400" b="1" dirty="0" err="1"/>
              <a:t>startBTN.Click</a:t>
            </a:r>
            <a:r>
              <a:rPr lang="hu-HU" sz="2400" b="1" dirty="0"/>
              <a:t>: kiolvassa a beállításokat, elindítja a játékot (</a:t>
            </a:r>
            <a:r>
              <a:rPr lang="hu-HU" b="1" dirty="0" err="1"/>
              <a:t>Jatekter</a:t>
            </a:r>
            <a:r>
              <a:rPr lang="hu-HU" sz="2400" b="1" dirty="0"/>
              <a:t>), elrejti a menüt, majd visszahozza. 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ClientSizeChanged</a:t>
            </a:r>
            <a:r>
              <a:rPr lang="hu-HU" sz="2400" b="1" dirty="0"/>
              <a:t>: automatikusan skálázza a </a:t>
            </a:r>
            <a:r>
              <a:rPr lang="hu-HU" sz="2400" b="1" dirty="0" err="1"/>
              <a:t>ComboBoxokat</a:t>
            </a:r>
            <a:r>
              <a:rPr lang="hu-HU" sz="2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3085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16EE-BEBA-7AF1-E33C-4B55AF9E7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5AD56325-65C9-F1C1-276C-F8B864AE3E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C867D340-07AB-AC34-071A-D14C7B9034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9C9F35E8-E099-6D80-272B-F08FCA80F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7BA9E292-F7E7-C33A-BF67-B46ED51FD6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83B8D593-50D0-6771-1FE3-32A690B939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DED0E191-CC29-E7A5-F7E7-47CE0D3C3A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82DC86D2-230A-1D6F-0854-A96F031209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5CBDD7EB-7AB5-AA84-90BA-BAC84C3D48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1671E31F-8627-FCCF-5188-F9602DFE295D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56C5EDCF-3338-BF08-BAC4-F63496C2C76E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51A561C4-8E41-25AF-76D4-F67272EC0191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09389AEF-2B98-EFA5-1A42-6EEC2ADE93A9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71C53792-5929-AF37-AA62-F696EA1A2FE2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21FCFC3B-40EB-EAFD-1C67-FE6692D231FF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3D38DCB0-B0B8-6DFC-851D-1D24F59514F5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D22CD7F9-0A99-CF0F-EC4F-6EA8D3B763E9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CAE3F20F-5C4F-695C-4CDC-F8E69A272101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CC89D1C5-B0AD-1524-33F2-CA1E3E9EDBA3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36AC329A-2205-3419-7CCC-0F0CD3567BAC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CDF8F437-BF53-43C8-956A-0EE83E763E88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ED2F349F-82A2-0184-5FB4-7DE3FBF5E3D3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7E81C4D0-72E4-C7C6-B59F-C3B52638EB10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E385DAFF-46C5-6467-744A-1732273CFDE2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D95C2C5F-D02A-4199-6422-C40A1122B394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EFCCE532-87ED-4CF6-78A0-C26A086D8EC1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DA768CFC-C9D7-8544-AF9D-AE934CB2E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39B36E1C-14D0-00F4-F0D3-2112FAE5CF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D045142D-E5B1-7778-8797-EFED6DE1D3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249EA404-832D-517B-B0C3-0FE6CC885F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3C4DE23F-93FA-9499-724C-F894088694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79F0D51D-D921-4E9B-4990-2C9A6E2513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DECCDA16-01B5-543C-949A-18918121A0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4FDE5AE3-C80D-A7AB-767D-695023F22D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E6E26A77-9E43-3A09-35D8-2F28FB9BC6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690A97A4-6E02-4B7F-D1AD-754EE958D3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0A993C37-97E5-E655-6A76-B075776576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68964254-D4EF-5642-9F68-E38D9815E9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DD786613-8BB5-76D6-D873-4F90A4770E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336834F6-F47C-07FC-9E47-B5B5B15FBE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707493BC-ADDF-93E7-B50E-7D90B2DCC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815E32F8-E32A-B8ED-73EC-62DA72C4EA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DC6B74EA-4A75-BB4F-5AC9-F4233175D0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0F17B448-AA83-26F7-78F2-C8B93738A3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9771CD40-3AD4-AF55-8786-AD81258974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E8056CBC-8926-B54C-1395-E9734F3E7E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049264D0-1C8E-7802-BA1F-8F65BFE560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55E85C6C-8210-4BF8-1714-B8D928807B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A7B2B594-1773-28E4-4163-E167EA792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E46946D5-223F-E007-73A1-5485D7B45F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AEFDB084-912D-7495-CE9B-3BB8C81D84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A0BA2448-E4BC-2C1B-86A1-E2FCA5B1D9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A3E62C25-9B23-80FB-5CB6-0F60B5BF78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240AA277-F113-31D3-A603-1A8AA39410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F4F9C24B-20C8-05CE-6BD0-60D8C8F32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D855B1EB-4DFD-11E9-FB8E-6612501808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C2F674B2-5493-D790-A0D4-DC7C5DDCE8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A4739253-6A79-C2F1-58D6-0367F6848A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5D1F30C1-5422-B548-1CDD-B52BCC14F0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651009AC-7028-6A13-4ABC-1E808C0025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FD8D10BA-685A-5FA1-B279-6F38EDC075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263FF2E3-7A38-4360-E452-CD30EA724B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DBFAC12B-E662-BC5B-C2F8-7880F5C8E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83DD5AF8-C3BF-ED06-0829-5F0F933EA5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354CE5EE-07A4-EB8C-D389-F6DD8A94C1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52D32C99-84E5-2C6C-8D88-D782CD8983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D7573E7B-E3EE-685C-B53C-D6AADAF992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09C21DF6-9CD5-DACD-6818-B6BAE8B572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024C6884-4129-3240-0E03-F4D6DCCCF8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2FAB1006-E85C-F0A4-3225-2655763D2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80C9BD8F-10B7-3A9F-EE16-ED760B64CA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76D3AB21-B224-6629-3B61-CFAA235508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5AA8A46A-E0CD-9530-19A4-4AC2F4C25B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B25C6C6F-7823-DA84-A417-96826D6E85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227DC4C7-AFB7-CC1A-40B9-F62CD97DEC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B8D54315-4F0C-1C7A-FD47-D42F103032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DB929D93-42EE-D18E-34AA-4CF8C8C6C8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1276AFF9-B278-DEE3-4F63-9883E1236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6D789D81-DA62-B46E-4707-C49F37CFF1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ABF69C55-42BC-D7C8-2DC0-6461B96220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9DF68F7C-9B9C-98C8-F854-C1CC89F35E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4D6DE2E7-600C-EA72-3E76-439F71D37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AFC44B63-0A4D-09DE-D572-2D90424A29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C24567CD-577B-E04A-F75A-6A96925C5B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6BDC23D5-0267-73C0-9BF0-FBFCE0918F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33EB944E-E285-7B57-8028-F42C387818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2BAF33A9-8E93-FDC1-C480-A1535FB84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9F23C49B-A865-B011-2C14-D24E040C9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E85853B6-45A9-D727-4278-0979FCB57A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05770209-C8BF-38E5-79AD-C93F763CA8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B7F1B874-B3EF-DD05-883C-EFA14C7E87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B34A3980-5C3B-9F84-8D48-20CA7412E0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8475A093-F6B6-97B0-C571-8AB295FA63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B8A3CBB2-4949-1383-C987-834C3C0212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AC962B35-6293-CCA3-F444-75CF9CAD49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356BAC03-F91F-28ED-6604-9F61E9B5FC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745BB348-468C-8E42-E9F5-9BA735021B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12D2CDA0-E483-714C-663D-F8CF1C93F0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FFEFB11E-1EF1-C7EA-DF53-B51B3F904D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EB2E84D4-7549-63D8-BFDD-0EB2CC0204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7DA84B35-1DD1-D970-124D-C67B12F777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5B3390C1-15B5-41F7-87A0-0D80B1035A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0C13DABE-ECF8-55F7-9E62-7697D1C42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B3A21658-1EAF-91D9-F8EC-9D80B0DEE3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07DF53FC-9CB3-0C80-90ED-8A5E8985F3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0A3A02C8-1B15-622C-0FE8-D7ABE1C847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D2D68B5A-53F5-0F7B-D85E-4CAA779191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5AE6C53D-A867-B12B-9BAF-976D2E42E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CF7C4095-97F4-2634-30B2-A3757EA20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C7463360-FCC5-52EF-1E34-7D96EC7A92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4BB94EEF-804D-7177-0195-CB2ED58C15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8B9135AA-1721-4473-D25D-1421477FD2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0E3EDF18-5F9E-A760-11D4-BB42789488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17E6852C-C597-7A0B-0662-FC15FB1108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597BBF1F-9667-9DF0-EA17-02D2B78234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6FB2670C-620F-E882-DF42-5AB4F145F4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D8331C25-3438-D112-A40A-55315DD9E4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D1EF06B3-EFD3-8672-5EF5-AAD574414B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9B23619A-9599-2DAD-1D2C-C57EEA1CA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485D52C8-D8A0-2E11-C456-EFD8049B7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135B3A06-B41F-60D5-EA64-92A192E57B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A37228DB-64A5-203D-5C63-DD30BECC3C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F3458535-25B7-EB91-7C01-5A5BE7EFF9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5EC3B5DA-A466-82F6-3DF5-8D71D6992E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BBAB10B9-A01D-3628-F812-1D1222B57C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68A69056-A043-F262-46A3-1B17AD969A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35AE2F90-66EB-0546-EDF9-9BB87087A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AA19B8FF-62B9-6F9E-86F7-AA09DA19BF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6E80C855-705F-3709-9121-AC31A73ABE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49C6840E-D0A9-DC4D-6B1E-6DEEA449A4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F3071FFA-1001-19E2-B8ED-61E004320C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C3DFDC28-6C6A-9B9F-8F3E-FA82A98EB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CA2072B5-B1AF-A1A3-3C2D-F09A268AD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51DCCBFE-7C5D-F16C-47AE-D3EA7565F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4E469EBD-1D44-1E6E-265C-D22ECBA002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0054E53A-8D5B-8AD2-D2B0-E5EE4CDDD8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FED7EB2C-9A92-A0FC-7D71-EDF324F9BC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4FE65EAC-2F4F-C8D7-0864-EDBFF84308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CCE170DE-CA21-3CC9-D60E-D14953E8E0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E415E090-F425-2073-B084-5319896EC2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091DDB64-3EE1-CB59-CFB8-436C8BA53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41CA1921-E014-8279-EA70-CED66F196A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98ACECA1-D431-C4B6-E1BC-A78D4FEBD9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4F6875E1-D10C-8C1F-2F41-1FC0953C1C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B855E669-2140-1A38-4F58-77F12D582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CB925C90-57DD-533B-74C3-C295133D63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C30CE4C7-49E3-977F-66A1-C2FBB5319E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C8270EA7-FC07-11A8-D17E-A5A4B35211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34E3A389-94F1-035B-78AF-E67331BB0B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C1264381-1677-7A7C-57EF-8378B72475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89E046B5-83F8-F1EF-C746-1C7C90F821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EF4B6A38-6E71-D9AF-AF59-FB34A948C0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90D930FF-AA14-B036-CF80-DB2F635633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EA130558-E111-55FD-8FFC-6E3CCF8ED6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E0342220-3D4B-6418-D6D5-FAAB5C6891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AD84F576-2EFD-B8E0-ADF9-51CC01927B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5AC91BB4-6664-61DE-E8B5-8EE76705FB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5F88ABB1-EB35-C75D-CEFE-5E88328537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6CD9D231-59CA-BF53-76DA-23F9EAFE2C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4EE6339B-E3DD-5022-3B5E-DAC267299D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3AF588E2-218D-5BF2-606E-9BFC294265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5A0D4832-736B-4FA7-8A4F-863044ADD6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1263806C-2264-5A47-BA37-C282C837D3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136B9FCD-4231-CD7E-5519-D31DF79F1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4514AD32-EEB1-8602-B95C-A9D59108BF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FC137931-D451-CD1C-B462-0A55168CE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0598E2D5-F9F0-851C-CDB7-7B665327D1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4C0A37D1-56FF-16F6-7539-F1A23E1160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13091425-4148-66F1-3C41-B8E2DF226D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A5FAE12D-BD01-B592-85C3-4A936DAFAD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FE5C9026-108F-D037-23FA-4A90AD698D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15D36CF4-79AA-987A-8A04-0E012BF85AD9}"/>
              </a:ext>
            </a:extLst>
          </p:cNvPr>
          <p:cNvSpPr txBox="1"/>
          <p:nvPr/>
        </p:nvSpPr>
        <p:spPr>
          <a:xfrm>
            <a:off x="-10280318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Játék lényege</a:t>
            </a:r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C0B9FBD9-E4A8-4010-85D3-34BEFAA10CC5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786895B2-5C4D-498C-A8B4-DD46E94427D7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0EE3D064-5B7E-491A-A46A-7047AE44C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41F8524D-D04C-43EC-BA15-A1325E56F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8157565C-625C-4141-BEB7-33982CB605EA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CD142865-24A3-4AEC-A3DB-A1DB6C27C575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534A036B-4C49-4529-9A89-2BDB5C2473C3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9D3CD8BC-AB22-4016-A610-1079954AB9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19CC5501-793B-4472-9E4B-784D59F606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AB35CE36-7B2E-4C7C-AD5D-550D65AC9927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775E6AF9-682C-4F3C-A11A-C95D56A464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88F0A1B4-E09E-4449-B27A-45572AF4ECF8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1DB39149-C4CB-4451-903A-704DB5C4DE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92ED3A8D-BEBE-4D85-B9A7-FEC1DC28ABD8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E677547E-5386-4599-905C-FDB9206292A4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F69C93FE-7E7A-4FB2-9BA3-80CE2BCCBA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FB015DF3-E793-4322-9E48-162A24111E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341D9FB2-CCC6-4930-A077-E5F760E069BB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2D637E26-39C3-4BAC-8F89-3F0ACB8AE10D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5BA33D01-ED38-4B86-AF51-1B2921E5CC61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77A63EE-F970-A264-F66C-768B546903E2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zövegdoboz 6">
            <a:extLst>
              <a:ext uri="{FF2B5EF4-FFF2-40B4-BE49-F238E27FC236}">
                <a16:creationId xmlns:a16="http://schemas.microsoft.com/office/drawing/2014/main" id="{DE26B205-6AE3-370D-DB5F-0C6CD420A48A}"/>
              </a:ext>
            </a:extLst>
          </p:cNvPr>
          <p:cNvSpPr txBox="1"/>
          <p:nvPr/>
        </p:nvSpPr>
        <p:spPr>
          <a:xfrm>
            <a:off x="-10014101" y="1828800"/>
            <a:ext cx="10012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játék egy négyzetes rácsból áll, ahol minden mező egy cella.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Az első kattintás után véletlenszerűen aknák generálódnak, kivéve a kezdő mező környékét.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A nem aknás mezők számot kapnak, ami megmutatja hány akna van a szomszédban.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Bal kattintással mezőt felfedsz, üres mezőnél a környező üres részek is kinyílnak.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/>
              <a:t>Jobb kattintással zászlót tehetsz, és aknára lépve a játék véget ér. 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B7C15E7C-C8C4-50DA-CA56-EBA5E819C9D0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Menu.cs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38C76E68-803D-28C0-1554-B5D4FE4848E1}"/>
              </a:ext>
            </a:extLst>
          </p:cNvPr>
          <p:cNvSpPr txBox="1"/>
          <p:nvPr/>
        </p:nvSpPr>
        <p:spPr>
          <a:xfrm>
            <a:off x="266217" y="1828800"/>
            <a:ext cx="10012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</a:t>
            </a:r>
            <a:r>
              <a:rPr lang="hu-HU" sz="2400" b="1" dirty="0"/>
              <a:t>(): létrehozza a menüt és beállítja az átméretezést.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menuElemek</a:t>
            </a:r>
            <a:r>
              <a:rPr lang="hu-HU" sz="2400" b="1" dirty="0"/>
              <a:t>(): felépíti a teljes UI-t (cím, nehézség, méret, start gomb). </a:t>
            </a:r>
            <a:r>
              <a:rPr lang="hu-HU" sz="2400" b="1" dirty="0" err="1"/>
              <a:t>startBTN.Click</a:t>
            </a:r>
            <a:r>
              <a:rPr lang="hu-HU" sz="2400" b="1" dirty="0"/>
              <a:t>: kiolvassa a beállításokat, elindítja a játékot (</a:t>
            </a:r>
            <a:r>
              <a:rPr lang="hu-HU" b="1" dirty="0" err="1"/>
              <a:t>Jatekter</a:t>
            </a:r>
            <a:r>
              <a:rPr lang="hu-HU" sz="2400" b="1" dirty="0"/>
              <a:t>), elrejti a menüt, majd visszahozza. 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ClientSizeChanged</a:t>
            </a:r>
            <a:r>
              <a:rPr lang="hu-HU" sz="2400" b="1" dirty="0"/>
              <a:t>: automatikusan skálázza a </a:t>
            </a:r>
            <a:r>
              <a:rPr lang="hu-HU" sz="2400" b="1" dirty="0" err="1"/>
              <a:t>ComboBoxokat</a:t>
            </a:r>
            <a:r>
              <a:rPr lang="hu-HU" sz="2400" b="1" dirty="0"/>
              <a:t>.</a:t>
            </a: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E834F2E-B73E-FA68-E923-6D6DE30AE602}"/>
              </a:ext>
            </a:extLst>
          </p:cNvPr>
          <p:cNvSpPr txBox="1"/>
          <p:nvPr/>
        </p:nvSpPr>
        <p:spPr>
          <a:xfrm>
            <a:off x="1224300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Jatekter.cs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BADECCE-AAF0-A4E0-65EF-2A8F3111ED47}"/>
              </a:ext>
            </a:extLst>
          </p:cNvPr>
          <p:cNvSpPr txBox="1"/>
          <p:nvPr/>
        </p:nvSpPr>
        <p:spPr>
          <a:xfrm>
            <a:off x="12509217" y="1828800"/>
            <a:ext cx="10012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Jatekter</a:t>
            </a:r>
            <a:r>
              <a:rPr lang="hu-HU" sz="2400" b="1" dirty="0"/>
              <a:t>()</a:t>
            </a:r>
            <a:r>
              <a:rPr lang="hu-HU" sz="2400" dirty="0"/>
              <a:t>: létrehozza a pályát (rács + cellák + képek).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Kattintas</a:t>
            </a:r>
            <a:r>
              <a:rPr lang="hu-HU" sz="2400" b="1" dirty="0"/>
              <a:t>()</a:t>
            </a:r>
            <a:r>
              <a:rPr lang="hu-HU" sz="2400" dirty="0"/>
              <a:t>: kezeli a bal (felfedés) és jobb (zászló) kattintást, itt indul a játék logika.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aknaLetrehoz</a:t>
            </a:r>
            <a:r>
              <a:rPr lang="hu-HU" sz="2400" b="1" dirty="0"/>
              <a:t>()</a:t>
            </a:r>
            <a:r>
              <a:rPr lang="hu-HU" sz="2400" dirty="0"/>
              <a:t>: első kattintás után generálja az aknákat és a számokat.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ellenoriz</a:t>
            </a:r>
            <a:r>
              <a:rPr lang="hu-HU" sz="2400" b="1" dirty="0"/>
              <a:t>()</a:t>
            </a:r>
            <a:r>
              <a:rPr lang="hu-HU" sz="2400" dirty="0"/>
              <a:t>: üres mezők automatikus terjedő felfedése.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felfed()</a:t>
            </a:r>
            <a:r>
              <a:rPr lang="hu-HU" sz="2400" dirty="0"/>
              <a:t>: játék vége, minden mező megmutatása és kiértékelés.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teleEllenoriz</a:t>
            </a:r>
            <a:r>
              <a:rPr lang="hu-HU" sz="2400" b="1" dirty="0"/>
              <a:t>()</a:t>
            </a:r>
            <a:r>
              <a:rPr lang="hu-HU" sz="2400" dirty="0"/>
              <a:t>: ellenőrzi, hogy a játék kész van-e (győzelem feltétel).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aknaKorulotte</a:t>
            </a:r>
            <a:r>
              <a:rPr lang="hu-HU" sz="2400" b="1" dirty="0"/>
              <a:t>()</a:t>
            </a:r>
            <a:r>
              <a:rPr lang="hu-HU" sz="2400" dirty="0"/>
              <a:t>: megakadályozza, hogy a kezdő mező közelébe akna kerüljön.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2519144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D6DEA-9D5F-9C11-EAED-34034E3C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870F9395-FF7C-DE64-D0CC-A6830F8DD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3B5DCC5A-DBBA-7BFA-E9BB-C91BBDAE86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B872E6F9-6031-A899-2727-9E6C612E4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0FD16CD9-45F5-79FF-EF65-ACFE0F5FBD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FF1C7ABA-C5C0-F83B-89CE-18EBD784EF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DA21D7AF-8C96-9E9A-085B-D27ED19614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D6891451-47C7-3496-1489-25A2FD1302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7EA99DCE-95A5-C4E9-AEA3-31BB1FBBC4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EB231B1B-D96F-8526-9141-39909C9D7F13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088A920E-9370-DFBF-3B8C-410BB99BE6EC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3F3CA176-DEBC-7130-EB05-FC72C06F2932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4AB2F1F4-6AF8-2412-24D3-B81E3F0D03A0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EC291EDB-E2BE-464F-73EA-A55A675DA9E5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CDDB2738-F71C-DF23-08F0-8CE6319C0F34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55437EDD-4040-AD6F-6705-7861E493AA0B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65E1903A-D0E8-1EF1-02CF-D6FCDBA29F9F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62DC9B6F-F71A-6855-9AAB-C2118E884F87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2A665813-99F9-3A7C-80DA-F7922A45E932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965A49EB-CA3F-A99E-5E77-337551FA70C4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2FB8CD0F-8608-ADA7-35D8-14E27415B3DB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8FECE63A-94CA-2BB7-AF8B-0064586A825E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4BA1930C-3A59-9FEC-9D3B-EFB2200FCF15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4A74996F-223A-71ED-AF4B-5218D7DCEB84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CD90B737-9B18-FB41-6972-A8EE92C97F5B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A9192035-6C60-B3C0-10D1-2522A7F94868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3C6C8F5E-EA24-9D5D-5CA0-D624E552B5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98D62C35-8F50-B10D-A2AD-32EE071BA8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73572207-DA4B-AD87-3937-D8BF491202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8FD72215-842B-2560-490B-4D78DF44F0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4676D322-DB8D-B017-5D39-632F551831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97E4ADDE-2DEB-F821-8E0B-CA918FF29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8917F817-F385-6F52-3AD2-14DA796E1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28B552A2-5950-6F47-6758-72E285A41E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0C501AEB-38EB-FD95-6B20-75747B1F06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80E59C77-4F72-B25A-686F-8B591FCF17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94B4644D-9C23-0583-BB18-164A15ECD8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26658D43-9B36-59B6-11F4-E53EBA06F3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55939D78-D835-415B-FD94-AE3AC335F1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F4EB227B-5ABA-2D22-7A1E-8825F6EEB8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E285F1D6-A521-8A2B-A960-CD0481A3E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FC83722C-D609-5AAA-F621-E774DCFE2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57549154-2EE8-3E45-0E3C-7F67C07C86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4493602E-1414-0E53-51FC-44570DA844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75AC5302-21A2-B4CE-7689-C26B8ED9EA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A59043D0-BE9B-4441-C99D-5D730FAA09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646B8A14-8AEF-7605-DE61-9482E644EA2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6B6E13E9-34AB-80C2-2A7A-5695086342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CAE7009D-3A6F-8F36-1858-1D8795792A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7810DF21-573A-609F-B90C-D07D274267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604DD406-63EB-7FD2-5735-0CA10E9BC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39D09559-37BE-98E5-525B-9EB3005CAC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9F34C1E0-2FB3-9C8E-BBB8-3EDAE6AA36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4168CF65-50C0-1DFB-CFA2-FA2E231074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BD2EB1D9-527C-D51F-C911-7B6828CD17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79138F32-E87E-1B5A-7914-09ED6029F1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E9752910-EDBC-E666-9734-A6C9B23F1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C16B22F7-895E-7FA7-04DC-B80F62350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E0C05D0D-DC67-3890-CDBD-AFA330B132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2A380EB3-B903-025B-D9F0-F0DCECE3F0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966609D7-2EE6-6509-D98F-2063EEB76C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51F8E880-E9E0-F06D-B005-867C4EA665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94E76E3B-03C1-2CA0-926A-E4265ACC9B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E29C4075-48EF-493A-DC9A-3E0E73F94A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C4CFBC38-B4A9-EEFE-C682-C5E4615674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9CCB8D6B-36B2-20A3-29EC-37D494C3BE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188F3798-F11B-90C0-D3C8-0E92148D2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325F59C4-C243-23CE-676A-5AD3B77ED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87667AED-6438-3841-9AF0-23B56710D9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3C320C71-8DD7-531A-EA98-CF6932A4C1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DB40C8D4-AEBE-5357-6D5A-B70BA51EC4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92C0EA1A-ECD9-82E6-BAF4-E115F91265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32C44CD0-30D5-2FC3-6593-FB2FBDC342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97854279-FBAE-C6EC-A786-AFAF4A7A63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ADA2803A-0C68-BB33-D2B7-3351E3325A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26AF7DA7-ACCA-3A9B-B031-094FCA1467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174B48BC-2737-F677-B422-BA60EFC7DF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106DDD55-EC6C-51EE-CA70-4CD4A775B6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9949BFAE-72B5-D5BC-E9F4-A9D6B155F8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C6B06906-B612-E316-EC0A-9E8DB1E31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7DDBB3AE-A43C-530E-310C-3386960D86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1BF3B7F8-BC4D-9510-4527-C312AF6482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C08629B2-AAE7-096B-2BFF-957AD51A2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01E5A679-D0B0-1111-8769-31AE2804B0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83A0BCEF-AD6E-C550-0A82-21F9ECA3B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30424AE5-1ADE-8096-0154-F344570A09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43CE72DD-5281-D776-C5B2-58E1F432D1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3BC7E87B-20F3-F460-4127-1CC4C26C3D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32F1B7A6-05ED-9294-ED6D-A615FAD90B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68DBC706-D0D8-5A0E-2688-3644269362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C0B0A2D7-DF9F-6F98-9436-015DC35A94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D45ABFDC-8298-CAE5-A9DD-25E83579D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89218D9D-9542-2CC8-438E-5EE882F7CD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9A3084D1-35D7-80A7-FC65-2F84006B18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4E79CE82-4AA8-00DF-A565-5271CAE06D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C1B0081F-820E-78A3-66AE-850663A319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1682C7F8-13C4-046E-07C8-D3D9C041ED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D3DCB4DF-B09F-9BF2-B62C-70B7AD16A7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B42FD10C-FFE8-F258-6915-53F51E76CB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624EA772-9A56-BB3F-1E3E-5C22AD7EAA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7D365BBD-B324-2E7F-EDB1-08C6236DC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8331B0C8-CB40-0452-4459-7D1DE71F7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3703681D-1520-9A45-8989-7143287820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F4F77087-AC17-47E4-EBC7-35D2B403C8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9019A4B8-874C-8185-D3FA-23663B435D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481C10D9-A6B8-0673-825A-CAC3A6ACEF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F663BA21-CA35-E02B-BF13-79F6C35C6D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0B885F8B-4C9F-BB73-73FE-CCD85E115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C4439A77-CF1C-185E-4690-E6418D02AF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FAB99EE0-9481-C6D7-93C2-FBA8709082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BC649DA1-A5EF-DC14-2C55-0931D9589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07C47433-AB67-370B-475E-6208B4A49B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228887FC-6F31-5728-2AE8-F87CFA6611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3BB1A4B3-8BB7-1023-2141-B22A874446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21093E24-9055-5425-CCEF-0C9CF99972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8548ABB0-3576-6C4A-E969-C90B03C730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57EBA762-6ECB-6049-528C-BD40C23023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1B1F406-4D98-12DA-88E8-E430E0B999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9F85A867-0F50-EF95-3CA6-D5DEAF3402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4B32FECE-819D-4D9F-A6EB-7E37078BF4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3629A67A-AD23-7E27-C555-6049621D89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3D5BCEF9-EB83-CC3A-F3A1-20E4D229EA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1F2D4B58-A904-60E9-115C-E766A06950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BF3CDE02-5140-521A-334A-A735CB0B72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D118B111-410D-77D1-DEE0-04C0E3916E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1E05372A-FE4C-8B6D-9C80-28B5BBDC41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D3E821EC-0F10-5DB5-4DAE-3D0805B4F4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296ADE9A-77BA-DD9C-04FD-932FF2102C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C4F0F822-24EF-9DD6-82D4-3FDCAF0290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BD705F00-EC0E-A119-D194-AD7ED8CD6B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964ED43A-9422-93BB-E109-8D25925F22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E5561E6C-BB51-DFC5-8A3F-4F7CFE4779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8AD0F7CC-0B38-6C3D-7618-91789B1707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FAC77E95-2C1A-8CB3-47E8-99D07710F4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8323255F-63C6-D499-4D87-55F89B8C2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B65E7CCD-90D6-6BF8-D99D-6B4774BD4C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F291F2C3-9479-24C4-23F8-6B21624D6B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C26528DA-5727-CED2-2241-BE8C95FE6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9C0D0749-095D-F434-83AB-B3B714BAAC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A8D7F0F0-8B96-68C5-D836-B71A808E15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CA735B2C-392B-E78F-4454-B4348A5587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052AFDA1-BD20-B20B-8AD4-567FEB7700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6FB1E769-06D1-9DAA-AEC0-CDBE4D3268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AFB6DE43-CDB6-3755-B28E-93EEDEC48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297E6410-D222-FC81-2119-EA3DF2B752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8E01DBA1-CC16-A363-A760-9B2A4FF23F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9D88B14F-59DE-B70D-72D0-7EBD9CDD44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7CCA7DC4-F87B-B8B3-C706-67B79A52D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B8E07072-13FB-7873-7F93-74F009D201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52BC06B2-CB2A-27A0-F06E-42E431FC84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CA4C29DF-6A16-6ADA-DF3A-B3A0A4745F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4789331B-D839-0958-C94C-E3B356B993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D1BCFD14-4FDD-5A7B-4BEE-2DB3935A72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926341F3-F5C3-8BF5-A25A-BFD5FCA3D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2B61145B-FB1A-739A-7C25-4A8BEB7259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78F56FBA-3EDB-C210-49D0-FCF9255383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B9E57A27-F280-E4CD-0B11-E509D40559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16EDAF01-3451-C86A-D47A-FAE0080E97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DC3FABE0-94DC-FEA7-D028-E746E8508D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E544E8F3-B5F5-9B6D-84C3-094F178B48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F52BF698-195E-864C-35B1-0D6EAAD00D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E58DB987-37D2-720A-A6A3-8D70594381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76EBB440-811E-9B99-91A3-F38156A7E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FFFE773F-85CA-10BB-AD48-D27DB70EA2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269E93F3-50F8-96DE-EA86-5B54E179C4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2DE20641-AFA7-4E82-795A-1DEE754B0B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7E6EEB4D-0D92-732B-E907-D07847A3D3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BE6ADB78-4F6B-7CCE-7965-28032CE0B1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5A0C8FBD-9EBE-E42C-1038-77BAE880E3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29091A40-33DB-7908-7A18-45A1E92D1C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9139AAE1-F915-3620-BFAA-02C5602332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CD413922-4CB8-4A3F-BC3A-AEA5D3AA4D41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EED4CF4F-1E4A-4509-91D5-4E437B6494A9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9F78F8BD-A8D5-4A11-B71D-5B13D21C8E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5C5C0548-3C38-439C-A2D9-6C597D94B9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8EA88EAC-4997-4D78-995E-EFCE160DD70C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AC91D64D-373B-4B09-A12D-CB244DF58E4C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BA31DFAA-DD02-460D-B8A1-4CD908E431C4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3F3204C0-1E75-4EF7-BD39-E907F3CF4D3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5975FD45-696F-40C5-887F-D38DD1E6D074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BFD02E66-804D-4B0D-8A6C-CEC8ED197BD3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6E445D34-308E-4CCA-8AB9-189B844E0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D85DD90E-C58A-4058-9651-6E221C4AD1FE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B4857E83-469E-43A7-9D25-92A2375E3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D324AD1A-E9D9-481F-BE29-2A09CFC40B02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F12185C6-04E9-4CB1-A9AB-7B1059D20D19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780D31B4-BFC3-4515-9F4B-8D3668D59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254861B9-AF15-4C5A-8C1B-89C8120B18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8B0E6EB7-14CD-48CF-B922-1CDC7665D9FE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83FE15F7-9F38-451B-B811-9A06C3638D1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E50E7BB1-6513-4350-B46F-8006DB47787D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540D319E-169C-9F81-55C6-3629C3DD7B66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E457ABBD-BBC9-2E5A-F41E-F8BF047A04E7}"/>
              </a:ext>
            </a:extLst>
          </p:cNvPr>
          <p:cNvSpPr txBox="1"/>
          <p:nvPr/>
        </p:nvSpPr>
        <p:spPr>
          <a:xfrm>
            <a:off x="-10315268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Menu.cs</a:t>
            </a:r>
            <a:r>
              <a:rPr lang="hu-HU" sz="3600" b="1" dirty="0"/>
              <a:t> – fontos részek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D8C3F01-8B0F-CDEA-81F9-A7C4BCB5A27B}"/>
              </a:ext>
            </a:extLst>
          </p:cNvPr>
          <p:cNvSpPr txBox="1"/>
          <p:nvPr/>
        </p:nvSpPr>
        <p:spPr>
          <a:xfrm>
            <a:off x="-10049051" y="1828800"/>
            <a:ext cx="1001210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</a:t>
            </a:r>
            <a:r>
              <a:rPr lang="hu-HU" sz="2400" b="1" dirty="0"/>
              <a:t>(): létrehozza a menüt és beállítja az átméretezést.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menuElemek</a:t>
            </a:r>
            <a:r>
              <a:rPr lang="hu-HU" sz="2400" b="1" dirty="0"/>
              <a:t>(): felépíti a teljes UI-t (cím, nehézség, méret, start gomb). </a:t>
            </a:r>
            <a:r>
              <a:rPr lang="hu-HU" sz="2400" b="1" dirty="0" err="1"/>
              <a:t>startBTN.Click</a:t>
            </a:r>
            <a:r>
              <a:rPr lang="hu-HU" sz="2400" b="1" dirty="0"/>
              <a:t>: kiolvassa a beállításokat, elindítja a játékot (</a:t>
            </a:r>
            <a:r>
              <a:rPr lang="hu-HU" b="1" dirty="0" err="1"/>
              <a:t>Jatekter</a:t>
            </a:r>
            <a:r>
              <a:rPr lang="hu-HU" sz="2400" b="1" dirty="0"/>
              <a:t>), elrejti a menüt, majd visszahozza. </a:t>
            </a:r>
          </a:p>
          <a:p>
            <a:endParaRPr lang="hu-HU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b="1" dirty="0" err="1"/>
              <a:t>ClientSizeChanged</a:t>
            </a:r>
            <a:r>
              <a:rPr lang="hu-HU" sz="2400" b="1" dirty="0"/>
              <a:t>: automatikusan skálázza a </a:t>
            </a:r>
            <a:r>
              <a:rPr lang="hu-HU" sz="2400" b="1" dirty="0" err="1"/>
              <a:t>ComboBoxokat</a:t>
            </a:r>
            <a:r>
              <a:rPr lang="hu-HU" sz="2400" b="1" dirty="0"/>
              <a:t>.</a:t>
            </a:r>
          </a:p>
        </p:txBody>
      </p:sp>
      <p:sp>
        <p:nvSpPr>
          <p:cNvPr id="2" name="Szövegdoboz 1">
            <a:extLst>
              <a:ext uri="{FF2B5EF4-FFF2-40B4-BE49-F238E27FC236}">
                <a16:creationId xmlns:a16="http://schemas.microsoft.com/office/drawing/2014/main" id="{678BA9A8-0752-C46C-F028-41991F8770DD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Jatekter.cs</a:t>
            </a:r>
            <a:r>
              <a:rPr lang="hu-HU" sz="3600" b="1" dirty="0"/>
              <a:t> – fontos részek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F6141F2B-5895-61FD-3089-602086F91E3C}"/>
              </a:ext>
            </a:extLst>
          </p:cNvPr>
          <p:cNvSpPr txBox="1"/>
          <p:nvPr/>
        </p:nvSpPr>
        <p:spPr>
          <a:xfrm>
            <a:off x="266217" y="1828800"/>
            <a:ext cx="10012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Jatekter</a:t>
            </a:r>
            <a:r>
              <a:rPr lang="hu-HU" sz="2400" b="1" dirty="0"/>
              <a:t>()</a:t>
            </a:r>
            <a:r>
              <a:rPr lang="hu-HU" sz="2400" dirty="0"/>
              <a:t>: létrehozza a pályát (rács + cellák + képek).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Kattintas</a:t>
            </a:r>
            <a:r>
              <a:rPr lang="hu-HU" sz="2400" b="1" dirty="0"/>
              <a:t>()</a:t>
            </a:r>
            <a:r>
              <a:rPr lang="hu-HU" sz="2400" dirty="0"/>
              <a:t>: kezeli a bal (felfedés) és jobb (zászló) kattintást, itt indul a játék logika.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aknaLetrehoz</a:t>
            </a:r>
            <a:r>
              <a:rPr lang="hu-HU" sz="2400" b="1" dirty="0"/>
              <a:t>()</a:t>
            </a:r>
            <a:r>
              <a:rPr lang="hu-HU" sz="2400" dirty="0"/>
              <a:t>: első kattintás után generálja az aknákat és a számokat.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ellenoriz</a:t>
            </a:r>
            <a:r>
              <a:rPr lang="hu-HU" sz="2400" b="1" dirty="0"/>
              <a:t>()</a:t>
            </a:r>
            <a:r>
              <a:rPr lang="hu-HU" sz="2400" dirty="0"/>
              <a:t>: üres mezők automatikus terjedő felfedése.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felfed()</a:t>
            </a:r>
            <a:r>
              <a:rPr lang="hu-HU" sz="2400" dirty="0"/>
              <a:t>: játék vége, minden mező megmutatása és kiértékelés.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teleEllenoriz</a:t>
            </a:r>
            <a:r>
              <a:rPr lang="hu-HU" sz="2400" b="1" dirty="0"/>
              <a:t>()</a:t>
            </a:r>
            <a:r>
              <a:rPr lang="hu-HU" sz="2400" dirty="0"/>
              <a:t>: ellenőrzi, hogy a játék kész van-e (győzelem feltétel).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aknaKorulotte</a:t>
            </a:r>
            <a:r>
              <a:rPr lang="hu-HU" sz="2400" b="1" dirty="0"/>
              <a:t>()</a:t>
            </a:r>
            <a:r>
              <a:rPr lang="hu-HU" sz="2400" dirty="0"/>
              <a:t>: megakadályozza, hogy a kezdő mező közelébe akna kerüljön.</a:t>
            </a:r>
            <a:endParaRPr lang="hu-HU" sz="2400" b="1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3368B7EE-15E8-873F-1971-5EC4354F084D}"/>
              </a:ext>
            </a:extLst>
          </p:cNvPr>
          <p:cNvSpPr txBox="1"/>
          <p:nvPr/>
        </p:nvSpPr>
        <p:spPr>
          <a:xfrm>
            <a:off x="12266149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Csapatmunka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4D42FB5C-F80A-756C-9C6E-35F8FDBC9BC2}"/>
              </a:ext>
            </a:extLst>
          </p:cNvPr>
          <p:cNvSpPr txBox="1"/>
          <p:nvPr/>
        </p:nvSpPr>
        <p:spPr>
          <a:xfrm>
            <a:off x="12532366" y="1828800"/>
            <a:ext cx="1001210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Gyorsmunka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Folyamatos megbeszélés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Egyenlő munka felosztás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Könnyű kommunikáció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Teams</a:t>
            </a:r>
            <a:endParaRPr lang="hu-HU" sz="24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Mindenki számára ismert alkalmazás/platform használata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Github</a:t>
            </a:r>
            <a:endParaRPr lang="hu-HU" sz="2400" b="1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Visual </a:t>
            </a:r>
            <a:r>
              <a:rPr lang="hu-HU" sz="2400" b="1" dirty="0" err="1"/>
              <a:t>Studio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1071734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7913-E7C1-ED48-6C9C-9D675C2E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BAFFA620-D68F-9BA1-77B4-D56C1E5AA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9F06C20E-A048-6922-EDC2-FC46787F9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9FC285FC-1BBE-47A2-0B7E-D254760BB6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AF3FCD55-5365-0C99-0434-6A0B6FE556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02F516CB-5A20-FF25-6294-C04D957A14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9E6AB3F2-6425-4FEE-7620-06AE286436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C75E5E10-B454-3166-4678-639C2FFA88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46A2E553-AB3C-82EA-BBA5-DD902ACE03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29EF9538-3A88-E623-B95B-D2AC9EB7D8B6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145F486F-2A37-AC69-B791-D256D0B4A5C4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5F290962-8EEE-7EA4-BC3D-69CCF2A98E1B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6C5C0ED9-0810-71E2-9623-6F761A6C1CAA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606B4AE7-277A-6943-094E-758E20217FBA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7F12E217-F735-38E2-7897-89E91AA6FB34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13466952-AAB4-CA73-1987-60A995DDE78A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A91E0AAE-C4E1-F192-DAED-D3B08A0711A2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C600AA1B-1D8A-A3EA-B47B-07037B43272C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016763A5-FB7F-D712-9771-9BC4EA79B762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875EBC31-BA3F-24E4-EB28-9B8ACD662CC9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3924A259-4BD4-88FD-B347-90A038799AF4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75B6239A-0599-880A-FD62-939FD96B011E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92DCE05D-7036-C168-7768-5CD05C8FA591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FA9F0BEF-C3CB-4F93-E31F-1BD19047CD74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95A547E3-B59A-E3B2-1004-0EAF1AEA8D41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007DDF66-7D84-BC61-1CFE-188494C4B1E1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BD5040B4-0937-5C87-0AF1-173C3685C0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BAD6A732-61DF-51E1-4A44-B442A8BE2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B247DF11-7746-212F-6DAD-CC4C6C7020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C270F534-CDC7-D056-0EE5-530657CA6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330D878A-212F-B4CF-45FF-A7CD3FD58F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8F9F8B71-841B-EBB4-12C1-3E4692B96C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A845748C-D221-4DB0-8FA4-1C0AC13897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B660ED52-D42E-839C-62D6-6F5A3A0ABC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51E6137E-CB84-A83A-C644-2911D380EB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3CD83F2A-6A4D-C78C-F700-EA2A127D2B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7CD9D7C4-85D7-DF72-1087-F3413E8FB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4D76EE5A-B0AC-04C2-3137-EE947B0207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A6EFF643-A178-E84D-4996-23FA440C70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DCE9C4EA-D3F3-B4F0-C821-99982290AF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AFF1CA9B-E937-71A0-0B8B-F008817E05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FF89D237-8F55-7D6B-F87B-9EA83F75D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C3D7B914-49B2-251A-A66A-8681D327F3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832BB0F0-B532-199D-423C-FCD0EB30FA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415F3836-F578-73FC-E029-61E4993AB5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505A71CB-30A2-5A7E-4AD4-E42F0F2174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AF690116-AFFF-3272-F9AE-A4C3D255FD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30AF657C-A0B1-27E7-D24C-9B5C82BDF0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986096CF-2B99-8964-8208-9F3B282120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257EBF00-FBE9-1898-638A-0C06D39285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C2C1AE95-B57A-31DB-893C-D61545A9C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404DB1A8-E00A-FD14-F937-B5B8F9C450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655EB8EB-2E1F-3A07-C397-9EE5AC1733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A1037DC0-ADDB-CA75-B27C-640C071E30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A43BA961-AE70-A267-C004-F8F67FA084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9795F690-951D-DD0D-67F3-387E093B26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94A969A9-FC50-7215-837D-CCCFFAA627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9E3FA884-AC75-BFFF-C88A-27E99E11D3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0C7E7122-8987-F24D-A25D-DF734F6722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14A1D2BA-36E1-F56B-9681-335BA1A4DA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BFB3BFE1-3791-D1F0-8294-0B693A978B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431411F1-C04B-97EF-B11B-2939374CA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FFB84982-339D-AB50-B51F-E6F7F2C520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46891427-B97E-8023-A269-F2DA27DDBF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B4812CCF-7671-5AF7-A7A6-A7AC660545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25478F06-404B-1BCB-AC5A-A68D2A463D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381F9CFD-C94C-6B38-32E3-0D2056A872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1A841B97-720E-41E9-2006-FEE2C85802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CF6E68E0-3572-E3BF-0695-59EEAFEB55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151ECF93-C46C-4742-712F-B2BC239EB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2B4CA6D6-C6E8-19EB-C34D-C56702571B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6ABC46E0-7E56-95F5-41B9-B6E49B60AC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BC89D20D-B1F4-B1D9-622E-3DD94DA4BC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923793A1-F674-326D-9434-55334B0CB0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967CA69A-85DF-2E1C-FEA7-A181A173A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697CA32C-5140-78D6-0AF8-98218DD2E8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CC65541B-2DEB-03D3-C6B1-91825B0919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F355A6D3-FE80-C335-AD75-14B19B4119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48EF8DD8-2C3B-47A8-87E7-5461D3426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0DC46380-BA3D-C8FD-D059-77FF3EBFC0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186DCED2-E6F4-6A7C-7D23-E226FB4678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A8A253F4-34BD-C8CC-4ADD-2C655DC1F4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2CBE979D-D151-CE3A-0B62-393579E5AB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84651F10-6EF0-32EC-B946-73A5DD924E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40E2FBFF-FD60-0EBB-F335-4422B05BB5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F63B3D8C-3317-1AE8-EC3B-BDC4DD844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08C3D250-1B17-65C4-F84E-5B668BC3F5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A1ADFBA6-4FA6-6D98-C2D7-B701B4A8DA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72F3ABEE-1435-EAEA-FE80-2C82C8D10F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72B55811-FE2D-63A0-C8EA-5895EBC0D4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6AE31169-546A-ADB0-573A-31FA329C5E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2811125B-A981-DCDC-D9AD-1E013561FF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4C86CF87-8067-2991-E5F8-85740EED38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2FA6B1E1-74EA-1063-9B31-03E876CDA6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07F2EC2F-5231-7159-8A31-A27F8A898D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E2EC3FE4-D01E-5BED-EE80-5ABD95C573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  <a:endParaRPr lang="hu-HU" sz="3600" b="1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23A3A50A-63CD-20F2-FCBA-FDAB90E705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7353E2F6-A3C9-9427-FF25-370C0ADF76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EF2A5E95-E3A6-24AB-61F5-75FF87CF86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3F0725E9-D9FE-8DF1-881B-1CC3098A6D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CC8333C0-4F75-23A9-EFEF-DA211BCFD4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12FF5E10-AAC6-0375-FCDD-FEE2C71952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22525CC2-2AF8-6D1C-1FB7-E980277E8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3C63A6A7-8A94-79B0-ADB4-A10D32A7C1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4E0D6C98-720C-9578-DED0-2D77592B1D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B729F1EC-6D94-3DE5-9C17-6BFF20C3F2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E959742F-283E-3BA8-DC17-ED083370BF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7EC834F6-6357-0DE9-8B88-A427742BA6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7E26B6AE-3EE7-2F4B-E056-BB5933B58D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D5B6B391-2E33-3F1C-82BD-F7D3A595C6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DEF3301D-B32B-08A6-E630-C37F7F8DBA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1317DC79-FD5F-F12E-E280-379841EF1C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C2434E67-8170-2E6D-7F76-2E598DFFFB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2310B8A7-11DD-6D81-CEF5-B2FA0EB1CE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B89FFF80-B0E9-BFB8-ED73-F126DDB168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F4E1373F-51C4-2149-A19A-A62D12B86A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00A52F25-B9E9-CE0C-E5A0-4382074CD1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1E35C5A-22D1-76E7-AE27-D50FA81D8E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F1824995-1060-87C3-60FB-46618DE97A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01713405-55E5-83F6-AABA-6DB3CBCA53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02F28823-FEDA-3EAF-7189-F0456E8317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FC60C269-D562-9BE1-3E8D-C1075D9D6C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3CF18706-A652-2050-73CA-8EE314F15B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CC4FD25F-BA41-28D8-45C4-6822AD7713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8C4CB987-3311-24AC-D2D4-7F339648B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5CC231A0-1210-9B10-3FC1-206EC9DE83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DED8AF0A-ED0C-9E61-2EC0-7CDFB2BA80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465D8B40-DA77-35B8-6CBD-3F34EDC55A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61821C31-B087-B165-A413-93E2B234E5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28895136-ED25-5157-BE85-087AAF6C2E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2FAAE0F1-47E8-105F-15DD-2070533C29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8DEF8F72-3BB1-3F6B-43C8-4C2AF4CEA0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770D50C0-392D-3A94-DF2D-FA3820A95D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3C06B00A-2B95-57E6-7769-CF6C6EA30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D9EC82F0-76D5-CE02-5BDF-4F970FF10D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ED3F10F3-BB9C-1D28-68CE-CABBCF8654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37546EB7-F838-13FC-12E5-87F81A81C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220F179C-A5C4-188C-D4B4-5B72E35C64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D3A207D5-01A1-7DF8-4968-CEEB8D065E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300DB2F0-4116-0C79-9848-F2D78D9514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64F70203-AE57-4EC3-B785-97EAEB2441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4633F37C-66C5-9637-7818-AB3BA41AC0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E6120529-EE16-5922-4CFD-D3352B90CE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B9505C1A-BA30-DF80-917F-02D756CA4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>
                    <a:alpha val="50000"/>
                  </a:srgbClr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0D319811-C29C-E897-4C28-11E3D6EC08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>
                    <a:alpha val="50000"/>
                  </a:srgbClr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>
                  <a:alpha val="50000"/>
                </a:srgbClr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CB1A3853-95A1-2BAB-5AE2-D85392712E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159396A0-FC6D-395D-CC2D-5F3D155424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3E438F4D-7288-38BC-051D-7734490712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B1828A37-174F-1F1E-F9B0-B16394DD6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6591C796-7E59-1742-C641-1BF5A691A8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E490BBE3-FA32-B792-5009-D14B159DF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5F3521B5-A1B2-1D7C-56D1-62D0DAA5C3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51B5DC6A-A8E4-09D9-5DBE-9D6B04FEA8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100C4BC3-BFB4-8717-B6EC-4A583FEB9D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920929E1-F2AF-4317-DB0F-5D97759F44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8207FDCC-D6FC-7E87-6BFB-328AE28D2A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73CD53DF-C66D-B2B2-8165-37FD4009DC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1F41D2E2-0ABE-162B-8A69-9A2A2E1E9B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E32B1295-C948-B2FB-BED8-52A5B3B9CD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57E28AD7-6D2B-0A6F-B8E5-2EEE61053A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F5CEDBDB-7913-0E6E-0F7F-23EAFDE9A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99286245-E4C3-D1E9-4F6F-B56C49A098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D441DD21-4806-5970-27DE-47135CC472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ACAB0DC0-4DD3-4EAE-E313-D259529F8E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D5CD1F45-7F3A-7405-AC64-1BDC95DA02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DBB7FD3B-E713-EFD3-4B9C-BCDF75161E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16FB97DD-29D7-8146-7739-00FEC03C6A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1185D18D-77F5-08F5-D40D-5834FB6A14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5B92EA5C-E451-4F82-66BF-38BAA01FA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6C223EAA-C504-0C08-EB63-2480483A67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F2C10B84-132A-43AF-B95A-FE682ED72219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72CE206A-E03F-4272-8B87-4BD620C79026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04854EB9-AB15-4204-AE0A-9BB294710D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17A49E97-7D92-4E00-9EB1-73378CE560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85813CFB-8047-4386-B68E-36E31E3B0A0F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FED909D5-4B99-47E6-B3E2-0EE8BA066532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767B0FF8-AECC-4EBC-A06A-350F812648B2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174166D9-FAE4-4C48-B273-5B45E9B255B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A36DEE4E-F94D-4F98-921F-1E7852791E35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393C17C1-5AF0-4F2A-89F7-9A4EFDEE2E7E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A74E4E0A-10E8-46EB-B28A-F4EBB722E7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BD8447D2-5025-4861-B0F2-A162B6BD4C02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CF6C53CE-39A5-4875-BFC7-660DFB5C8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2C52AD84-6881-4EE3-830A-0C9B6D714B5A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46F719FC-6619-4944-9237-6B1B3F82483B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EBB348F6-462D-467D-B8E5-06D0C42F6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CBE855C9-A126-4A02-8587-C342AF6B97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4A089AAB-2183-4891-B83A-66F7DE35E001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C95A3A2E-171A-451D-9B07-1B07A989787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279EE656-5230-44EC-99C4-0CD6EA7FEFD5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3" name="Téglalap 312">
            <a:extLst>
              <a:ext uri="{FF2B5EF4-FFF2-40B4-BE49-F238E27FC236}">
                <a16:creationId xmlns:a16="http://schemas.microsoft.com/office/drawing/2014/main" id="{EA377B59-10F8-4350-4993-888DFC2189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>
              <a:solidFill>
                <a:schemeClr val="lt1">
                  <a:alpha val="50000"/>
                </a:schemeClr>
              </a:solidFill>
            </a:endParaRPr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C54AA13E-9C54-9CD7-A7CB-717416492296}"/>
              </a:ext>
            </a:extLst>
          </p:cNvPr>
          <p:cNvCxnSpPr>
            <a:cxnSpLocks/>
          </p:cNvCxnSpPr>
          <p:nvPr/>
        </p:nvCxnSpPr>
        <p:spPr>
          <a:xfrm>
            <a:off x="81023" y="1341548"/>
            <a:ext cx="12244000" cy="1594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zövegdoboz 1">
            <a:extLst>
              <a:ext uri="{FF2B5EF4-FFF2-40B4-BE49-F238E27FC236}">
                <a16:creationId xmlns:a16="http://schemas.microsoft.com/office/drawing/2014/main" id="{15BDF3E7-CE48-A76F-8F65-19E245B105FD}"/>
              </a:ext>
            </a:extLst>
          </p:cNvPr>
          <p:cNvSpPr txBox="1"/>
          <p:nvPr/>
        </p:nvSpPr>
        <p:spPr>
          <a:xfrm>
            <a:off x="-10579261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 err="1"/>
              <a:t>Jatekter.cs</a:t>
            </a:r>
            <a:r>
              <a:rPr lang="hu-HU" sz="3600" b="1" dirty="0"/>
              <a:t> – fontos részek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358F6BF-53CB-3C9E-556F-A95EB55962BA}"/>
              </a:ext>
            </a:extLst>
          </p:cNvPr>
          <p:cNvSpPr txBox="1"/>
          <p:nvPr/>
        </p:nvSpPr>
        <p:spPr>
          <a:xfrm>
            <a:off x="-10313044" y="1828800"/>
            <a:ext cx="1001210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Jatekter</a:t>
            </a:r>
            <a:r>
              <a:rPr lang="hu-HU" sz="2400" b="1" dirty="0"/>
              <a:t>()</a:t>
            </a:r>
            <a:r>
              <a:rPr lang="hu-HU" sz="2400" dirty="0"/>
              <a:t>: létrehozza a pályát (rács + cellák + képek).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Kattintas</a:t>
            </a:r>
            <a:r>
              <a:rPr lang="hu-HU" sz="2400" b="1" dirty="0"/>
              <a:t>()</a:t>
            </a:r>
            <a:r>
              <a:rPr lang="hu-HU" sz="2400" dirty="0"/>
              <a:t>: kezeli a bal (felfedés) és jobb (zászló) kattintást, itt indul a játék logika.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aknaLetrehoz</a:t>
            </a:r>
            <a:r>
              <a:rPr lang="hu-HU" sz="2400" b="1" dirty="0"/>
              <a:t>()</a:t>
            </a:r>
            <a:r>
              <a:rPr lang="hu-HU" sz="2400" dirty="0"/>
              <a:t>: első kattintás után generálja az aknákat és a számokat.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ellenoriz</a:t>
            </a:r>
            <a:r>
              <a:rPr lang="hu-HU" sz="2400" b="1" dirty="0"/>
              <a:t>()</a:t>
            </a:r>
            <a:r>
              <a:rPr lang="hu-HU" sz="2400" dirty="0"/>
              <a:t>: üres mezők automatikus terjedő felfedése.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felfed()</a:t>
            </a:r>
            <a:r>
              <a:rPr lang="hu-HU" sz="2400" dirty="0"/>
              <a:t>: játék vége, minden mező megmutatása és kiértékelés.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teleEllenoriz</a:t>
            </a:r>
            <a:r>
              <a:rPr lang="hu-HU" sz="2400" b="1" dirty="0"/>
              <a:t>()</a:t>
            </a:r>
            <a:r>
              <a:rPr lang="hu-HU" sz="2400" dirty="0"/>
              <a:t>: ellenőrzi, hogy a játék kész van-e (győzelem feltétel).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aknaKorulotte</a:t>
            </a:r>
            <a:r>
              <a:rPr lang="hu-HU" sz="2400" b="1" dirty="0"/>
              <a:t>()</a:t>
            </a:r>
            <a:r>
              <a:rPr lang="hu-HU" sz="2400" dirty="0"/>
              <a:t>: megakadályozza, hogy a kezdő mező közelébe akna kerüljön.</a:t>
            </a:r>
            <a:endParaRPr lang="hu-HU" sz="2400" b="1" dirty="0"/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92DAB62E-B0DE-BE8A-C9CA-720C8B4C4D29}"/>
              </a:ext>
            </a:extLst>
          </p:cNvPr>
          <p:cNvSpPr txBox="1"/>
          <p:nvPr/>
        </p:nvSpPr>
        <p:spPr>
          <a:xfrm>
            <a:off x="0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Csapatmunka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EEF06ED-A271-4673-CB19-BA8F5CF7ABA2}"/>
              </a:ext>
            </a:extLst>
          </p:cNvPr>
          <p:cNvSpPr txBox="1"/>
          <p:nvPr/>
        </p:nvSpPr>
        <p:spPr>
          <a:xfrm>
            <a:off x="266217" y="1828800"/>
            <a:ext cx="1001210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Gyorsmunka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Folyamatos megbeszélés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Egyenlő munka felosztás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Könnyű kommunikáció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Teams</a:t>
            </a:r>
            <a:endParaRPr lang="hu-HU" sz="24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Mindenki számára ismert alkalmazás/platform használata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Github</a:t>
            </a:r>
            <a:endParaRPr lang="hu-HU" sz="2400" b="1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Visual </a:t>
            </a:r>
            <a:r>
              <a:rPr lang="hu-HU" sz="2400" b="1" dirty="0" err="1"/>
              <a:t>Studio</a:t>
            </a:r>
            <a:endParaRPr lang="hu-HU" sz="2400" b="1" dirty="0"/>
          </a:p>
        </p:txBody>
      </p:sp>
    </p:spTree>
    <p:extLst>
      <p:ext uri="{BB962C8B-B14F-4D97-AF65-F5344CB8AC3E}">
        <p14:creationId xmlns:p14="http://schemas.microsoft.com/office/powerpoint/2010/main" val="1823296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8815-CFEC-A561-9E17-1D091A36F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doboz 2">
            <a:extLst>
              <a:ext uri="{FF2B5EF4-FFF2-40B4-BE49-F238E27FC236}">
                <a16:creationId xmlns:a16="http://schemas.microsoft.com/office/drawing/2014/main" id="{4BCBC565-34F0-FC7F-7AD7-0F87A794AAA1}"/>
              </a:ext>
            </a:extLst>
          </p:cNvPr>
          <p:cNvSpPr txBox="1"/>
          <p:nvPr/>
        </p:nvSpPr>
        <p:spPr>
          <a:xfrm>
            <a:off x="-10411927" y="716326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600" b="1" dirty="0"/>
              <a:t>Csapatmunka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E08214B-4D19-4BEB-6D31-F6C1EBA7BC03}"/>
              </a:ext>
            </a:extLst>
          </p:cNvPr>
          <p:cNvSpPr txBox="1"/>
          <p:nvPr/>
        </p:nvSpPr>
        <p:spPr>
          <a:xfrm>
            <a:off x="-10145710" y="1828800"/>
            <a:ext cx="10012101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Gyorsmunka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Folyamatos megbeszélés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Egyenlő munka felosztás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Könnyű kommunikáció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Teams</a:t>
            </a:r>
            <a:endParaRPr lang="hu-HU" sz="2400" b="1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Mindenki számára ismert alkalmazás/platform használata</a:t>
            </a:r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 err="1"/>
              <a:t>Github</a:t>
            </a:r>
            <a:endParaRPr lang="hu-HU" sz="2400" b="1" dirty="0"/>
          </a:p>
          <a:p>
            <a:pPr marL="800100" lvl="1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sz="2400" b="1" dirty="0"/>
              <a:t>Visual </a:t>
            </a:r>
            <a:r>
              <a:rPr lang="hu-HU" sz="2400" b="1" dirty="0" err="1"/>
              <a:t>Studio</a:t>
            </a:r>
            <a:endParaRPr lang="hu-HU" sz="2400" b="1" dirty="0"/>
          </a:p>
        </p:txBody>
      </p:sp>
      <p:sp>
        <p:nvSpPr>
          <p:cNvPr id="11" name="Cím 1">
            <a:extLst>
              <a:ext uri="{FF2B5EF4-FFF2-40B4-BE49-F238E27FC236}">
                <a16:creationId xmlns:a16="http://schemas.microsoft.com/office/drawing/2014/main" id="{12B0CF4B-8C5E-DBA4-1188-F988E275AC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89927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Köszönjük a figyelmet!</a:t>
            </a:r>
          </a:p>
        </p:txBody>
      </p:sp>
      <p:sp>
        <p:nvSpPr>
          <p:cNvPr id="279" name="Téglalap 278">
            <a:extLst>
              <a:ext uri="{FF2B5EF4-FFF2-40B4-BE49-F238E27FC236}">
                <a16:creationId xmlns:a16="http://schemas.microsoft.com/office/drawing/2014/main" id="{29670045-3982-4BD8-8F31-9591036513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0" name="Téglalap 279">
            <a:extLst>
              <a:ext uri="{FF2B5EF4-FFF2-40B4-BE49-F238E27FC236}">
                <a16:creationId xmlns:a16="http://schemas.microsoft.com/office/drawing/2014/main" id="{6F25C4DF-6F14-4072-8025-027A1683D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1" name="Téglalap 280">
            <a:extLst>
              <a:ext uri="{FF2B5EF4-FFF2-40B4-BE49-F238E27FC236}">
                <a16:creationId xmlns:a16="http://schemas.microsoft.com/office/drawing/2014/main" id="{97C77267-CE8E-4770-B604-8A533B9F65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2" name="Téglalap 281">
            <a:extLst>
              <a:ext uri="{FF2B5EF4-FFF2-40B4-BE49-F238E27FC236}">
                <a16:creationId xmlns:a16="http://schemas.microsoft.com/office/drawing/2014/main" id="{3EFA4B94-EFB5-44C2-92B5-37C3C58ABA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3" name="Téglalap 282">
            <a:extLst>
              <a:ext uri="{FF2B5EF4-FFF2-40B4-BE49-F238E27FC236}">
                <a16:creationId xmlns:a16="http://schemas.microsoft.com/office/drawing/2014/main" id="{ECF2A9E7-6C77-41DA-9A99-187D9CF7E5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4" name="Téglalap 283">
            <a:extLst>
              <a:ext uri="{FF2B5EF4-FFF2-40B4-BE49-F238E27FC236}">
                <a16:creationId xmlns:a16="http://schemas.microsoft.com/office/drawing/2014/main" id="{F67B62FC-3EFF-42E4-AB5E-C38184D76A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85" name="Téglalap 284">
            <a:extLst>
              <a:ext uri="{FF2B5EF4-FFF2-40B4-BE49-F238E27FC236}">
                <a16:creationId xmlns:a16="http://schemas.microsoft.com/office/drawing/2014/main" id="{8CBBB9F9-4135-4C63-82F3-EB3A6559B4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86" name="Téglalap 285">
            <a:extLst>
              <a:ext uri="{FF2B5EF4-FFF2-40B4-BE49-F238E27FC236}">
                <a16:creationId xmlns:a16="http://schemas.microsoft.com/office/drawing/2014/main" id="{76AE7EC1-B5BE-4E84-91F7-3E258AD6CD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87" name="Téglalap 286">
            <a:extLst>
              <a:ext uri="{FF2B5EF4-FFF2-40B4-BE49-F238E27FC236}">
                <a16:creationId xmlns:a16="http://schemas.microsoft.com/office/drawing/2014/main" id="{14919B77-147F-4A42-9D3E-A81DB79426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8" name="Téglalap 287">
            <a:extLst>
              <a:ext uri="{FF2B5EF4-FFF2-40B4-BE49-F238E27FC236}">
                <a16:creationId xmlns:a16="http://schemas.microsoft.com/office/drawing/2014/main" id="{DDD625E5-887E-4042-812B-CB6B9EA5C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89" name="Címkocka">
            <a:extLst>
              <a:ext uri="{FF2B5EF4-FFF2-40B4-BE49-F238E27FC236}">
                <a16:creationId xmlns:a16="http://schemas.microsoft.com/office/drawing/2014/main" id="{C04F1FB4-1A7A-4834-ACB5-6BDCDB74F7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0" name="Címkocka">
            <a:extLst>
              <a:ext uri="{FF2B5EF4-FFF2-40B4-BE49-F238E27FC236}">
                <a16:creationId xmlns:a16="http://schemas.microsoft.com/office/drawing/2014/main" id="{CB6D1CF2-7323-4091-A2D8-EC2180DC49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1" name="Címkocka">
            <a:extLst>
              <a:ext uri="{FF2B5EF4-FFF2-40B4-BE49-F238E27FC236}">
                <a16:creationId xmlns:a16="http://schemas.microsoft.com/office/drawing/2014/main" id="{C04260AB-B61C-4988-843D-0D42D57087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92" name="Címkocka">
            <a:extLst>
              <a:ext uri="{FF2B5EF4-FFF2-40B4-BE49-F238E27FC236}">
                <a16:creationId xmlns:a16="http://schemas.microsoft.com/office/drawing/2014/main" id="{7BE34847-678A-4DC0-8F9F-8BF675C731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3" name="Címkocka">
            <a:extLst>
              <a:ext uri="{FF2B5EF4-FFF2-40B4-BE49-F238E27FC236}">
                <a16:creationId xmlns:a16="http://schemas.microsoft.com/office/drawing/2014/main" id="{F8C0E620-3FEB-42E7-A8B2-8934A65A09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4" name="Címkocka">
            <a:extLst>
              <a:ext uri="{FF2B5EF4-FFF2-40B4-BE49-F238E27FC236}">
                <a16:creationId xmlns:a16="http://schemas.microsoft.com/office/drawing/2014/main" id="{A8CEE0AC-C032-4EAB-8B68-0418CBD90C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95" name="Címkocka">
            <a:extLst>
              <a:ext uri="{FF2B5EF4-FFF2-40B4-BE49-F238E27FC236}">
                <a16:creationId xmlns:a16="http://schemas.microsoft.com/office/drawing/2014/main" id="{F684B7CA-D70B-4E4F-8D85-F5C003FAB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6" name="Címkocka">
            <a:extLst>
              <a:ext uri="{FF2B5EF4-FFF2-40B4-BE49-F238E27FC236}">
                <a16:creationId xmlns:a16="http://schemas.microsoft.com/office/drawing/2014/main" id="{3A4CFCFD-EE7B-4BBE-BFBF-BF3B4C5CE0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7" name="Címkocka">
            <a:extLst>
              <a:ext uri="{FF2B5EF4-FFF2-40B4-BE49-F238E27FC236}">
                <a16:creationId xmlns:a16="http://schemas.microsoft.com/office/drawing/2014/main" id="{7CB1FFB1-C722-4D20-9CC5-BAF2EDF2E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98" name="Címkocka">
            <a:extLst>
              <a:ext uri="{FF2B5EF4-FFF2-40B4-BE49-F238E27FC236}">
                <a16:creationId xmlns:a16="http://schemas.microsoft.com/office/drawing/2014/main" id="{1F82504D-C5B0-4F77-80C0-25073D9180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9" name="Címkocka">
            <a:extLst>
              <a:ext uri="{FF2B5EF4-FFF2-40B4-BE49-F238E27FC236}">
                <a16:creationId xmlns:a16="http://schemas.microsoft.com/office/drawing/2014/main" id="{385C361C-A571-488C-B625-43D4C40DB3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00" name="Címkocka">
            <a:extLst>
              <a:ext uri="{FF2B5EF4-FFF2-40B4-BE49-F238E27FC236}">
                <a16:creationId xmlns:a16="http://schemas.microsoft.com/office/drawing/2014/main" id="{7ED95105-2942-4974-8CD6-B48F2544AF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01" name="Címkocka">
            <a:extLst>
              <a:ext uri="{FF2B5EF4-FFF2-40B4-BE49-F238E27FC236}">
                <a16:creationId xmlns:a16="http://schemas.microsoft.com/office/drawing/2014/main" id="{ED0F976B-C153-4A09-B427-EBB824FDED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2" name="Téglalap 301">
            <a:extLst>
              <a:ext uri="{FF2B5EF4-FFF2-40B4-BE49-F238E27FC236}">
                <a16:creationId xmlns:a16="http://schemas.microsoft.com/office/drawing/2014/main" id="{BE0B918F-75E5-49B0-8AE3-05E34EC1E0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139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3" name="Téglalap 302">
            <a:extLst>
              <a:ext uri="{FF2B5EF4-FFF2-40B4-BE49-F238E27FC236}">
                <a16:creationId xmlns:a16="http://schemas.microsoft.com/office/drawing/2014/main" id="{F58D25E4-1599-44DB-848C-2E2C818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139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4" name="Téglalap 303">
            <a:extLst>
              <a:ext uri="{FF2B5EF4-FFF2-40B4-BE49-F238E27FC236}">
                <a16:creationId xmlns:a16="http://schemas.microsoft.com/office/drawing/2014/main" id="{41256CC1-07EC-49E8-AB65-C15F870C3A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5" name="Téglalap 304">
            <a:extLst>
              <a:ext uri="{FF2B5EF4-FFF2-40B4-BE49-F238E27FC236}">
                <a16:creationId xmlns:a16="http://schemas.microsoft.com/office/drawing/2014/main" id="{2AD5EF61-8591-4231-A8B0-B027C37B2D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6" name="Címkocka">
            <a:extLst>
              <a:ext uri="{FF2B5EF4-FFF2-40B4-BE49-F238E27FC236}">
                <a16:creationId xmlns:a16="http://schemas.microsoft.com/office/drawing/2014/main" id="{035356DF-EA74-4876-BAA2-EEFFB5FABC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7" name="Címkocka">
            <a:extLst>
              <a:ext uri="{FF2B5EF4-FFF2-40B4-BE49-F238E27FC236}">
                <a16:creationId xmlns:a16="http://schemas.microsoft.com/office/drawing/2014/main" id="{8719B792-8BF7-4F35-A129-0DEAC06E46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2" name="Címkocka">
            <a:extLst>
              <a:ext uri="{FF2B5EF4-FFF2-40B4-BE49-F238E27FC236}">
                <a16:creationId xmlns:a16="http://schemas.microsoft.com/office/drawing/2014/main" id="{54317D97-84BC-4075-BF0D-75B7C8008E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3" name="Címkocka">
            <a:extLst>
              <a:ext uri="{FF2B5EF4-FFF2-40B4-BE49-F238E27FC236}">
                <a16:creationId xmlns:a16="http://schemas.microsoft.com/office/drawing/2014/main" id="{2FBFE131-54C1-4359-9C1D-1BABD22EB1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4" name="Címkocka">
            <a:extLst>
              <a:ext uri="{FF2B5EF4-FFF2-40B4-BE49-F238E27FC236}">
                <a16:creationId xmlns:a16="http://schemas.microsoft.com/office/drawing/2014/main" id="{ADDFBAE6-041C-44E4-842B-8AFCE11442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5" name="Címkocka">
            <a:extLst>
              <a:ext uri="{FF2B5EF4-FFF2-40B4-BE49-F238E27FC236}">
                <a16:creationId xmlns:a16="http://schemas.microsoft.com/office/drawing/2014/main" id="{B92C0D18-0977-47F6-946E-06A5C0F0AC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6" name="Címkocka">
            <a:extLst>
              <a:ext uri="{FF2B5EF4-FFF2-40B4-BE49-F238E27FC236}">
                <a16:creationId xmlns:a16="http://schemas.microsoft.com/office/drawing/2014/main" id="{C1FDCF8B-406D-4909-A51F-B8284910D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7" name="Címkocka">
            <a:extLst>
              <a:ext uri="{FF2B5EF4-FFF2-40B4-BE49-F238E27FC236}">
                <a16:creationId xmlns:a16="http://schemas.microsoft.com/office/drawing/2014/main" id="{BD909820-2D58-40B1-AA50-6A24FE0FE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8" name="Címkocka">
            <a:extLst>
              <a:ext uri="{FF2B5EF4-FFF2-40B4-BE49-F238E27FC236}">
                <a16:creationId xmlns:a16="http://schemas.microsoft.com/office/drawing/2014/main" id="{5CCA946A-54DB-4E7D-83FA-34C119FA8D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49" name="Címkocka">
            <a:extLst>
              <a:ext uri="{FF2B5EF4-FFF2-40B4-BE49-F238E27FC236}">
                <a16:creationId xmlns:a16="http://schemas.microsoft.com/office/drawing/2014/main" id="{E45D433D-FC1D-4004-87FD-770EA27981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0" name="Címkocka">
            <a:extLst>
              <a:ext uri="{FF2B5EF4-FFF2-40B4-BE49-F238E27FC236}">
                <a16:creationId xmlns:a16="http://schemas.microsoft.com/office/drawing/2014/main" id="{129213BE-EAA8-4BA1-82F4-1AE9018316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1" name="Címkocka">
            <a:extLst>
              <a:ext uri="{FF2B5EF4-FFF2-40B4-BE49-F238E27FC236}">
                <a16:creationId xmlns:a16="http://schemas.microsoft.com/office/drawing/2014/main" id="{47583E57-EA72-417A-B138-56E238DB22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2" name="Címkocka">
            <a:extLst>
              <a:ext uri="{FF2B5EF4-FFF2-40B4-BE49-F238E27FC236}">
                <a16:creationId xmlns:a16="http://schemas.microsoft.com/office/drawing/2014/main" id="{2BA03868-D573-4E23-801A-590A4F374C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3" name="Téglalap 352">
            <a:extLst>
              <a:ext uri="{FF2B5EF4-FFF2-40B4-BE49-F238E27FC236}">
                <a16:creationId xmlns:a16="http://schemas.microsoft.com/office/drawing/2014/main" id="{7A0C6CC7-1689-4986-BC99-F5948F66B0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600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4" name="Téglalap 353">
            <a:extLst>
              <a:ext uri="{FF2B5EF4-FFF2-40B4-BE49-F238E27FC236}">
                <a16:creationId xmlns:a16="http://schemas.microsoft.com/office/drawing/2014/main" id="{36BEF2D2-AAE5-4FEF-B599-985A46341F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600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5" name="Téglalap 354">
            <a:extLst>
              <a:ext uri="{FF2B5EF4-FFF2-40B4-BE49-F238E27FC236}">
                <a16:creationId xmlns:a16="http://schemas.microsoft.com/office/drawing/2014/main" id="{345B7686-0341-4CCE-86BC-B24579812D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6" name="Téglalap 355">
            <a:extLst>
              <a:ext uri="{FF2B5EF4-FFF2-40B4-BE49-F238E27FC236}">
                <a16:creationId xmlns:a16="http://schemas.microsoft.com/office/drawing/2014/main" id="{0ED5D75E-257C-4440-ADF5-0462827ABD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7" name="Címkocka">
            <a:extLst>
              <a:ext uri="{FF2B5EF4-FFF2-40B4-BE49-F238E27FC236}">
                <a16:creationId xmlns:a16="http://schemas.microsoft.com/office/drawing/2014/main" id="{9780001C-597F-4988-A146-7F0C366357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8" name="Címkocka">
            <a:extLst>
              <a:ext uri="{FF2B5EF4-FFF2-40B4-BE49-F238E27FC236}">
                <a16:creationId xmlns:a16="http://schemas.microsoft.com/office/drawing/2014/main" id="{3A6DDA66-2758-4AC2-A187-D798244CCF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59" name="Címkocka">
            <a:extLst>
              <a:ext uri="{FF2B5EF4-FFF2-40B4-BE49-F238E27FC236}">
                <a16:creationId xmlns:a16="http://schemas.microsoft.com/office/drawing/2014/main" id="{194C6C10-6D93-4875-B335-9DEDC490F9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0" name="Címkocka">
            <a:extLst>
              <a:ext uri="{FF2B5EF4-FFF2-40B4-BE49-F238E27FC236}">
                <a16:creationId xmlns:a16="http://schemas.microsoft.com/office/drawing/2014/main" id="{E5C6F2F0-C4E0-45E0-B221-530491313E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1" name="Címkocka">
            <a:extLst>
              <a:ext uri="{FF2B5EF4-FFF2-40B4-BE49-F238E27FC236}">
                <a16:creationId xmlns:a16="http://schemas.microsoft.com/office/drawing/2014/main" id="{C6B549B6-2CB8-4055-83AF-25B9FA6AAD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2" name="Címkocka">
            <a:extLst>
              <a:ext uri="{FF2B5EF4-FFF2-40B4-BE49-F238E27FC236}">
                <a16:creationId xmlns:a16="http://schemas.microsoft.com/office/drawing/2014/main" id="{0038C879-8387-4B3B-B692-F3F04F444F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3" name="Címkocka">
            <a:extLst>
              <a:ext uri="{FF2B5EF4-FFF2-40B4-BE49-F238E27FC236}">
                <a16:creationId xmlns:a16="http://schemas.microsoft.com/office/drawing/2014/main" id="{72B45660-B678-446F-A08E-7E52F714E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4" name="Címkocka">
            <a:extLst>
              <a:ext uri="{FF2B5EF4-FFF2-40B4-BE49-F238E27FC236}">
                <a16:creationId xmlns:a16="http://schemas.microsoft.com/office/drawing/2014/main" id="{51584DFA-EE71-4B27-9F7F-2AC6184BCAE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5" name="Címkocka">
            <a:extLst>
              <a:ext uri="{FF2B5EF4-FFF2-40B4-BE49-F238E27FC236}">
                <a16:creationId xmlns:a16="http://schemas.microsoft.com/office/drawing/2014/main" id="{C9AA63CF-F618-4862-BF07-ECA5ED081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6" name="Címkocka">
            <a:extLst>
              <a:ext uri="{FF2B5EF4-FFF2-40B4-BE49-F238E27FC236}">
                <a16:creationId xmlns:a16="http://schemas.microsoft.com/office/drawing/2014/main" id="{3DE0CF04-484C-4964-9F3A-76993DFA1A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7" name="Címkocka">
            <a:extLst>
              <a:ext uri="{FF2B5EF4-FFF2-40B4-BE49-F238E27FC236}">
                <a16:creationId xmlns:a16="http://schemas.microsoft.com/office/drawing/2014/main" id="{D3A97994-6BDD-413F-9276-4FBAD03A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8" name="Címkocka">
            <a:extLst>
              <a:ext uri="{FF2B5EF4-FFF2-40B4-BE49-F238E27FC236}">
                <a16:creationId xmlns:a16="http://schemas.microsoft.com/office/drawing/2014/main" id="{6788CCDF-128A-4BB5-9E82-02A079A21F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69" name="Címkocka">
            <a:extLst>
              <a:ext uri="{FF2B5EF4-FFF2-40B4-BE49-F238E27FC236}">
                <a16:creationId xmlns:a16="http://schemas.microsoft.com/office/drawing/2014/main" id="{AACEBF98-0DA6-4181-A47B-C569924990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0" name="Téglalap 369">
            <a:extLst>
              <a:ext uri="{FF2B5EF4-FFF2-40B4-BE49-F238E27FC236}">
                <a16:creationId xmlns:a16="http://schemas.microsoft.com/office/drawing/2014/main" id="{C3563253-62B3-44F2-8B54-770CDAD48B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1" name="Téglalap 370">
            <a:extLst>
              <a:ext uri="{FF2B5EF4-FFF2-40B4-BE49-F238E27FC236}">
                <a16:creationId xmlns:a16="http://schemas.microsoft.com/office/drawing/2014/main" id="{46AC3546-3F4D-43F4-969E-110DEEE0F7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72" name="Téglalap 371">
            <a:extLst>
              <a:ext uri="{FF2B5EF4-FFF2-40B4-BE49-F238E27FC236}">
                <a16:creationId xmlns:a16="http://schemas.microsoft.com/office/drawing/2014/main" id="{96CA39EB-2477-41D8-A19C-C673A8A7F4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3" name="Téglalap 372">
            <a:extLst>
              <a:ext uri="{FF2B5EF4-FFF2-40B4-BE49-F238E27FC236}">
                <a16:creationId xmlns:a16="http://schemas.microsoft.com/office/drawing/2014/main" id="{7AF8C076-9550-4A4F-856C-F2DF69E5B8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4" name="Címkocka">
            <a:extLst>
              <a:ext uri="{FF2B5EF4-FFF2-40B4-BE49-F238E27FC236}">
                <a16:creationId xmlns:a16="http://schemas.microsoft.com/office/drawing/2014/main" id="{A82E640A-B3FC-42F6-863D-97BE561F30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5" name="Címkocka">
            <a:extLst>
              <a:ext uri="{FF2B5EF4-FFF2-40B4-BE49-F238E27FC236}">
                <a16:creationId xmlns:a16="http://schemas.microsoft.com/office/drawing/2014/main" id="{438FE276-7B5B-440E-9ABF-99FFD333A0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76" name="Címkocka">
            <a:extLst>
              <a:ext uri="{FF2B5EF4-FFF2-40B4-BE49-F238E27FC236}">
                <a16:creationId xmlns:a16="http://schemas.microsoft.com/office/drawing/2014/main" id="{977362D0-5526-4CD0-BE34-C249FBBFAE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77" name="Címkocka">
            <a:extLst>
              <a:ext uri="{FF2B5EF4-FFF2-40B4-BE49-F238E27FC236}">
                <a16:creationId xmlns:a16="http://schemas.microsoft.com/office/drawing/2014/main" id="{8AA964EB-1ED9-44D3-81A5-71A18894AB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78" name="Címkocka">
            <a:extLst>
              <a:ext uri="{FF2B5EF4-FFF2-40B4-BE49-F238E27FC236}">
                <a16:creationId xmlns:a16="http://schemas.microsoft.com/office/drawing/2014/main" id="{5AC6F699-B501-4685-B0BD-EDA0F74076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379" name="Címkocka">
            <a:extLst>
              <a:ext uri="{FF2B5EF4-FFF2-40B4-BE49-F238E27FC236}">
                <a16:creationId xmlns:a16="http://schemas.microsoft.com/office/drawing/2014/main" id="{BF42245E-11AF-45F8-BD20-056B846500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0" name="Címkocka">
            <a:extLst>
              <a:ext uri="{FF2B5EF4-FFF2-40B4-BE49-F238E27FC236}">
                <a16:creationId xmlns:a16="http://schemas.microsoft.com/office/drawing/2014/main" id="{AA80BBD0-1868-4C28-9B18-767F9EFB20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1" name="Címkocka">
            <a:extLst>
              <a:ext uri="{FF2B5EF4-FFF2-40B4-BE49-F238E27FC236}">
                <a16:creationId xmlns:a16="http://schemas.microsoft.com/office/drawing/2014/main" id="{057E87D0-8BF7-4CCE-BEFE-F08D95B02B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2" name="Címkocka">
            <a:extLst>
              <a:ext uri="{FF2B5EF4-FFF2-40B4-BE49-F238E27FC236}">
                <a16:creationId xmlns:a16="http://schemas.microsoft.com/office/drawing/2014/main" id="{A20214AD-B263-4FA1-8EAA-DA6FBFF0BA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3" name="Címkocka">
            <a:extLst>
              <a:ext uri="{FF2B5EF4-FFF2-40B4-BE49-F238E27FC236}">
                <a16:creationId xmlns:a16="http://schemas.microsoft.com/office/drawing/2014/main" id="{424270CD-9612-477F-92B2-BF048B395E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4" name="Címkocka">
            <a:extLst>
              <a:ext uri="{FF2B5EF4-FFF2-40B4-BE49-F238E27FC236}">
                <a16:creationId xmlns:a16="http://schemas.microsoft.com/office/drawing/2014/main" id="{66EA1B42-5F20-4F99-86DE-67F2F26366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85" name="Címkocka">
            <a:extLst>
              <a:ext uri="{FF2B5EF4-FFF2-40B4-BE49-F238E27FC236}">
                <a16:creationId xmlns:a16="http://schemas.microsoft.com/office/drawing/2014/main" id="{8EF0A944-BF7B-48EC-8708-FC9CCCA763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6" name="Címkocka">
            <a:extLst>
              <a:ext uri="{FF2B5EF4-FFF2-40B4-BE49-F238E27FC236}">
                <a16:creationId xmlns:a16="http://schemas.microsoft.com/office/drawing/2014/main" id="{35EC3C7F-CC47-467F-AFFF-56A6145D56B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7" name="Téglalap 386">
            <a:extLst>
              <a:ext uri="{FF2B5EF4-FFF2-40B4-BE49-F238E27FC236}">
                <a16:creationId xmlns:a16="http://schemas.microsoft.com/office/drawing/2014/main" id="{1EA1648C-30E3-47E0-8FD2-520EB3699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8" name="Téglalap 387">
            <a:extLst>
              <a:ext uri="{FF2B5EF4-FFF2-40B4-BE49-F238E27FC236}">
                <a16:creationId xmlns:a16="http://schemas.microsoft.com/office/drawing/2014/main" id="{34D70D8B-74D8-4EA6-AB0B-330402E36B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89" name="Téglalap 388">
            <a:extLst>
              <a:ext uri="{FF2B5EF4-FFF2-40B4-BE49-F238E27FC236}">
                <a16:creationId xmlns:a16="http://schemas.microsoft.com/office/drawing/2014/main" id="{05311C8B-D156-404C-BE49-70079FE2C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0" name="Téglalap 389">
            <a:extLst>
              <a:ext uri="{FF2B5EF4-FFF2-40B4-BE49-F238E27FC236}">
                <a16:creationId xmlns:a16="http://schemas.microsoft.com/office/drawing/2014/main" id="{AF2C2A4B-D864-4DF9-A0BA-1431BBA18C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1" name="Címkocka">
            <a:extLst>
              <a:ext uri="{FF2B5EF4-FFF2-40B4-BE49-F238E27FC236}">
                <a16:creationId xmlns:a16="http://schemas.microsoft.com/office/drawing/2014/main" id="{FAC71601-EEED-4226-A084-0D3DB9654D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2" name="Címkocka">
            <a:extLst>
              <a:ext uri="{FF2B5EF4-FFF2-40B4-BE49-F238E27FC236}">
                <a16:creationId xmlns:a16="http://schemas.microsoft.com/office/drawing/2014/main" id="{A9AEF449-63EE-47CB-B1EE-0C7F0082EF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3" name="Címkocka">
            <a:extLst>
              <a:ext uri="{FF2B5EF4-FFF2-40B4-BE49-F238E27FC236}">
                <a16:creationId xmlns:a16="http://schemas.microsoft.com/office/drawing/2014/main" id="{348E54BB-16B9-4D3E-AB45-733FDFC2A7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4" name="Címkocka">
            <a:extLst>
              <a:ext uri="{FF2B5EF4-FFF2-40B4-BE49-F238E27FC236}">
                <a16:creationId xmlns:a16="http://schemas.microsoft.com/office/drawing/2014/main" id="{2936A950-8570-4011-BE60-F5CDE3F0F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5" name="Címkocka">
            <a:extLst>
              <a:ext uri="{FF2B5EF4-FFF2-40B4-BE49-F238E27FC236}">
                <a16:creationId xmlns:a16="http://schemas.microsoft.com/office/drawing/2014/main" id="{A00DB907-3DC8-41B6-9D13-4E6836030A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6" name="Címkocka">
            <a:extLst>
              <a:ext uri="{FF2B5EF4-FFF2-40B4-BE49-F238E27FC236}">
                <a16:creationId xmlns:a16="http://schemas.microsoft.com/office/drawing/2014/main" id="{DCF4F27A-E399-4FFB-92E7-623A0F77D0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7" name="Címkocka">
            <a:extLst>
              <a:ext uri="{FF2B5EF4-FFF2-40B4-BE49-F238E27FC236}">
                <a16:creationId xmlns:a16="http://schemas.microsoft.com/office/drawing/2014/main" id="{AD29E7AA-AB58-4BFB-AC41-9AAF0107A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98" name="Címkocka">
            <a:extLst>
              <a:ext uri="{FF2B5EF4-FFF2-40B4-BE49-F238E27FC236}">
                <a16:creationId xmlns:a16="http://schemas.microsoft.com/office/drawing/2014/main" id="{A585ED87-98D4-41CC-8FC3-930420DE7B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99" name="Címkocka">
            <a:extLst>
              <a:ext uri="{FF2B5EF4-FFF2-40B4-BE49-F238E27FC236}">
                <a16:creationId xmlns:a16="http://schemas.microsoft.com/office/drawing/2014/main" id="{8AE8CDD2-58F3-4C4E-B2E7-408BDD60A3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00" name="Téglalap 399">
            <a:extLst>
              <a:ext uri="{FF2B5EF4-FFF2-40B4-BE49-F238E27FC236}">
                <a16:creationId xmlns:a16="http://schemas.microsoft.com/office/drawing/2014/main" id="{561E1877-E77E-4492-ADED-F73249979E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01" name="Téglalap 400">
            <a:extLst>
              <a:ext uri="{FF2B5EF4-FFF2-40B4-BE49-F238E27FC236}">
                <a16:creationId xmlns:a16="http://schemas.microsoft.com/office/drawing/2014/main" id="{A00D5297-80E3-43D3-A6EC-8179CDFF90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02" name="Téglalap 401">
            <a:extLst>
              <a:ext uri="{FF2B5EF4-FFF2-40B4-BE49-F238E27FC236}">
                <a16:creationId xmlns:a16="http://schemas.microsoft.com/office/drawing/2014/main" id="{89CD8DC9-138B-4906-AA28-39DE787BD7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3" name="Téglalap 402">
            <a:extLst>
              <a:ext uri="{FF2B5EF4-FFF2-40B4-BE49-F238E27FC236}">
                <a16:creationId xmlns:a16="http://schemas.microsoft.com/office/drawing/2014/main" id="{EB4E3EC0-C613-4E46-B9D9-A513BED432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4" name="Címkocka">
            <a:extLst>
              <a:ext uri="{FF2B5EF4-FFF2-40B4-BE49-F238E27FC236}">
                <a16:creationId xmlns:a16="http://schemas.microsoft.com/office/drawing/2014/main" id="{6B5AA9EE-B6FC-4BA4-A534-67E3EE9CB6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5" name="Címkocka">
            <a:extLst>
              <a:ext uri="{FF2B5EF4-FFF2-40B4-BE49-F238E27FC236}">
                <a16:creationId xmlns:a16="http://schemas.microsoft.com/office/drawing/2014/main" id="{F46F3474-A62D-42D0-824D-DFBEA981F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6" name="Címkocka">
            <a:extLst>
              <a:ext uri="{FF2B5EF4-FFF2-40B4-BE49-F238E27FC236}">
                <a16:creationId xmlns:a16="http://schemas.microsoft.com/office/drawing/2014/main" id="{B6516DD6-21EE-4440-9A9C-5E28631397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07" name="Címkocka">
            <a:extLst>
              <a:ext uri="{FF2B5EF4-FFF2-40B4-BE49-F238E27FC236}">
                <a16:creationId xmlns:a16="http://schemas.microsoft.com/office/drawing/2014/main" id="{B7FEE20A-2CBC-46AE-847F-BA6FC9B471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408" name="Címkocka">
            <a:extLst>
              <a:ext uri="{FF2B5EF4-FFF2-40B4-BE49-F238E27FC236}">
                <a16:creationId xmlns:a16="http://schemas.microsoft.com/office/drawing/2014/main" id="{31E6DA7B-E51C-463F-A2AC-2AA169E1DE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9" name="Címkocka">
            <a:extLst>
              <a:ext uri="{FF2B5EF4-FFF2-40B4-BE49-F238E27FC236}">
                <a16:creationId xmlns:a16="http://schemas.microsoft.com/office/drawing/2014/main" id="{A23CDD16-886C-4E87-AFDE-61F3F3FA7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0" name="Címkocka">
            <a:extLst>
              <a:ext uri="{FF2B5EF4-FFF2-40B4-BE49-F238E27FC236}">
                <a16:creationId xmlns:a16="http://schemas.microsoft.com/office/drawing/2014/main" id="{A2829D3E-4464-46E1-9763-4D9201A33F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1" name="Címkocka">
            <a:extLst>
              <a:ext uri="{FF2B5EF4-FFF2-40B4-BE49-F238E27FC236}">
                <a16:creationId xmlns:a16="http://schemas.microsoft.com/office/drawing/2014/main" id="{AA46077A-D8D3-4AB5-AC36-3665CCB62D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2" name="Címkocka">
            <a:extLst>
              <a:ext uri="{FF2B5EF4-FFF2-40B4-BE49-F238E27FC236}">
                <a16:creationId xmlns:a16="http://schemas.microsoft.com/office/drawing/2014/main" id="{B191AC1B-9284-44F7-932C-6C22367111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3" name="Címkocka">
            <a:extLst>
              <a:ext uri="{FF2B5EF4-FFF2-40B4-BE49-F238E27FC236}">
                <a16:creationId xmlns:a16="http://schemas.microsoft.com/office/drawing/2014/main" id="{CA8B752D-5AAC-4D29-9D72-D84969AF58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4" name="Címkocka">
            <a:extLst>
              <a:ext uri="{FF2B5EF4-FFF2-40B4-BE49-F238E27FC236}">
                <a16:creationId xmlns:a16="http://schemas.microsoft.com/office/drawing/2014/main" id="{01F1C771-1025-406C-98B2-74D3E1EA66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5" name="Címkocka">
            <a:extLst>
              <a:ext uri="{FF2B5EF4-FFF2-40B4-BE49-F238E27FC236}">
                <a16:creationId xmlns:a16="http://schemas.microsoft.com/office/drawing/2014/main" id="{63C64719-E998-461A-BFF4-B4518D70B9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16" name="Téglalap 415">
            <a:extLst>
              <a:ext uri="{FF2B5EF4-FFF2-40B4-BE49-F238E27FC236}">
                <a16:creationId xmlns:a16="http://schemas.microsoft.com/office/drawing/2014/main" id="{DD745D95-02EE-410E-86AC-CBA0B5302D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7" name="Téglalap 416">
            <a:extLst>
              <a:ext uri="{FF2B5EF4-FFF2-40B4-BE49-F238E27FC236}">
                <a16:creationId xmlns:a16="http://schemas.microsoft.com/office/drawing/2014/main" id="{5E9D13DE-7978-46E8-870B-C2E59EA6EA7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8" name="Téglalap 417">
            <a:extLst>
              <a:ext uri="{FF2B5EF4-FFF2-40B4-BE49-F238E27FC236}">
                <a16:creationId xmlns:a16="http://schemas.microsoft.com/office/drawing/2014/main" id="{75ED59A7-CC33-4785-90A4-9F754CB273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19" name="Téglalap 418">
            <a:extLst>
              <a:ext uri="{FF2B5EF4-FFF2-40B4-BE49-F238E27FC236}">
                <a16:creationId xmlns:a16="http://schemas.microsoft.com/office/drawing/2014/main" id="{FEA5489E-2A95-4FC5-986D-2A2A270D3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0" name="Téglalap 419">
            <a:extLst>
              <a:ext uri="{FF2B5EF4-FFF2-40B4-BE49-F238E27FC236}">
                <a16:creationId xmlns:a16="http://schemas.microsoft.com/office/drawing/2014/main" id="{DE26003F-1886-4C29-8AAC-E38C7E5D33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1" name="Téglalap 420">
            <a:extLst>
              <a:ext uri="{FF2B5EF4-FFF2-40B4-BE49-F238E27FC236}">
                <a16:creationId xmlns:a16="http://schemas.microsoft.com/office/drawing/2014/main" id="{47617181-7097-4D6F-AF14-7543BD991B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2" name="Téglalap 421">
            <a:extLst>
              <a:ext uri="{FF2B5EF4-FFF2-40B4-BE49-F238E27FC236}">
                <a16:creationId xmlns:a16="http://schemas.microsoft.com/office/drawing/2014/main" id="{9BC1892F-5280-4428-85DD-70D6A09234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6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3" name="Téglalap 422">
            <a:extLst>
              <a:ext uri="{FF2B5EF4-FFF2-40B4-BE49-F238E27FC236}">
                <a16:creationId xmlns:a16="http://schemas.microsoft.com/office/drawing/2014/main" id="{A384C6AD-14C4-4A72-8C15-C4EB4A629C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24" name="Téglalap 423">
            <a:extLst>
              <a:ext uri="{FF2B5EF4-FFF2-40B4-BE49-F238E27FC236}">
                <a16:creationId xmlns:a16="http://schemas.microsoft.com/office/drawing/2014/main" id="{1266BE56-BD59-4B94-A5F4-D0D8A758C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5" name="Téglalap 424">
            <a:extLst>
              <a:ext uri="{FF2B5EF4-FFF2-40B4-BE49-F238E27FC236}">
                <a16:creationId xmlns:a16="http://schemas.microsoft.com/office/drawing/2014/main" id="{710AB1D6-D820-4451-9BAC-A55AC5E608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6" name="Téglalap 425">
            <a:extLst>
              <a:ext uri="{FF2B5EF4-FFF2-40B4-BE49-F238E27FC236}">
                <a16:creationId xmlns:a16="http://schemas.microsoft.com/office/drawing/2014/main" id="{7B94FFF7-2060-452B-BAD3-E0C48BB4DA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7" name="Téglalap 426">
            <a:extLst>
              <a:ext uri="{FF2B5EF4-FFF2-40B4-BE49-F238E27FC236}">
                <a16:creationId xmlns:a16="http://schemas.microsoft.com/office/drawing/2014/main" id="{3DF4EE98-22FD-4AF1-883A-25922D1E46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8" name="Téglalap 427">
            <a:extLst>
              <a:ext uri="{FF2B5EF4-FFF2-40B4-BE49-F238E27FC236}">
                <a16:creationId xmlns:a16="http://schemas.microsoft.com/office/drawing/2014/main" id="{3AD152A1-FB96-4F03-94FC-A156727872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29" name="Téglalap 428">
            <a:extLst>
              <a:ext uri="{FF2B5EF4-FFF2-40B4-BE49-F238E27FC236}">
                <a16:creationId xmlns:a16="http://schemas.microsoft.com/office/drawing/2014/main" id="{4A1E2CEA-3454-4C98-B8F8-388E3B0DE2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0" name="Téglalap 429">
            <a:extLst>
              <a:ext uri="{FF2B5EF4-FFF2-40B4-BE49-F238E27FC236}">
                <a16:creationId xmlns:a16="http://schemas.microsoft.com/office/drawing/2014/main" id="{094A9ED6-4111-450C-A985-110F701AE5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1" name="Téglalap 430">
            <a:extLst>
              <a:ext uri="{FF2B5EF4-FFF2-40B4-BE49-F238E27FC236}">
                <a16:creationId xmlns:a16="http://schemas.microsoft.com/office/drawing/2014/main" id="{10838B31-9207-4FE3-8778-21EB77ED0B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32" name="Téglalap 431">
            <a:extLst>
              <a:ext uri="{FF2B5EF4-FFF2-40B4-BE49-F238E27FC236}">
                <a16:creationId xmlns:a16="http://schemas.microsoft.com/office/drawing/2014/main" id="{0E192DDC-4A02-4082-916E-A2E213C7AD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33" name="Téglalap 432">
            <a:extLst>
              <a:ext uri="{FF2B5EF4-FFF2-40B4-BE49-F238E27FC236}">
                <a16:creationId xmlns:a16="http://schemas.microsoft.com/office/drawing/2014/main" id="{3C8F1245-4154-4013-8B65-F77B9FB3F7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34" name="Téglalap 433">
            <a:extLst>
              <a:ext uri="{FF2B5EF4-FFF2-40B4-BE49-F238E27FC236}">
                <a16:creationId xmlns:a16="http://schemas.microsoft.com/office/drawing/2014/main" id="{E9CC0986-509F-4D91-A52C-66779ACF2E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5" name="Téglalap 434">
            <a:extLst>
              <a:ext uri="{FF2B5EF4-FFF2-40B4-BE49-F238E27FC236}">
                <a16:creationId xmlns:a16="http://schemas.microsoft.com/office/drawing/2014/main" id="{C7A918CC-DE59-4FC4-9656-B555F4CEB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6" name="Téglalap 435">
            <a:extLst>
              <a:ext uri="{FF2B5EF4-FFF2-40B4-BE49-F238E27FC236}">
                <a16:creationId xmlns:a16="http://schemas.microsoft.com/office/drawing/2014/main" id="{EA3FC9C9-D91E-4CA8-B7C2-59118F164E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7" name="Téglalap 436">
            <a:extLst>
              <a:ext uri="{FF2B5EF4-FFF2-40B4-BE49-F238E27FC236}">
                <a16:creationId xmlns:a16="http://schemas.microsoft.com/office/drawing/2014/main" id="{036E1DFB-5D0A-4659-8EB8-169DF4381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8" name="Téglalap 437">
            <a:extLst>
              <a:ext uri="{FF2B5EF4-FFF2-40B4-BE49-F238E27FC236}">
                <a16:creationId xmlns:a16="http://schemas.microsoft.com/office/drawing/2014/main" id="{713573EE-D8FA-43F3-A5FF-73ECC1D986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39" name="Téglalap 438">
            <a:extLst>
              <a:ext uri="{FF2B5EF4-FFF2-40B4-BE49-F238E27FC236}">
                <a16:creationId xmlns:a16="http://schemas.microsoft.com/office/drawing/2014/main" id="{E8DCFC5F-5073-4EB1-98D1-ED4353E19B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40" name="Téglalap 439">
            <a:extLst>
              <a:ext uri="{FF2B5EF4-FFF2-40B4-BE49-F238E27FC236}">
                <a16:creationId xmlns:a16="http://schemas.microsoft.com/office/drawing/2014/main" id="{775BB3E9-DB22-4295-8D7C-CCCB46C5BE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1" name="Téglalap 440">
            <a:extLst>
              <a:ext uri="{FF2B5EF4-FFF2-40B4-BE49-F238E27FC236}">
                <a16:creationId xmlns:a16="http://schemas.microsoft.com/office/drawing/2014/main" id="{C991C2AC-BC81-427D-8754-4E6C48D3EE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2" name="Téglalap 441">
            <a:extLst>
              <a:ext uri="{FF2B5EF4-FFF2-40B4-BE49-F238E27FC236}">
                <a16:creationId xmlns:a16="http://schemas.microsoft.com/office/drawing/2014/main" id="{1D3C4C8F-801F-454A-A0EE-A1BC5E8B51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3" name="Téglalap 442">
            <a:extLst>
              <a:ext uri="{FF2B5EF4-FFF2-40B4-BE49-F238E27FC236}">
                <a16:creationId xmlns:a16="http://schemas.microsoft.com/office/drawing/2014/main" id="{C34B4247-6476-4CA1-96CE-DDDCAA4CFD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4" name="Téglalap 443">
            <a:extLst>
              <a:ext uri="{FF2B5EF4-FFF2-40B4-BE49-F238E27FC236}">
                <a16:creationId xmlns:a16="http://schemas.microsoft.com/office/drawing/2014/main" id="{DA837BEA-7A0D-4DA6-85D3-D77BB1CD96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5" name="Téglalap 444">
            <a:extLst>
              <a:ext uri="{FF2B5EF4-FFF2-40B4-BE49-F238E27FC236}">
                <a16:creationId xmlns:a16="http://schemas.microsoft.com/office/drawing/2014/main" id="{292699BA-A870-4462-96BE-69B9EBBD15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6" name="Téglalap 445">
            <a:extLst>
              <a:ext uri="{FF2B5EF4-FFF2-40B4-BE49-F238E27FC236}">
                <a16:creationId xmlns:a16="http://schemas.microsoft.com/office/drawing/2014/main" id="{E2997C00-17AF-4E2E-966E-722EED494A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7" name="Téglalap 446">
            <a:extLst>
              <a:ext uri="{FF2B5EF4-FFF2-40B4-BE49-F238E27FC236}">
                <a16:creationId xmlns:a16="http://schemas.microsoft.com/office/drawing/2014/main" id="{07336BCD-62D1-4479-86A9-A07F2EE486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8" name="Téglalap 447">
            <a:extLst>
              <a:ext uri="{FF2B5EF4-FFF2-40B4-BE49-F238E27FC236}">
                <a16:creationId xmlns:a16="http://schemas.microsoft.com/office/drawing/2014/main" id="{D5825E75-FF12-4FB8-91AD-60DF0108FF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49" name="Téglalap 448">
            <a:extLst>
              <a:ext uri="{FF2B5EF4-FFF2-40B4-BE49-F238E27FC236}">
                <a16:creationId xmlns:a16="http://schemas.microsoft.com/office/drawing/2014/main" id="{27256325-0CFB-4B5F-95A3-A9E1516482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0" name="Téglalap 449">
            <a:extLst>
              <a:ext uri="{FF2B5EF4-FFF2-40B4-BE49-F238E27FC236}">
                <a16:creationId xmlns:a16="http://schemas.microsoft.com/office/drawing/2014/main" id="{05D50C29-D5A4-4F78-8829-951DA9CC47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1" name="Téglalap 450">
            <a:extLst>
              <a:ext uri="{FF2B5EF4-FFF2-40B4-BE49-F238E27FC236}">
                <a16:creationId xmlns:a16="http://schemas.microsoft.com/office/drawing/2014/main" id="{C6CB1F46-AE02-4D24-9E5C-F9FDF75205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2" name="Téglalap 451">
            <a:extLst>
              <a:ext uri="{FF2B5EF4-FFF2-40B4-BE49-F238E27FC236}">
                <a16:creationId xmlns:a16="http://schemas.microsoft.com/office/drawing/2014/main" id="{4404EFD3-DBA2-4197-BFB5-5239007C4F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53" name="Téglalap 452">
            <a:extLst>
              <a:ext uri="{FF2B5EF4-FFF2-40B4-BE49-F238E27FC236}">
                <a16:creationId xmlns:a16="http://schemas.microsoft.com/office/drawing/2014/main" id="{F6C2D429-FF20-468A-B498-E141BC547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54" name="Téglalap 453">
            <a:extLst>
              <a:ext uri="{FF2B5EF4-FFF2-40B4-BE49-F238E27FC236}">
                <a16:creationId xmlns:a16="http://schemas.microsoft.com/office/drawing/2014/main" id="{C3EA2E6E-3A43-4EA2-B1DB-42DA4166BD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55" name="Téglalap 454">
            <a:extLst>
              <a:ext uri="{FF2B5EF4-FFF2-40B4-BE49-F238E27FC236}">
                <a16:creationId xmlns:a16="http://schemas.microsoft.com/office/drawing/2014/main" id="{AC1400F8-BB91-4AE5-9DB7-E76DF7DCDD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456" name="Téglalap 455">
            <a:extLst>
              <a:ext uri="{FF2B5EF4-FFF2-40B4-BE49-F238E27FC236}">
                <a16:creationId xmlns:a16="http://schemas.microsoft.com/office/drawing/2014/main" id="{2649025E-685F-432D-A9DA-0B919D9889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458" name="Téglalap 457">
            <a:extLst>
              <a:ext uri="{FF2B5EF4-FFF2-40B4-BE49-F238E27FC236}">
                <a16:creationId xmlns:a16="http://schemas.microsoft.com/office/drawing/2014/main" id="{51197C07-7824-4301-8FF5-83540924B5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0" name="Téglalap 459">
            <a:extLst>
              <a:ext uri="{FF2B5EF4-FFF2-40B4-BE49-F238E27FC236}">
                <a16:creationId xmlns:a16="http://schemas.microsoft.com/office/drawing/2014/main" id="{3310F574-88CB-42C5-897A-E1960B5584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1" name="Téglalap 460">
            <a:extLst>
              <a:ext uri="{FF2B5EF4-FFF2-40B4-BE49-F238E27FC236}">
                <a16:creationId xmlns:a16="http://schemas.microsoft.com/office/drawing/2014/main" id="{B1CCB527-2475-47D3-9BA4-5BD945514F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2" name="Téglalap 461">
            <a:extLst>
              <a:ext uri="{FF2B5EF4-FFF2-40B4-BE49-F238E27FC236}">
                <a16:creationId xmlns:a16="http://schemas.microsoft.com/office/drawing/2014/main" id="{DB61B107-9A18-4190-B663-2C66AAF86F4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3" name="Téglalap 462">
            <a:extLst>
              <a:ext uri="{FF2B5EF4-FFF2-40B4-BE49-F238E27FC236}">
                <a16:creationId xmlns:a16="http://schemas.microsoft.com/office/drawing/2014/main" id="{819E5E57-97A2-4152-900B-A7CAC09F5D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4" name="Téglalap 463">
            <a:extLst>
              <a:ext uri="{FF2B5EF4-FFF2-40B4-BE49-F238E27FC236}">
                <a16:creationId xmlns:a16="http://schemas.microsoft.com/office/drawing/2014/main" id="{1066BD72-23D2-4A44-8C20-456927B247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5" name="Téglalap 464">
            <a:extLst>
              <a:ext uri="{FF2B5EF4-FFF2-40B4-BE49-F238E27FC236}">
                <a16:creationId xmlns:a16="http://schemas.microsoft.com/office/drawing/2014/main" id="{EFA877DE-DE53-46D7-88C2-C2B576106C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6" name="Téglalap 465">
            <a:extLst>
              <a:ext uri="{FF2B5EF4-FFF2-40B4-BE49-F238E27FC236}">
                <a16:creationId xmlns:a16="http://schemas.microsoft.com/office/drawing/2014/main" id="{152E3B18-7220-4B8C-AE1E-B20EA06C57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7" name="Téglalap 466">
            <a:extLst>
              <a:ext uri="{FF2B5EF4-FFF2-40B4-BE49-F238E27FC236}">
                <a16:creationId xmlns:a16="http://schemas.microsoft.com/office/drawing/2014/main" id="{5D1474B3-0F52-4436-B292-3EAC988F4E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8" name="Téglalap 467">
            <a:extLst>
              <a:ext uri="{FF2B5EF4-FFF2-40B4-BE49-F238E27FC236}">
                <a16:creationId xmlns:a16="http://schemas.microsoft.com/office/drawing/2014/main" id="{9E95120B-8CC9-4578-9533-F51A2E70AE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69" name="Téglalap 468">
            <a:extLst>
              <a:ext uri="{FF2B5EF4-FFF2-40B4-BE49-F238E27FC236}">
                <a16:creationId xmlns:a16="http://schemas.microsoft.com/office/drawing/2014/main" id="{1EDF8BF0-F08B-4BF3-BF82-3077D53538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0" name="Téglalap 469">
            <a:extLst>
              <a:ext uri="{FF2B5EF4-FFF2-40B4-BE49-F238E27FC236}">
                <a16:creationId xmlns:a16="http://schemas.microsoft.com/office/drawing/2014/main" id="{BEEDECB6-DD9A-442E-87EF-09F727EE7E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1" name="Téglalap 470">
            <a:extLst>
              <a:ext uri="{FF2B5EF4-FFF2-40B4-BE49-F238E27FC236}">
                <a16:creationId xmlns:a16="http://schemas.microsoft.com/office/drawing/2014/main" id="{0BCF65C7-D6CB-4116-905D-E7C677313B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2" name="Téglalap 471">
            <a:extLst>
              <a:ext uri="{FF2B5EF4-FFF2-40B4-BE49-F238E27FC236}">
                <a16:creationId xmlns:a16="http://schemas.microsoft.com/office/drawing/2014/main" id="{DB8C64A1-2628-4E22-88E5-CF05CB64A6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3" name="Téglalap 472">
            <a:extLst>
              <a:ext uri="{FF2B5EF4-FFF2-40B4-BE49-F238E27FC236}">
                <a16:creationId xmlns:a16="http://schemas.microsoft.com/office/drawing/2014/main" id="{776CFA15-B8FB-4170-B90B-63D3E26FFE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4" name="Téglalap 473">
            <a:extLst>
              <a:ext uri="{FF2B5EF4-FFF2-40B4-BE49-F238E27FC236}">
                <a16:creationId xmlns:a16="http://schemas.microsoft.com/office/drawing/2014/main" id="{2B5C4FA1-9656-47A1-B91E-A640F21B26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5" name="Téglalap 474">
            <a:extLst>
              <a:ext uri="{FF2B5EF4-FFF2-40B4-BE49-F238E27FC236}">
                <a16:creationId xmlns:a16="http://schemas.microsoft.com/office/drawing/2014/main" id="{828C7C26-F1BD-4C86-892B-E00AB8AF1A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6" name="Téglalap 475">
            <a:extLst>
              <a:ext uri="{FF2B5EF4-FFF2-40B4-BE49-F238E27FC236}">
                <a16:creationId xmlns:a16="http://schemas.microsoft.com/office/drawing/2014/main" id="{ACD48598-E81E-453B-8354-CBA586DE7B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7" name="Címkocka">
            <a:extLst>
              <a:ext uri="{FF2B5EF4-FFF2-40B4-BE49-F238E27FC236}">
                <a16:creationId xmlns:a16="http://schemas.microsoft.com/office/drawing/2014/main" id="{B0549699-8414-438C-9A6A-1589433868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8" name="Címkocka">
            <a:extLst>
              <a:ext uri="{FF2B5EF4-FFF2-40B4-BE49-F238E27FC236}">
                <a16:creationId xmlns:a16="http://schemas.microsoft.com/office/drawing/2014/main" id="{50CB0379-0C9B-4127-A469-0582520D19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19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79" name="Címkocka">
            <a:extLst>
              <a:ext uri="{FF2B5EF4-FFF2-40B4-BE49-F238E27FC236}">
                <a16:creationId xmlns:a16="http://schemas.microsoft.com/office/drawing/2014/main" id="{2C2C07A5-BEC5-4665-B6E0-6E1C444083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0" name="Címkocka">
            <a:extLst>
              <a:ext uri="{FF2B5EF4-FFF2-40B4-BE49-F238E27FC236}">
                <a16:creationId xmlns:a16="http://schemas.microsoft.com/office/drawing/2014/main" id="{5E6DCE9C-6F20-4F9E-8AA9-4FF306C4F5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1" name="Címkocka">
            <a:extLst>
              <a:ext uri="{FF2B5EF4-FFF2-40B4-BE49-F238E27FC236}">
                <a16:creationId xmlns:a16="http://schemas.microsoft.com/office/drawing/2014/main" id="{69C904F4-8EE4-4A7B-912E-7378064A79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2" name="Téglalap 481">
            <a:extLst>
              <a:ext uri="{FF2B5EF4-FFF2-40B4-BE49-F238E27FC236}">
                <a16:creationId xmlns:a16="http://schemas.microsoft.com/office/drawing/2014/main" id="{3C3EB855-4087-4D57-B110-3D84BA1A8C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6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483" name="Téglalap 482">
            <a:extLst>
              <a:ext uri="{FF2B5EF4-FFF2-40B4-BE49-F238E27FC236}">
                <a16:creationId xmlns:a16="http://schemas.microsoft.com/office/drawing/2014/main" id="{27E2D5A6-6C9D-40AB-9850-FB63245B99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484" name="Egyenes összekötő 483">
            <a:extLst>
              <a:ext uri="{FF2B5EF4-FFF2-40B4-BE49-F238E27FC236}">
                <a16:creationId xmlns:a16="http://schemas.microsoft.com/office/drawing/2014/main" id="{2FC2929C-324D-4989-98E4-71BC468BDA92}"/>
              </a:ext>
            </a:extLst>
          </p:cNvPr>
          <p:cNvCxnSpPr/>
          <p:nvPr/>
        </p:nvCxnSpPr>
        <p:spPr>
          <a:xfrm>
            <a:off x="0" y="735376"/>
            <a:ext cx="72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Egyenes összekötő 484">
            <a:extLst>
              <a:ext uri="{FF2B5EF4-FFF2-40B4-BE49-F238E27FC236}">
                <a16:creationId xmlns:a16="http://schemas.microsoft.com/office/drawing/2014/main" id="{C77537B6-33AA-423A-A18A-35E7638BA636}"/>
              </a:ext>
            </a:extLst>
          </p:cNvPr>
          <p:cNvCxnSpPr>
            <a:cxnSpLocks/>
          </p:cNvCxnSpPr>
          <p:nvPr/>
        </p:nvCxnSpPr>
        <p:spPr>
          <a:xfrm flipH="1">
            <a:off x="739241" y="-51303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6" name="Téglalap 485">
            <a:extLst>
              <a:ext uri="{FF2B5EF4-FFF2-40B4-BE49-F238E27FC236}">
                <a16:creationId xmlns:a16="http://schemas.microsoft.com/office/drawing/2014/main" id="{DAA2A8FB-74B5-4DBE-83C1-5994E1574F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487" name="Egyenes összekötő 486">
            <a:extLst>
              <a:ext uri="{FF2B5EF4-FFF2-40B4-BE49-F238E27FC236}">
                <a16:creationId xmlns:a16="http://schemas.microsoft.com/office/drawing/2014/main" id="{3BA92863-BF62-4AB7-84BD-88AB0DB838C3}"/>
              </a:ext>
            </a:extLst>
          </p:cNvPr>
          <p:cNvCxnSpPr>
            <a:cxnSpLocks/>
          </p:cNvCxnSpPr>
          <p:nvPr/>
        </p:nvCxnSpPr>
        <p:spPr>
          <a:xfrm flipH="1">
            <a:off x="2871377" y="-70779"/>
            <a:ext cx="1" cy="80615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Egyenes összekötő 487">
            <a:extLst>
              <a:ext uri="{FF2B5EF4-FFF2-40B4-BE49-F238E27FC236}">
                <a16:creationId xmlns:a16="http://schemas.microsoft.com/office/drawing/2014/main" id="{9B77802E-FD56-4283-8930-FF03DB3CA642}"/>
              </a:ext>
            </a:extLst>
          </p:cNvPr>
          <p:cNvCxnSpPr>
            <a:cxnSpLocks/>
          </p:cNvCxnSpPr>
          <p:nvPr/>
        </p:nvCxnSpPr>
        <p:spPr>
          <a:xfrm>
            <a:off x="2853193" y="735376"/>
            <a:ext cx="1468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Egyenes összekötő 488">
            <a:extLst>
              <a:ext uri="{FF2B5EF4-FFF2-40B4-BE49-F238E27FC236}">
                <a16:creationId xmlns:a16="http://schemas.microsoft.com/office/drawing/2014/main" id="{3D8EE080-5B13-401B-8F5C-5022C8313A31}"/>
              </a:ext>
            </a:extLst>
          </p:cNvPr>
          <p:cNvCxnSpPr>
            <a:cxnSpLocks/>
          </p:cNvCxnSpPr>
          <p:nvPr/>
        </p:nvCxnSpPr>
        <p:spPr>
          <a:xfrm>
            <a:off x="4302755" y="735376"/>
            <a:ext cx="1" cy="70095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Egyenes összekötő 489">
            <a:extLst>
              <a:ext uri="{FF2B5EF4-FFF2-40B4-BE49-F238E27FC236}">
                <a16:creationId xmlns:a16="http://schemas.microsoft.com/office/drawing/2014/main" id="{EDB3A035-FE99-4D48-93C7-3829E8D5C6D6}"/>
              </a:ext>
            </a:extLst>
          </p:cNvPr>
          <p:cNvCxnSpPr>
            <a:cxnSpLocks/>
          </p:cNvCxnSpPr>
          <p:nvPr/>
        </p:nvCxnSpPr>
        <p:spPr>
          <a:xfrm>
            <a:off x="4293193" y="144018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Egyenes összekötő 490">
            <a:extLst>
              <a:ext uri="{FF2B5EF4-FFF2-40B4-BE49-F238E27FC236}">
                <a16:creationId xmlns:a16="http://schemas.microsoft.com/office/drawing/2014/main" id="{6B0B929C-511B-49BC-8CC2-538884EDBBEB}"/>
              </a:ext>
            </a:extLst>
          </p:cNvPr>
          <p:cNvCxnSpPr>
            <a:cxnSpLocks/>
          </p:cNvCxnSpPr>
          <p:nvPr/>
        </p:nvCxnSpPr>
        <p:spPr>
          <a:xfrm>
            <a:off x="10084000" y="735376"/>
            <a:ext cx="216000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Egyenes összekötő 491">
            <a:extLst>
              <a:ext uri="{FF2B5EF4-FFF2-40B4-BE49-F238E27FC236}">
                <a16:creationId xmlns:a16="http://schemas.microsoft.com/office/drawing/2014/main" id="{A723292B-0980-42B2-9412-88F3CE4E749E}"/>
              </a:ext>
            </a:extLst>
          </p:cNvPr>
          <p:cNvCxnSpPr>
            <a:cxnSpLocks/>
          </p:cNvCxnSpPr>
          <p:nvPr/>
        </p:nvCxnSpPr>
        <p:spPr>
          <a:xfrm>
            <a:off x="10103244" y="735376"/>
            <a:ext cx="40" cy="72476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Egyenes összekötő 492">
            <a:extLst>
              <a:ext uri="{FF2B5EF4-FFF2-40B4-BE49-F238E27FC236}">
                <a16:creationId xmlns:a16="http://schemas.microsoft.com/office/drawing/2014/main" id="{DA94D928-79A9-45F7-9793-1B5038D7DC96}"/>
              </a:ext>
            </a:extLst>
          </p:cNvPr>
          <p:cNvCxnSpPr>
            <a:cxnSpLocks/>
          </p:cNvCxnSpPr>
          <p:nvPr/>
        </p:nvCxnSpPr>
        <p:spPr>
          <a:xfrm>
            <a:off x="-24027" y="4191362"/>
            <a:ext cx="5790807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Egyenes összekötő 493">
            <a:extLst>
              <a:ext uri="{FF2B5EF4-FFF2-40B4-BE49-F238E27FC236}">
                <a16:creationId xmlns:a16="http://schemas.microsoft.com/office/drawing/2014/main" id="{4D685A9B-4D49-47C6-BBC1-0163D0F65DE1}"/>
              </a:ext>
            </a:extLst>
          </p:cNvPr>
          <p:cNvCxnSpPr>
            <a:cxnSpLocks/>
          </p:cNvCxnSpPr>
          <p:nvPr/>
        </p:nvCxnSpPr>
        <p:spPr>
          <a:xfrm flipH="1">
            <a:off x="5778509" y="4172436"/>
            <a:ext cx="1" cy="742915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Egyenes összekötő 494">
            <a:extLst>
              <a:ext uri="{FF2B5EF4-FFF2-40B4-BE49-F238E27FC236}">
                <a16:creationId xmlns:a16="http://schemas.microsoft.com/office/drawing/2014/main" id="{9D14A6E2-47E5-4BE3-8D8E-DE517593D092}"/>
              </a:ext>
            </a:extLst>
          </p:cNvPr>
          <p:cNvCxnSpPr>
            <a:cxnSpLocks/>
          </p:cNvCxnSpPr>
          <p:nvPr/>
        </p:nvCxnSpPr>
        <p:spPr>
          <a:xfrm>
            <a:off x="4322000" y="4934531"/>
            <a:ext cx="1475950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Egyenes összekötő 495">
            <a:extLst>
              <a:ext uri="{FF2B5EF4-FFF2-40B4-BE49-F238E27FC236}">
                <a16:creationId xmlns:a16="http://schemas.microsoft.com/office/drawing/2014/main" id="{412230A4-2075-4ADD-BE8B-D94846CBB81A}"/>
              </a:ext>
            </a:extLst>
          </p:cNvPr>
          <p:cNvCxnSpPr>
            <a:cxnSpLocks/>
          </p:cNvCxnSpPr>
          <p:nvPr/>
        </p:nvCxnSpPr>
        <p:spPr>
          <a:xfrm flipH="1">
            <a:off x="4339975" y="4947867"/>
            <a:ext cx="1" cy="217683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Egyenes összekötő 496">
            <a:extLst>
              <a:ext uri="{FF2B5EF4-FFF2-40B4-BE49-F238E27FC236}">
                <a16:creationId xmlns:a16="http://schemas.microsoft.com/office/drawing/2014/main" id="{5E4830A6-F111-44BB-91C8-7E9F4F5D21F9}"/>
              </a:ext>
            </a:extLst>
          </p:cNvPr>
          <p:cNvCxnSpPr>
            <a:cxnSpLocks/>
          </p:cNvCxnSpPr>
          <p:nvPr/>
        </p:nvCxnSpPr>
        <p:spPr>
          <a:xfrm>
            <a:off x="7906453" y="4194465"/>
            <a:ext cx="1368" cy="753402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Egyenes összekötő 497">
            <a:extLst>
              <a:ext uri="{FF2B5EF4-FFF2-40B4-BE49-F238E27FC236}">
                <a16:creationId xmlns:a16="http://schemas.microsoft.com/office/drawing/2014/main" id="{40A0DC2B-D1AC-493F-AC7F-E8A8A78E257B}"/>
              </a:ext>
            </a:extLst>
          </p:cNvPr>
          <p:cNvCxnSpPr>
            <a:cxnSpLocks/>
          </p:cNvCxnSpPr>
          <p:nvPr/>
        </p:nvCxnSpPr>
        <p:spPr>
          <a:xfrm>
            <a:off x="8663690" y="4172436"/>
            <a:ext cx="0" cy="76494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Egyenes összekötő 498">
            <a:extLst>
              <a:ext uri="{FF2B5EF4-FFF2-40B4-BE49-F238E27FC236}">
                <a16:creationId xmlns:a16="http://schemas.microsoft.com/office/drawing/2014/main" id="{00676AE2-9B48-4BD3-A543-67D86C82E6CE}"/>
              </a:ext>
            </a:extLst>
          </p:cNvPr>
          <p:cNvCxnSpPr>
            <a:cxnSpLocks/>
          </p:cNvCxnSpPr>
          <p:nvPr/>
        </p:nvCxnSpPr>
        <p:spPr>
          <a:xfrm flipV="1">
            <a:off x="7886128" y="4177319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Egyenes összekötő 499">
            <a:extLst>
              <a:ext uri="{FF2B5EF4-FFF2-40B4-BE49-F238E27FC236}">
                <a16:creationId xmlns:a16="http://schemas.microsoft.com/office/drawing/2014/main" id="{FE8FA68E-4010-4D93-9019-0D5A136F3A5E}"/>
              </a:ext>
            </a:extLst>
          </p:cNvPr>
          <p:cNvCxnSpPr>
            <a:cxnSpLocks/>
          </p:cNvCxnSpPr>
          <p:nvPr/>
        </p:nvCxnSpPr>
        <p:spPr>
          <a:xfrm flipV="1">
            <a:off x="7902309" y="4926611"/>
            <a:ext cx="777561" cy="2383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Egyenes összekötő 500">
            <a:extLst>
              <a:ext uri="{FF2B5EF4-FFF2-40B4-BE49-F238E27FC236}">
                <a16:creationId xmlns:a16="http://schemas.microsoft.com/office/drawing/2014/main" id="{D6FA7EB6-A114-4C1F-86C0-E6144DFE2F85}"/>
              </a:ext>
            </a:extLst>
          </p:cNvPr>
          <p:cNvCxnSpPr>
            <a:cxnSpLocks/>
          </p:cNvCxnSpPr>
          <p:nvPr/>
        </p:nvCxnSpPr>
        <p:spPr>
          <a:xfrm>
            <a:off x="10779919" y="4895077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Egyenes összekötő 501">
            <a:extLst>
              <a:ext uri="{FF2B5EF4-FFF2-40B4-BE49-F238E27FC236}">
                <a16:creationId xmlns:a16="http://schemas.microsoft.com/office/drawing/2014/main" id="{EBE17CFA-80B1-4960-8EDF-CAFE47142DE5}"/>
              </a:ext>
            </a:extLst>
          </p:cNvPr>
          <p:cNvCxnSpPr>
            <a:cxnSpLocks/>
          </p:cNvCxnSpPr>
          <p:nvPr/>
        </p:nvCxnSpPr>
        <p:spPr>
          <a:xfrm>
            <a:off x="10784681" y="4876800"/>
            <a:ext cx="0" cy="72390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Egyenes összekötő 502">
            <a:extLst>
              <a:ext uri="{FF2B5EF4-FFF2-40B4-BE49-F238E27FC236}">
                <a16:creationId xmlns:a16="http://schemas.microsoft.com/office/drawing/2014/main" id="{FA40CA61-F1A6-4383-8C0B-EC9620A3431F}"/>
              </a:ext>
            </a:extLst>
          </p:cNvPr>
          <p:cNvCxnSpPr>
            <a:cxnSpLocks/>
          </p:cNvCxnSpPr>
          <p:nvPr/>
        </p:nvCxnSpPr>
        <p:spPr>
          <a:xfrm>
            <a:off x="10779919" y="5583259"/>
            <a:ext cx="1464081" cy="0"/>
          </a:xfrm>
          <a:prstGeom prst="line">
            <a:avLst/>
          </a:prstGeom>
          <a:ln w="38100">
            <a:solidFill>
              <a:srgbClr val="87AF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lcím 4">
            <a:extLst>
              <a:ext uri="{FF2B5EF4-FFF2-40B4-BE49-F238E27FC236}">
                <a16:creationId xmlns:a16="http://schemas.microsoft.com/office/drawing/2014/main" id="{662A56CF-6401-46F8-925E-248267467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7639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00">
        <p159:morph option="byObject"/>
      </p:transition>
    </mc:Choice>
    <mc:Fallback xmlns="">
      <p:transition spd="slow" advTm="1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CEFE9-0719-0606-B300-071EF2821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CB000CC2-2499-2CFE-8C97-DCAA79DA7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674"/>
            <a:ext cx="720000" cy="72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4" name="Téglalap 113">
            <a:extLst>
              <a:ext uri="{FF2B5EF4-FFF2-40B4-BE49-F238E27FC236}">
                <a16:creationId xmlns:a16="http://schemas.microsoft.com/office/drawing/2014/main" id="{A044F03B-ED2D-8E41-BDD6-335264C3EA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6" name="Téglalap 135">
            <a:extLst>
              <a:ext uri="{FF2B5EF4-FFF2-40B4-BE49-F238E27FC236}">
                <a16:creationId xmlns:a16="http://schemas.microsoft.com/office/drawing/2014/main" id="{C03CC634-F1A4-4CC2-EEF4-C050E0068B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7" name="Téglalap 136">
            <a:extLst>
              <a:ext uri="{FF2B5EF4-FFF2-40B4-BE49-F238E27FC236}">
                <a16:creationId xmlns:a16="http://schemas.microsoft.com/office/drawing/2014/main" id="{B7951EEF-6CCA-67DC-90C0-EC1BF39EE3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1" name="Téglalap 150">
            <a:extLst>
              <a:ext uri="{FF2B5EF4-FFF2-40B4-BE49-F238E27FC236}">
                <a16:creationId xmlns:a16="http://schemas.microsoft.com/office/drawing/2014/main" id="{326BCE66-A946-A51C-E8E0-26E0A7116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52" name="Téglalap 151">
            <a:extLst>
              <a:ext uri="{FF2B5EF4-FFF2-40B4-BE49-F238E27FC236}">
                <a16:creationId xmlns:a16="http://schemas.microsoft.com/office/drawing/2014/main" id="{97B319D4-F82C-75F7-FD1E-69C89AA363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74" name="Téglalap 173">
            <a:extLst>
              <a:ext uri="{FF2B5EF4-FFF2-40B4-BE49-F238E27FC236}">
                <a16:creationId xmlns:a16="http://schemas.microsoft.com/office/drawing/2014/main" id="{8E5432DF-C0C3-2F8A-6BF7-E9E66BAFC44F}"/>
              </a:ext>
            </a:extLst>
          </p:cNvPr>
          <p:cNvSpPr>
            <a:spLocks/>
          </p:cNvSpPr>
          <p:nvPr/>
        </p:nvSpPr>
        <p:spPr>
          <a:xfrm>
            <a:off x="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5" name="Téglalap 174">
            <a:extLst>
              <a:ext uri="{FF2B5EF4-FFF2-40B4-BE49-F238E27FC236}">
                <a16:creationId xmlns:a16="http://schemas.microsoft.com/office/drawing/2014/main" id="{37ABF43F-047F-76C2-6BDD-D1D98D143246}"/>
              </a:ext>
            </a:extLst>
          </p:cNvPr>
          <p:cNvSpPr>
            <a:spLocks/>
          </p:cNvSpPr>
          <p:nvPr/>
        </p:nvSpPr>
        <p:spPr>
          <a:xfrm>
            <a:off x="720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6" name="Címkocka">
            <a:extLst>
              <a:ext uri="{FF2B5EF4-FFF2-40B4-BE49-F238E27FC236}">
                <a16:creationId xmlns:a16="http://schemas.microsoft.com/office/drawing/2014/main" id="{B7982A6B-D620-DF5D-6A6B-1802AD60D0D7}"/>
              </a:ext>
            </a:extLst>
          </p:cNvPr>
          <p:cNvSpPr>
            <a:spLocks/>
          </p:cNvSpPr>
          <p:nvPr/>
        </p:nvSpPr>
        <p:spPr>
          <a:xfrm>
            <a:off x="1441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7" name="Címkocka">
            <a:extLst>
              <a:ext uri="{FF2B5EF4-FFF2-40B4-BE49-F238E27FC236}">
                <a16:creationId xmlns:a16="http://schemas.microsoft.com/office/drawing/2014/main" id="{21D19BE9-C328-54B8-2158-ABA2EACA2655}"/>
              </a:ext>
            </a:extLst>
          </p:cNvPr>
          <p:cNvSpPr>
            <a:spLocks/>
          </p:cNvSpPr>
          <p:nvPr/>
        </p:nvSpPr>
        <p:spPr>
          <a:xfrm>
            <a:off x="216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8" name="Címkocka">
            <a:extLst>
              <a:ext uri="{FF2B5EF4-FFF2-40B4-BE49-F238E27FC236}">
                <a16:creationId xmlns:a16="http://schemas.microsoft.com/office/drawing/2014/main" id="{E4499D54-5310-1BD4-5338-A24D9D65D9B8}"/>
              </a:ext>
            </a:extLst>
          </p:cNvPr>
          <p:cNvSpPr>
            <a:spLocks/>
          </p:cNvSpPr>
          <p:nvPr/>
        </p:nvSpPr>
        <p:spPr>
          <a:xfrm>
            <a:off x="2883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9" name="Címkocka">
            <a:extLst>
              <a:ext uri="{FF2B5EF4-FFF2-40B4-BE49-F238E27FC236}">
                <a16:creationId xmlns:a16="http://schemas.microsoft.com/office/drawing/2014/main" id="{6EDF6F4E-0FA0-17EA-51AD-EDCE90E43564}"/>
              </a:ext>
            </a:extLst>
          </p:cNvPr>
          <p:cNvSpPr>
            <a:spLocks/>
          </p:cNvSpPr>
          <p:nvPr/>
        </p:nvSpPr>
        <p:spPr>
          <a:xfrm>
            <a:off x="360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0" name="Címkocka">
            <a:extLst>
              <a:ext uri="{FF2B5EF4-FFF2-40B4-BE49-F238E27FC236}">
                <a16:creationId xmlns:a16="http://schemas.microsoft.com/office/drawing/2014/main" id="{45C119D1-F8CE-5460-5C1B-AF4FB0D9837F}"/>
              </a:ext>
            </a:extLst>
          </p:cNvPr>
          <p:cNvSpPr>
            <a:spLocks/>
          </p:cNvSpPr>
          <p:nvPr/>
        </p:nvSpPr>
        <p:spPr>
          <a:xfrm>
            <a:off x="4322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1" name="Címkocka">
            <a:extLst>
              <a:ext uri="{FF2B5EF4-FFF2-40B4-BE49-F238E27FC236}">
                <a16:creationId xmlns:a16="http://schemas.microsoft.com/office/drawing/2014/main" id="{24B20615-A89B-5FF5-AFD1-B020F60EC00D}"/>
              </a:ext>
            </a:extLst>
          </p:cNvPr>
          <p:cNvSpPr>
            <a:spLocks/>
          </p:cNvSpPr>
          <p:nvPr/>
        </p:nvSpPr>
        <p:spPr>
          <a:xfrm>
            <a:off x="504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2" name="Címkocka">
            <a:extLst>
              <a:ext uri="{FF2B5EF4-FFF2-40B4-BE49-F238E27FC236}">
                <a16:creationId xmlns:a16="http://schemas.microsoft.com/office/drawing/2014/main" id="{DAB9A8E2-53DD-0036-BD2A-147FC70078F7}"/>
              </a:ext>
            </a:extLst>
          </p:cNvPr>
          <p:cNvSpPr>
            <a:spLocks/>
          </p:cNvSpPr>
          <p:nvPr/>
        </p:nvSpPr>
        <p:spPr>
          <a:xfrm>
            <a:off x="5762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3" name="Címkocka">
            <a:extLst>
              <a:ext uri="{FF2B5EF4-FFF2-40B4-BE49-F238E27FC236}">
                <a16:creationId xmlns:a16="http://schemas.microsoft.com/office/drawing/2014/main" id="{E958F468-A6D6-9B89-80B6-87CFF66F2EF0}"/>
              </a:ext>
            </a:extLst>
          </p:cNvPr>
          <p:cNvSpPr>
            <a:spLocks/>
          </p:cNvSpPr>
          <p:nvPr/>
        </p:nvSpPr>
        <p:spPr>
          <a:xfrm>
            <a:off x="6482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4" name="Címkocka">
            <a:extLst>
              <a:ext uri="{FF2B5EF4-FFF2-40B4-BE49-F238E27FC236}">
                <a16:creationId xmlns:a16="http://schemas.microsoft.com/office/drawing/2014/main" id="{0E30EE53-2884-6AC0-581F-7BD59F45CE18}"/>
              </a:ext>
            </a:extLst>
          </p:cNvPr>
          <p:cNvSpPr>
            <a:spLocks/>
          </p:cNvSpPr>
          <p:nvPr/>
        </p:nvSpPr>
        <p:spPr>
          <a:xfrm>
            <a:off x="7203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5" name="Címkocka">
            <a:extLst>
              <a:ext uri="{FF2B5EF4-FFF2-40B4-BE49-F238E27FC236}">
                <a16:creationId xmlns:a16="http://schemas.microsoft.com/office/drawing/2014/main" id="{CDEBBB40-DD13-44AC-2A76-0E1BF2BE60D3}"/>
              </a:ext>
            </a:extLst>
          </p:cNvPr>
          <p:cNvSpPr>
            <a:spLocks/>
          </p:cNvSpPr>
          <p:nvPr/>
        </p:nvSpPr>
        <p:spPr>
          <a:xfrm>
            <a:off x="7924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6" name="Címkocka">
            <a:extLst>
              <a:ext uri="{FF2B5EF4-FFF2-40B4-BE49-F238E27FC236}">
                <a16:creationId xmlns:a16="http://schemas.microsoft.com/office/drawing/2014/main" id="{CB203084-B4A1-66A6-5813-EC6C2F030A51}"/>
              </a:ext>
            </a:extLst>
          </p:cNvPr>
          <p:cNvSpPr>
            <a:spLocks/>
          </p:cNvSpPr>
          <p:nvPr/>
        </p:nvSpPr>
        <p:spPr>
          <a:xfrm>
            <a:off x="8645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187" name="Címkocka">
            <a:extLst>
              <a:ext uri="{FF2B5EF4-FFF2-40B4-BE49-F238E27FC236}">
                <a16:creationId xmlns:a16="http://schemas.microsoft.com/office/drawing/2014/main" id="{97832C43-7559-F895-8F75-CF94AFE8BFCC}"/>
              </a:ext>
            </a:extLst>
          </p:cNvPr>
          <p:cNvSpPr>
            <a:spLocks/>
          </p:cNvSpPr>
          <p:nvPr/>
        </p:nvSpPr>
        <p:spPr>
          <a:xfrm>
            <a:off x="9364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8" name="Címkocka">
            <a:extLst>
              <a:ext uri="{FF2B5EF4-FFF2-40B4-BE49-F238E27FC236}">
                <a16:creationId xmlns:a16="http://schemas.microsoft.com/office/drawing/2014/main" id="{19508198-0AA1-D691-3EBE-A2D1B979BDCD}"/>
              </a:ext>
            </a:extLst>
          </p:cNvPr>
          <p:cNvSpPr>
            <a:spLocks/>
          </p:cNvSpPr>
          <p:nvPr/>
        </p:nvSpPr>
        <p:spPr>
          <a:xfrm>
            <a:off x="10084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89" name="Téglalap 188">
            <a:extLst>
              <a:ext uri="{FF2B5EF4-FFF2-40B4-BE49-F238E27FC236}">
                <a16:creationId xmlns:a16="http://schemas.microsoft.com/office/drawing/2014/main" id="{289D1D06-6FB7-5EB1-5411-D47F092C77B2}"/>
              </a:ext>
            </a:extLst>
          </p:cNvPr>
          <p:cNvSpPr>
            <a:spLocks/>
          </p:cNvSpPr>
          <p:nvPr/>
        </p:nvSpPr>
        <p:spPr>
          <a:xfrm>
            <a:off x="10804000" y="1394550"/>
            <a:ext cx="720000" cy="721451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0" name="Téglalap 189">
            <a:extLst>
              <a:ext uri="{FF2B5EF4-FFF2-40B4-BE49-F238E27FC236}">
                <a16:creationId xmlns:a16="http://schemas.microsoft.com/office/drawing/2014/main" id="{3874ECC0-F556-2B6C-8F67-850454F172ED}"/>
              </a:ext>
            </a:extLst>
          </p:cNvPr>
          <p:cNvSpPr>
            <a:spLocks/>
          </p:cNvSpPr>
          <p:nvPr/>
        </p:nvSpPr>
        <p:spPr>
          <a:xfrm>
            <a:off x="11524000" y="1394550"/>
            <a:ext cx="720000" cy="721451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7" name="Téglalap 156">
            <a:extLst>
              <a:ext uri="{FF2B5EF4-FFF2-40B4-BE49-F238E27FC236}">
                <a16:creationId xmlns:a16="http://schemas.microsoft.com/office/drawing/2014/main" id="{BA8AD6B2-1CBC-F6E7-09A6-8603EBCB3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8" name="Téglalap 157">
            <a:extLst>
              <a:ext uri="{FF2B5EF4-FFF2-40B4-BE49-F238E27FC236}">
                <a16:creationId xmlns:a16="http://schemas.microsoft.com/office/drawing/2014/main" id="{6F3A0204-590A-EE93-5438-BF3A99CEBF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59" name="Címkocka">
            <a:extLst>
              <a:ext uri="{FF2B5EF4-FFF2-40B4-BE49-F238E27FC236}">
                <a16:creationId xmlns:a16="http://schemas.microsoft.com/office/drawing/2014/main" id="{13BF57E0-1B6B-91B5-666F-A6DE39D9B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0" name="Címkocka">
            <a:extLst>
              <a:ext uri="{FF2B5EF4-FFF2-40B4-BE49-F238E27FC236}">
                <a16:creationId xmlns:a16="http://schemas.microsoft.com/office/drawing/2014/main" id="{EBF9398B-15B0-7C4F-FC00-D7A1CAF22E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1" name="Címkocka">
            <a:extLst>
              <a:ext uri="{FF2B5EF4-FFF2-40B4-BE49-F238E27FC236}">
                <a16:creationId xmlns:a16="http://schemas.microsoft.com/office/drawing/2014/main" id="{D0295F68-636B-AFA5-8FC2-03552DAAAC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2" name="Címkocka">
            <a:extLst>
              <a:ext uri="{FF2B5EF4-FFF2-40B4-BE49-F238E27FC236}">
                <a16:creationId xmlns:a16="http://schemas.microsoft.com/office/drawing/2014/main" id="{3FFCD007-5AAD-D895-89AA-4CC0ED4EE3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3" name="Címkocka">
            <a:extLst>
              <a:ext uri="{FF2B5EF4-FFF2-40B4-BE49-F238E27FC236}">
                <a16:creationId xmlns:a16="http://schemas.microsoft.com/office/drawing/2014/main" id="{7064DA22-1670-CDCE-12DE-5A5CC45CE5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4" name="Címkocka">
            <a:extLst>
              <a:ext uri="{FF2B5EF4-FFF2-40B4-BE49-F238E27FC236}">
                <a16:creationId xmlns:a16="http://schemas.microsoft.com/office/drawing/2014/main" id="{F28E707E-A335-47DB-A66C-024CFCC7B5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5" name="Címkocka">
            <a:extLst>
              <a:ext uri="{FF2B5EF4-FFF2-40B4-BE49-F238E27FC236}">
                <a16:creationId xmlns:a16="http://schemas.microsoft.com/office/drawing/2014/main" id="{D1B2C725-A0B8-C46A-4C4B-87CC7BB100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6" name="Címkocka">
            <a:extLst>
              <a:ext uri="{FF2B5EF4-FFF2-40B4-BE49-F238E27FC236}">
                <a16:creationId xmlns:a16="http://schemas.microsoft.com/office/drawing/2014/main" id="{4C9069D1-AF31-89AC-92EE-790EEC934B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7" name="Címkocka">
            <a:extLst>
              <a:ext uri="{FF2B5EF4-FFF2-40B4-BE49-F238E27FC236}">
                <a16:creationId xmlns:a16="http://schemas.microsoft.com/office/drawing/2014/main" id="{5EA59377-2EEC-34C1-8934-D1EA2CBF54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8" name="Címkocka">
            <a:extLst>
              <a:ext uri="{FF2B5EF4-FFF2-40B4-BE49-F238E27FC236}">
                <a16:creationId xmlns:a16="http://schemas.microsoft.com/office/drawing/2014/main" id="{808E5610-39CF-87D3-A641-5C31A420DE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69" name="Címkocka">
            <a:extLst>
              <a:ext uri="{FF2B5EF4-FFF2-40B4-BE49-F238E27FC236}">
                <a16:creationId xmlns:a16="http://schemas.microsoft.com/office/drawing/2014/main" id="{D1AFB6C3-774B-7200-1629-998A1C5412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0" name="Címkocka">
            <a:extLst>
              <a:ext uri="{FF2B5EF4-FFF2-40B4-BE49-F238E27FC236}">
                <a16:creationId xmlns:a16="http://schemas.microsoft.com/office/drawing/2014/main" id="{2BE57704-368A-FE7B-358A-D5E701963D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1" name="Címkocka">
            <a:extLst>
              <a:ext uri="{FF2B5EF4-FFF2-40B4-BE49-F238E27FC236}">
                <a16:creationId xmlns:a16="http://schemas.microsoft.com/office/drawing/2014/main" id="{2601CAAD-E068-9A14-FC7B-DAAF83702C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2" name="Téglalap 171">
            <a:extLst>
              <a:ext uri="{FF2B5EF4-FFF2-40B4-BE49-F238E27FC236}">
                <a16:creationId xmlns:a16="http://schemas.microsoft.com/office/drawing/2014/main" id="{9EED934E-7044-EC7E-24F7-E96933B6DC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114550"/>
            <a:ext cx="720000" cy="681126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73" name="Téglalap 172">
            <a:extLst>
              <a:ext uri="{FF2B5EF4-FFF2-40B4-BE49-F238E27FC236}">
                <a16:creationId xmlns:a16="http://schemas.microsoft.com/office/drawing/2014/main" id="{E637BA37-3952-AF29-5DA0-BF845A03B3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114550"/>
            <a:ext cx="720000" cy="681126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0" name="Téglalap 249">
            <a:extLst>
              <a:ext uri="{FF2B5EF4-FFF2-40B4-BE49-F238E27FC236}">
                <a16:creationId xmlns:a16="http://schemas.microsoft.com/office/drawing/2014/main" id="{ACA596DF-D571-274C-032B-7A805F32C8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1" name="Téglalap 250">
            <a:extLst>
              <a:ext uri="{FF2B5EF4-FFF2-40B4-BE49-F238E27FC236}">
                <a16:creationId xmlns:a16="http://schemas.microsoft.com/office/drawing/2014/main" id="{A829AD8C-5CE2-443C-3BC4-49C47D2D76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2" name="Címkocka">
            <a:extLst>
              <a:ext uri="{FF2B5EF4-FFF2-40B4-BE49-F238E27FC236}">
                <a16:creationId xmlns:a16="http://schemas.microsoft.com/office/drawing/2014/main" id="{E08AA915-7F80-DEEC-03D2-8D1663559E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3" name="Címkocka">
            <a:extLst>
              <a:ext uri="{FF2B5EF4-FFF2-40B4-BE49-F238E27FC236}">
                <a16:creationId xmlns:a16="http://schemas.microsoft.com/office/drawing/2014/main" id="{584E710B-6717-090B-057F-4676409983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4" name="Címkocka">
            <a:extLst>
              <a:ext uri="{FF2B5EF4-FFF2-40B4-BE49-F238E27FC236}">
                <a16:creationId xmlns:a16="http://schemas.microsoft.com/office/drawing/2014/main" id="{D85206C9-22DB-7B5E-DBD1-9A2DF5CAAB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5" name="Címkocka">
            <a:extLst>
              <a:ext uri="{FF2B5EF4-FFF2-40B4-BE49-F238E27FC236}">
                <a16:creationId xmlns:a16="http://schemas.microsoft.com/office/drawing/2014/main" id="{D223B048-CCF7-EE53-BBE2-F5926B35EE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6" name="Címkocka">
            <a:extLst>
              <a:ext uri="{FF2B5EF4-FFF2-40B4-BE49-F238E27FC236}">
                <a16:creationId xmlns:a16="http://schemas.microsoft.com/office/drawing/2014/main" id="{1B1F0C52-43B3-61EB-B10D-AE57B0F332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7" name="Címkocka">
            <a:extLst>
              <a:ext uri="{FF2B5EF4-FFF2-40B4-BE49-F238E27FC236}">
                <a16:creationId xmlns:a16="http://schemas.microsoft.com/office/drawing/2014/main" id="{D8DD948A-DED9-E938-7158-483707154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8" name="Címkocka">
            <a:extLst>
              <a:ext uri="{FF2B5EF4-FFF2-40B4-BE49-F238E27FC236}">
                <a16:creationId xmlns:a16="http://schemas.microsoft.com/office/drawing/2014/main" id="{BCC8FF80-2D28-FE78-7773-53708A5F73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59" name="Címkocka">
            <a:extLst>
              <a:ext uri="{FF2B5EF4-FFF2-40B4-BE49-F238E27FC236}">
                <a16:creationId xmlns:a16="http://schemas.microsoft.com/office/drawing/2014/main" id="{F3C1B107-D68B-2E34-F851-6BAB1EE819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0" name="Címkocka">
            <a:extLst>
              <a:ext uri="{FF2B5EF4-FFF2-40B4-BE49-F238E27FC236}">
                <a16:creationId xmlns:a16="http://schemas.microsoft.com/office/drawing/2014/main" id="{B85AE543-93F6-9635-2F99-EEBE7EB6EC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1" name="Címkocka">
            <a:extLst>
              <a:ext uri="{FF2B5EF4-FFF2-40B4-BE49-F238E27FC236}">
                <a16:creationId xmlns:a16="http://schemas.microsoft.com/office/drawing/2014/main" id="{5762A004-C743-9DA3-AE37-CA7F941AE1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2" name="Címkocka">
            <a:extLst>
              <a:ext uri="{FF2B5EF4-FFF2-40B4-BE49-F238E27FC236}">
                <a16:creationId xmlns:a16="http://schemas.microsoft.com/office/drawing/2014/main" id="{5F85DF60-2F14-08F0-F1BB-25D6FA8A98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3" name="Címkocka">
            <a:extLst>
              <a:ext uri="{FF2B5EF4-FFF2-40B4-BE49-F238E27FC236}">
                <a16:creationId xmlns:a16="http://schemas.microsoft.com/office/drawing/2014/main" id="{C907BFA4-EF44-0AC1-1CC6-0E961DB2AF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4" name="Címkocka">
            <a:extLst>
              <a:ext uri="{FF2B5EF4-FFF2-40B4-BE49-F238E27FC236}">
                <a16:creationId xmlns:a16="http://schemas.microsoft.com/office/drawing/2014/main" id="{5C8981E1-305C-95E5-B04D-A1E4DEDDB9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5" name="Téglalap 264">
            <a:extLst>
              <a:ext uri="{FF2B5EF4-FFF2-40B4-BE49-F238E27FC236}">
                <a16:creationId xmlns:a16="http://schemas.microsoft.com/office/drawing/2014/main" id="{D0D77C1F-E630-CC5F-7C78-17201EABD8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279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66" name="Téglalap 265">
            <a:extLst>
              <a:ext uri="{FF2B5EF4-FFF2-40B4-BE49-F238E27FC236}">
                <a16:creationId xmlns:a16="http://schemas.microsoft.com/office/drawing/2014/main" id="{04755DD0-2A75-6E7B-54AD-6DCB12A19A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279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33" name="Téglalap 232">
            <a:extLst>
              <a:ext uri="{FF2B5EF4-FFF2-40B4-BE49-F238E27FC236}">
                <a16:creationId xmlns:a16="http://schemas.microsoft.com/office/drawing/2014/main" id="{9D488080-E56A-B2FC-E8CD-C16505756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4" name="Téglalap 233">
            <a:extLst>
              <a:ext uri="{FF2B5EF4-FFF2-40B4-BE49-F238E27FC236}">
                <a16:creationId xmlns:a16="http://schemas.microsoft.com/office/drawing/2014/main" id="{C9C8B327-CA41-6BFB-4E91-1A5367B1B7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5" name="Címkocka">
            <a:extLst>
              <a:ext uri="{FF2B5EF4-FFF2-40B4-BE49-F238E27FC236}">
                <a16:creationId xmlns:a16="http://schemas.microsoft.com/office/drawing/2014/main" id="{20984B50-AE84-E4CD-014B-8A579C3CF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6" name="Címkocka">
            <a:extLst>
              <a:ext uri="{FF2B5EF4-FFF2-40B4-BE49-F238E27FC236}">
                <a16:creationId xmlns:a16="http://schemas.microsoft.com/office/drawing/2014/main" id="{ED2C868D-7261-5FB1-9678-348E3B66FA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7" name="Címkocka">
            <a:extLst>
              <a:ext uri="{FF2B5EF4-FFF2-40B4-BE49-F238E27FC236}">
                <a16:creationId xmlns:a16="http://schemas.microsoft.com/office/drawing/2014/main" id="{D92CA133-9764-A0CD-AF5A-74DB0D2EF4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8" name="Címkocka">
            <a:extLst>
              <a:ext uri="{FF2B5EF4-FFF2-40B4-BE49-F238E27FC236}">
                <a16:creationId xmlns:a16="http://schemas.microsoft.com/office/drawing/2014/main" id="{25CE5490-A493-C633-9A3A-6CA8F5F6C9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39" name="Címkocka">
            <a:extLst>
              <a:ext uri="{FF2B5EF4-FFF2-40B4-BE49-F238E27FC236}">
                <a16:creationId xmlns:a16="http://schemas.microsoft.com/office/drawing/2014/main" id="{6340C9BE-0659-5CA5-7A98-311171FCB2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40" name="Címkocka">
            <a:extLst>
              <a:ext uri="{FF2B5EF4-FFF2-40B4-BE49-F238E27FC236}">
                <a16:creationId xmlns:a16="http://schemas.microsoft.com/office/drawing/2014/main" id="{1E0BB1C4-07CF-F6EF-447F-865A05147D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1" name="Címkocka">
            <a:extLst>
              <a:ext uri="{FF2B5EF4-FFF2-40B4-BE49-F238E27FC236}">
                <a16:creationId xmlns:a16="http://schemas.microsoft.com/office/drawing/2014/main" id="{01062836-1FAC-0165-5E39-8646E021D8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3515676"/>
            <a:ext cx="720000" cy="68294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2" name="Címkocka">
            <a:extLst>
              <a:ext uri="{FF2B5EF4-FFF2-40B4-BE49-F238E27FC236}">
                <a16:creationId xmlns:a16="http://schemas.microsoft.com/office/drawing/2014/main" id="{CAE7647E-4A6B-7D42-9176-D090D99A8C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3515676"/>
            <a:ext cx="720000" cy="68294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3" name="Címkocka">
            <a:extLst>
              <a:ext uri="{FF2B5EF4-FFF2-40B4-BE49-F238E27FC236}">
                <a16:creationId xmlns:a16="http://schemas.microsoft.com/office/drawing/2014/main" id="{A01059A7-9888-A143-EE98-14FF0422C5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3515676"/>
            <a:ext cx="720000" cy="68294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4" name="Címkocka">
            <a:extLst>
              <a:ext uri="{FF2B5EF4-FFF2-40B4-BE49-F238E27FC236}">
                <a16:creationId xmlns:a16="http://schemas.microsoft.com/office/drawing/2014/main" id="{060952B9-8440-64F1-83A4-69868F5622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3515676"/>
            <a:ext cx="720000" cy="68294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5" name="Címkocka">
            <a:extLst>
              <a:ext uri="{FF2B5EF4-FFF2-40B4-BE49-F238E27FC236}">
                <a16:creationId xmlns:a16="http://schemas.microsoft.com/office/drawing/2014/main" id="{1B9C0D9B-7195-0346-E71A-168D025AAB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3515676"/>
            <a:ext cx="720000" cy="68294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46" name="Címkocka">
            <a:extLst>
              <a:ext uri="{FF2B5EF4-FFF2-40B4-BE49-F238E27FC236}">
                <a16:creationId xmlns:a16="http://schemas.microsoft.com/office/drawing/2014/main" id="{179E6C7A-AB32-5F6A-398D-2CC376FEC5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3515676"/>
            <a:ext cx="720000" cy="68294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7" name="Címkocka">
            <a:extLst>
              <a:ext uri="{FF2B5EF4-FFF2-40B4-BE49-F238E27FC236}">
                <a16:creationId xmlns:a16="http://schemas.microsoft.com/office/drawing/2014/main" id="{3A990006-7F6A-010C-A414-31CAF88154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8" name="Téglalap 247">
            <a:extLst>
              <a:ext uri="{FF2B5EF4-FFF2-40B4-BE49-F238E27FC236}">
                <a16:creationId xmlns:a16="http://schemas.microsoft.com/office/drawing/2014/main" id="{58110A35-7018-4F16-3781-EEBD2DF900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3515676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49" name="Téglalap 248">
            <a:extLst>
              <a:ext uri="{FF2B5EF4-FFF2-40B4-BE49-F238E27FC236}">
                <a16:creationId xmlns:a16="http://schemas.microsoft.com/office/drawing/2014/main" id="{7DE2BD65-349D-61BA-3C09-471877255EF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3515676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4" name="Téglalap 213">
            <a:extLst>
              <a:ext uri="{FF2B5EF4-FFF2-40B4-BE49-F238E27FC236}">
                <a16:creationId xmlns:a16="http://schemas.microsoft.com/office/drawing/2014/main" id="{5E0314E4-78C3-18F3-5C30-B818E0A02F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235675"/>
            <a:ext cx="720000" cy="6796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5" name="Téglalap 214">
            <a:extLst>
              <a:ext uri="{FF2B5EF4-FFF2-40B4-BE49-F238E27FC236}">
                <a16:creationId xmlns:a16="http://schemas.microsoft.com/office/drawing/2014/main" id="{2F3D8263-5753-1C03-69BF-3B9FEF3417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235675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6" name="Címkocka">
            <a:extLst>
              <a:ext uri="{FF2B5EF4-FFF2-40B4-BE49-F238E27FC236}">
                <a16:creationId xmlns:a16="http://schemas.microsoft.com/office/drawing/2014/main" id="{21DD8EB2-3C2D-A72A-84D7-DF20DB631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235675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7" name="Címkocka">
            <a:extLst>
              <a:ext uri="{FF2B5EF4-FFF2-40B4-BE49-F238E27FC236}">
                <a16:creationId xmlns:a16="http://schemas.microsoft.com/office/drawing/2014/main" id="{B4FB477A-F6C0-F909-0845-297E515EC4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235675"/>
            <a:ext cx="720000" cy="6796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8" name="Címkocka">
            <a:extLst>
              <a:ext uri="{FF2B5EF4-FFF2-40B4-BE49-F238E27FC236}">
                <a16:creationId xmlns:a16="http://schemas.microsoft.com/office/drawing/2014/main" id="{43E5623F-FE0B-1C15-E9E4-4D9F6BCC4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235675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2" name="Címkocka">
            <a:extLst>
              <a:ext uri="{FF2B5EF4-FFF2-40B4-BE49-F238E27FC236}">
                <a16:creationId xmlns:a16="http://schemas.microsoft.com/office/drawing/2014/main" id="{01DC7889-E9CB-2AD0-C287-D575A06F4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23" name="Címkocka">
            <a:extLst>
              <a:ext uri="{FF2B5EF4-FFF2-40B4-BE49-F238E27FC236}">
                <a16:creationId xmlns:a16="http://schemas.microsoft.com/office/drawing/2014/main" id="{CF2507A2-283B-3602-E867-D04818ECF4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4" name="Címkocka">
            <a:extLst>
              <a:ext uri="{FF2B5EF4-FFF2-40B4-BE49-F238E27FC236}">
                <a16:creationId xmlns:a16="http://schemas.microsoft.com/office/drawing/2014/main" id="{3025A943-343E-AC3C-B0C8-38FD8EFB60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6" name="Címkocka">
            <a:extLst>
              <a:ext uri="{FF2B5EF4-FFF2-40B4-BE49-F238E27FC236}">
                <a16:creationId xmlns:a16="http://schemas.microsoft.com/office/drawing/2014/main" id="{B5D559AD-4079-C664-AE7A-E42B5CBB66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195351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7" name="Címkocka">
            <a:extLst>
              <a:ext uri="{FF2B5EF4-FFF2-40B4-BE49-F238E27FC236}">
                <a16:creationId xmlns:a16="http://schemas.microsoft.com/office/drawing/2014/main" id="{45EED510-AF30-2E35-2856-5AD4EA3424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195351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8" name="Címkocka">
            <a:extLst>
              <a:ext uri="{FF2B5EF4-FFF2-40B4-BE49-F238E27FC236}">
                <a16:creationId xmlns:a16="http://schemas.microsoft.com/office/drawing/2014/main" id="{196F8A5C-4339-0099-6BB3-370047A712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235675"/>
            <a:ext cx="720000" cy="679675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29" name="Téglalap 228">
            <a:extLst>
              <a:ext uri="{FF2B5EF4-FFF2-40B4-BE49-F238E27FC236}">
                <a16:creationId xmlns:a16="http://schemas.microsoft.com/office/drawing/2014/main" id="{539F8063-7B5F-C301-94A2-CA132CF1B5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235675"/>
            <a:ext cx="720000" cy="679675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30" name="Téglalap 229">
            <a:extLst>
              <a:ext uri="{FF2B5EF4-FFF2-40B4-BE49-F238E27FC236}">
                <a16:creationId xmlns:a16="http://schemas.microsoft.com/office/drawing/2014/main" id="{B3780DAA-6B07-742D-30FB-CDF58FA0D5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235675"/>
            <a:ext cx="720000" cy="679675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97" name="Téglalap 196">
            <a:extLst>
              <a:ext uri="{FF2B5EF4-FFF2-40B4-BE49-F238E27FC236}">
                <a16:creationId xmlns:a16="http://schemas.microsoft.com/office/drawing/2014/main" id="{C4E46F55-56A4-3170-5124-BCF127A18E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8" name="Téglalap 197">
            <a:extLst>
              <a:ext uri="{FF2B5EF4-FFF2-40B4-BE49-F238E27FC236}">
                <a16:creationId xmlns:a16="http://schemas.microsoft.com/office/drawing/2014/main" id="{5DEC3BD3-5D53-63A4-4AD1-3845EF60B2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4915351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99" name="Címkocka">
            <a:extLst>
              <a:ext uri="{FF2B5EF4-FFF2-40B4-BE49-F238E27FC236}">
                <a16:creationId xmlns:a16="http://schemas.microsoft.com/office/drawing/2014/main" id="{4480E558-7663-F0CB-E7A5-FA722BDDA8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0" name="Címkocka">
            <a:extLst>
              <a:ext uri="{FF2B5EF4-FFF2-40B4-BE49-F238E27FC236}">
                <a16:creationId xmlns:a16="http://schemas.microsoft.com/office/drawing/2014/main" id="{D7F2D53C-B705-4D5D-FE14-89831A343C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4915351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1" name="Címkocka">
            <a:extLst>
              <a:ext uri="{FF2B5EF4-FFF2-40B4-BE49-F238E27FC236}">
                <a16:creationId xmlns:a16="http://schemas.microsoft.com/office/drawing/2014/main" id="{438E2CD9-D3C9-3300-F46F-07AA8D4267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3" name="Címkocka">
            <a:extLst>
              <a:ext uri="{FF2B5EF4-FFF2-40B4-BE49-F238E27FC236}">
                <a16:creationId xmlns:a16="http://schemas.microsoft.com/office/drawing/2014/main" id="{0472B4F6-D863-09A4-1102-98D961C634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  <a:endParaRPr lang="hu-HU" sz="3600" b="1" dirty="0"/>
          </a:p>
        </p:txBody>
      </p:sp>
      <p:sp>
        <p:nvSpPr>
          <p:cNvPr id="204" name="Címkocka">
            <a:extLst>
              <a:ext uri="{FF2B5EF4-FFF2-40B4-BE49-F238E27FC236}">
                <a16:creationId xmlns:a16="http://schemas.microsoft.com/office/drawing/2014/main" id="{5917D0D7-E33E-400C-AABA-BE83B52774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5" name="Címkocka">
            <a:extLst>
              <a:ext uri="{FF2B5EF4-FFF2-40B4-BE49-F238E27FC236}">
                <a16:creationId xmlns:a16="http://schemas.microsoft.com/office/drawing/2014/main" id="{7F074732-34B0-86FA-7484-9BCFD45AC1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6" name="Címkocka">
            <a:extLst>
              <a:ext uri="{FF2B5EF4-FFF2-40B4-BE49-F238E27FC236}">
                <a16:creationId xmlns:a16="http://schemas.microsoft.com/office/drawing/2014/main" id="{96428C16-513D-C463-B124-BE2E2B2C44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7" name="Címkocka">
            <a:extLst>
              <a:ext uri="{FF2B5EF4-FFF2-40B4-BE49-F238E27FC236}">
                <a16:creationId xmlns:a16="http://schemas.microsoft.com/office/drawing/2014/main" id="{220AE5E6-89F2-4EB4-A1E1-2FC08FF104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8" name="Címkocka">
            <a:extLst>
              <a:ext uri="{FF2B5EF4-FFF2-40B4-BE49-F238E27FC236}">
                <a16:creationId xmlns:a16="http://schemas.microsoft.com/office/drawing/2014/main" id="{A9FDB5DD-00BD-A3A7-0773-0DC9A187EB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09" name="Címkocka">
            <a:extLst>
              <a:ext uri="{FF2B5EF4-FFF2-40B4-BE49-F238E27FC236}">
                <a16:creationId xmlns:a16="http://schemas.microsoft.com/office/drawing/2014/main" id="{ABD7D4D2-9A94-214F-78B2-5606C90C36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4915351"/>
            <a:ext cx="720000" cy="654869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0" name="Címkocka">
            <a:extLst>
              <a:ext uri="{FF2B5EF4-FFF2-40B4-BE49-F238E27FC236}">
                <a16:creationId xmlns:a16="http://schemas.microsoft.com/office/drawing/2014/main" id="{DC61E0D5-9431-75E1-87B2-0288C39CEF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4915351"/>
            <a:ext cx="720000" cy="654869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1" name="Címkocka">
            <a:extLst>
              <a:ext uri="{FF2B5EF4-FFF2-40B4-BE49-F238E27FC236}">
                <a16:creationId xmlns:a16="http://schemas.microsoft.com/office/drawing/2014/main" id="{F5305F2A-3155-288E-75E7-A3302279D9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4915351"/>
            <a:ext cx="720000" cy="679675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2" name="Téglalap 211">
            <a:extLst>
              <a:ext uri="{FF2B5EF4-FFF2-40B4-BE49-F238E27FC236}">
                <a16:creationId xmlns:a16="http://schemas.microsoft.com/office/drawing/2014/main" id="{7A9939FD-3848-17C2-9B1B-759FB50594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4915351"/>
            <a:ext cx="720000" cy="6796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13" name="Téglalap 212">
            <a:extLst>
              <a:ext uri="{FF2B5EF4-FFF2-40B4-BE49-F238E27FC236}">
                <a16:creationId xmlns:a16="http://schemas.microsoft.com/office/drawing/2014/main" id="{4F43F2A3-FCB7-5376-7FE9-AF8FDEA84D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4915351"/>
            <a:ext cx="720000" cy="679675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5" name="Téglalap 324">
            <a:extLst>
              <a:ext uri="{FF2B5EF4-FFF2-40B4-BE49-F238E27FC236}">
                <a16:creationId xmlns:a16="http://schemas.microsoft.com/office/drawing/2014/main" id="{B6AAB328-9499-70A4-EA52-1ADFFBF2E8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5595026"/>
            <a:ext cx="720000" cy="688928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6" name="Téglalap 325">
            <a:extLst>
              <a:ext uri="{FF2B5EF4-FFF2-40B4-BE49-F238E27FC236}">
                <a16:creationId xmlns:a16="http://schemas.microsoft.com/office/drawing/2014/main" id="{FBF89613-1E3F-6A08-3DF9-834AC0A10B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5595026"/>
            <a:ext cx="720000" cy="68892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7" name="Téglalap 326">
            <a:extLst>
              <a:ext uri="{FF2B5EF4-FFF2-40B4-BE49-F238E27FC236}">
                <a16:creationId xmlns:a16="http://schemas.microsoft.com/office/drawing/2014/main" id="{44B9CDDC-FDE5-74C4-B7C3-E9A9F3C2C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5595026"/>
            <a:ext cx="720000" cy="688928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8" name="Téglalap 327">
            <a:extLst>
              <a:ext uri="{FF2B5EF4-FFF2-40B4-BE49-F238E27FC236}">
                <a16:creationId xmlns:a16="http://schemas.microsoft.com/office/drawing/2014/main" id="{014E1300-FFB8-B6E1-992B-EB416221B0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5595026"/>
            <a:ext cx="720000" cy="68892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9" name="Téglalap 328">
            <a:extLst>
              <a:ext uri="{FF2B5EF4-FFF2-40B4-BE49-F238E27FC236}">
                <a16:creationId xmlns:a16="http://schemas.microsoft.com/office/drawing/2014/main" id="{C2C43C8D-F7E4-E6E0-72C1-91269D9FA5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5595026"/>
            <a:ext cx="720000" cy="688928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1" name="Téglalap 330">
            <a:extLst>
              <a:ext uri="{FF2B5EF4-FFF2-40B4-BE49-F238E27FC236}">
                <a16:creationId xmlns:a16="http://schemas.microsoft.com/office/drawing/2014/main" id="{C2324EE7-8B3E-2540-3820-59635DF6E5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32" name="Téglalap 331">
            <a:extLst>
              <a:ext uri="{FF2B5EF4-FFF2-40B4-BE49-F238E27FC236}">
                <a16:creationId xmlns:a16="http://schemas.microsoft.com/office/drawing/2014/main" id="{D1587FD8-158F-CDFD-1D7E-3FF61034D9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3" name="Téglalap 332">
            <a:extLst>
              <a:ext uri="{FF2B5EF4-FFF2-40B4-BE49-F238E27FC236}">
                <a16:creationId xmlns:a16="http://schemas.microsoft.com/office/drawing/2014/main" id="{12E9A02A-318C-C532-82C2-919C64E914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4" name="Téglalap 333">
            <a:extLst>
              <a:ext uri="{FF2B5EF4-FFF2-40B4-BE49-F238E27FC236}">
                <a16:creationId xmlns:a16="http://schemas.microsoft.com/office/drawing/2014/main" id="{0F11BD71-8104-7A29-C396-F188292FAF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5" name="Téglalap 334">
            <a:extLst>
              <a:ext uri="{FF2B5EF4-FFF2-40B4-BE49-F238E27FC236}">
                <a16:creationId xmlns:a16="http://schemas.microsoft.com/office/drawing/2014/main" id="{7CBD541F-BF1F-DBC7-4F6B-8A8098605B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6" name="Téglalap 335">
            <a:extLst>
              <a:ext uri="{FF2B5EF4-FFF2-40B4-BE49-F238E27FC236}">
                <a16:creationId xmlns:a16="http://schemas.microsoft.com/office/drawing/2014/main" id="{B9B40966-69F4-0B5E-6C65-24241B9A99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7" name="Téglalap 336">
            <a:extLst>
              <a:ext uri="{FF2B5EF4-FFF2-40B4-BE49-F238E27FC236}">
                <a16:creationId xmlns:a16="http://schemas.microsoft.com/office/drawing/2014/main" id="{A22D62E0-C8FB-0A1A-AC02-1257C6C713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556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8" name="Téglalap 337">
            <a:extLst>
              <a:ext uri="{FF2B5EF4-FFF2-40B4-BE49-F238E27FC236}">
                <a16:creationId xmlns:a16="http://schemas.microsoft.com/office/drawing/2014/main" id="{59DE183F-1C74-F183-278B-8E9284F40A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556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9" name="Téglalap 338">
            <a:extLst>
              <a:ext uri="{FF2B5EF4-FFF2-40B4-BE49-F238E27FC236}">
                <a16:creationId xmlns:a16="http://schemas.microsoft.com/office/drawing/2014/main" id="{A6539AA0-6499-313C-2942-E290B8AB61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5582920"/>
            <a:ext cx="720000" cy="70103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0" name="Téglalap 339">
            <a:extLst>
              <a:ext uri="{FF2B5EF4-FFF2-40B4-BE49-F238E27FC236}">
                <a16:creationId xmlns:a16="http://schemas.microsoft.com/office/drawing/2014/main" id="{D28441CE-9644-77A2-822F-71335F93EE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5582920"/>
            <a:ext cx="720000" cy="70103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41" name="Téglalap 340">
            <a:extLst>
              <a:ext uri="{FF2B5EF4-FFF2-40B4-BE49-F238E27FC236}">
                <a16:creationId xmlns:a16="http://schemas.microsoft.com/office/drawing/2014/main" id="{C8732F53-0C8E-E72C-9069-E8FBAAB812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5582920"/>
            <a:ext cx="720000" cy="70103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08" name="Téglalap 307">
            <a:extLst>
              <a:ext uri="{FF2B5EF4-FFF2-40B4-BE49-F238E27FC236}">
                <a16:creationId xmlns:a16="http://schemas.microsoft.com/office/drawing/2014/main" id="{9DD0CFBE-FAE2-73F0-EC9A-3E4570478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09" name="Téglalap 308">
            <a:extLst>
              <a:ext uri="{FF2B5EF4-FFF2-40B4-BE49-F238E27FC236}">
                <a16:creationId xmlns:a16="http://schemas.microsoft.com/office/drawing/2014/main" id="{3169A8FA-6EAB-53EA-CBED-61F655AC57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0" name="Téglalap 309">
            <a:extLst>
              <a:ext uri="{FF2B5EF4-FFF2-40B4-BE49-F238E27FC236}">
                <a16:creationId xmlns:a16="http://schemas.microsoft.com/office/drawing/2014/main" id="{D8644F38-359D-2AE8-10F2-1846E6E2F9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1" name="Téglalap 310">
            <a:extLst>
              <a:ext uri="{FF2B5EF4-FFF2-40B4-BE49-F238E27FC236}">
                <a16:creationId xmlns:a16="http://schemas.microsoft.com/office/drawing/2014/main" id="{71AAA81A-0EB1-6F04-BD65-CF568331BD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628395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69C486B9-7AE5-7CFA-6AD4-F5AEE67BAB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628395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4" name="Téglalap 313">
            <a:extLst>
              <a:ext uri="{FF2B5EF4-FFF2-40B4-BE49-F238E27FC236}">
                <a16:creationId xmlns:a16="http://schemas.microsoft.com/office/drawing/2014/main" id="{F9B61D7C-C463-A188-9A22-71049148B5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315" name="Téglalap 314">
            <a:extLst>
              <a:ext uri="{FF2B5EF4-FFF2-40B4-BE49-F238E27FC236}">
                <a16:creationId xmlns:a16="http://schemas.microsoft.com/office/drawing/2014/main" id="{EE750F9B-ADB5-6935-A9FB-01941DDD77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6" name="Téglalap 315">
            <a:extLst>
              <a:ext uri="{FF2B5EF4-FFF2-40B4-BE49-F238E27FC236}">
                <a16:creationId xmlns:a16="http://schemas.microsoft.com/office/drawing/2014/main" id="{101D5EB5-0E72-D392-B32F-306BB7F008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7" name="Téglalap 316">
            <a:extLst>
              <a:ext uri="{FF2B5EF4-FFF2-40B4-BE49-F238E27FC236}">
                <a16:creationId xmlns:a16="http://schemas.microsoft.com/office/drawing/2014/main" id="{9D092FAF-993E-F1B7-9A47-819246082B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8" name="Téglalap 317">
            <a:extLst>
              <a:ext uri="{FF2B5EF4-FFF2-40B4-BE49-F238E27FC236}">
                <a16:creationId xmlns:a16="http://schemas.microsoft.com/office/drawing/2014/main" id="{EA39933D-F71B-260C-2673-3714E4F1BB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9" name="Téglalap 318">
            <a:extLst>
              <a:ext uri="{FF2B5EF4-FFF2-40B4-BE49-F238E27FC236}">
                <a16:creationId xmlns:a16="http://schemas.microsoft.com/office/drawing/2014/main" id="{A294DDB9-51B3-A678-FEE7-8000DB2CEF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0" name="Téglalap 319">
            <a:extLst>
              <a:ext uri="{FF2B5EF4-FFF2-40B4-BE49-F238E27FC236}">
                <a16:creationId xmlns:a16="http://schemas.microsoft.com/office/drawing/2014/main" id="{21BB098F-10D8-FC6B-C06A-85CE7373A7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1" name="Téglalap 320">
            <a:extLst>
              <a:ext uri="{FF2B5EF4-FFF2-40B4-BE49-F238E27FC236}">
                <a16:creationId xmlns:a16="http://schemas.microsoft.com/office/drawing/2014/main" id="{1F907E10-5B10-5711-1C94-4525EB4BA1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2" name="Téglalap 321">
            <a:extLst>
              <a:ext uri="{FF2B5EF4-FFF2-40B4-BE49-F238E27FC236}">
                <a16:creationId xmlns:a16="http://schemas.microsoft.com/office/drawing/2014/main" id="{FA41A41A-63F7-F652-FB0C-800D7DCFC8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3" name="Téglalap 322">
            <a:extLst>
              <a:ext uri="{FF2B5EF4-FFF2-40B4-BE49-F238E27FC236}">
                <a16:creationId xmlns:a16="http://schemas.microsoft.com/office/drawing/2014/main" id="{C3786AC4-6A11-83BD-B541-84AEC16EB9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628395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24" name="Téglalap 323">
            <a:extLst>
              <a:ext uri="{FF2B5EF4-FFF2-40B4-BE49-F238E27FC236}">
                <a16:creationId xmlns:a16="http://schemas.microsoft.com/office/drawing/2014/main" id="{CECC01E8-60A8-3C6B-FB44-F388B32EC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628395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19" name="Téglalap 118">
            <a:extLst>
              <a:ext uri="{FF2B5EF4-FFF2-40B4-BE49-F238E27FC236}">
                <a16:creationId xmlns:a16="http://schemas.microsoft.com/office/drawing/2014/main" id="{0AEA5D94-ACC9-CC4C-2871-B2F05ED154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-3674"/>
            <a:ext cx="720000" cy="720000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0" name="Téglalap 119">
            <a:extLst>
              <a:ext uri="{FF2B5EF4-FFF2-40B4-BE49-F238E27FC236}">
                <a16:creationId xmlns:a16="http://schemas.microsoft.com/office/drawing/2014/main" id="{4C47FB11-CBA9-C736-3B4E-5B7197CF47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-3674"/>
            <a:ext cx="720000" cy="720000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8" name="Téglalap 137">
            <a:extLst>
              <a:ext uri="{FF2B5EF4-FFF2-40B4-BE49-F238E27FC236}">
                <a16:creationId xmlns:a16="http://schemas.microsoft.com/office/drawing/2014/main" id="{D36292F9-2E02-4396-9560-58F59E90E3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41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9" name="Téglalap 138">
            <a:extLst>
              <a:ext uri="{FF2B5EF4-FFF2-40B4-BE49-F238E27FC236}">
                <a16:creationId xmlns:a16="http://schemas.microsoft.com/office/drawing/2014/main" id="{688037CD-48AE-9DDF-D2CD-CDF3B49522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62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 dirty="0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0" name="Téglalap 139">
            <a:extLst>
              <a:ext uri="{FF2B5EF4-FFF2-40B4-BE49-F238E27FC236}">
                <a16:creationId xmlns:a16="http://schemas.microsoft.com/office/drawing/2014/main" id="{022F6339-37A7-E231-C0EA-FAD1AAE0B2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A2B2EBCB-DC4E-6B69-5605-5BF0B5EE2B0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716326"/>
            <a:ext cx="720000" cy="678224"/>
          </a:xfrm>
          <a:prstGeom prst="rect">
            <a:avLst/>
          </a:prstGeom>
          <a:solidFill>
            <a:srgbClr val="E5C2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4000" b="1" dirty="0">
                <a:solidFill>
                  <a:srgbClr val="388E3C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50" name="Téglalap 149">
            <a:extLst>
              <a:ext uri="{FF2B5EF4-FFF2-40B4-BE49-F238E27FC236}">
                <a16:creationId xmlns:a16="http://schemas.microsoft.com/office/drawing/2014/main" id="{0C169647-4392-65F4-43EC-76B4F046E3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716326"/>
            <a:ext cx="720000" cy="678224"/>
          </a:xfrm>
          <a:prstGeom prst="rect">
            <a:avLst/>
          </a:prstGeom>
          <a:solidFill>
            <a:srgbClr val="D7B8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600" b="1">
                <a:solidFill>
                  <a:srgbClr val="1976D2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1</a:t>
            </a:r>
            <a:endParaRPr lang="hu-HU" sz="3600" b="1" dirty="0">
              <a:solidFill>
                <a:srgbClr val="1976D2"/>
              </a:solidFill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sp>
        <p:nvSpPr>
          <p:cNvPr id="219" name="Címkocka">
            <a:extLst>
              <a:ext uri="{FF2B5EF4-FFF2-40B4-BE49-F238E27FC236}">
                <a16:creationId xmlns:a16="http://schemas.microsoft.com/office/drawing/2014/main" id="{4BB26391-650F-9465-5BCB-B4DC4C34E5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235675"/>
            <a:ext cx="720000" cy="679675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0" name="Címkocka">
            <a:extLst>
              <a:ext uri="{FF2B5EF4-FFF2-40B4-BE49-F238E27FC236}">
                <a16:creationId xmlns:a16="http://schemas.microsoft.com/office/drawing/2014/main" id="{064AC83A-CFCE-53D7-9E64-8770A66BF4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4235675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1" name="Címkocka">
            <a:extLst>
              <a:ext uri="{FF2B5EF4-FFF2-40B4-BE49-F238E27FC236}">
                <a16:creationId xmlns:a16="http://schemas.microsoft.com/office/drawing/2014/main" id="{EC9F36F4-429E-F97D-9CD2-0EE5AB1DCC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4235675"/>
            <a:ext cx="720000" cy="679675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25" name="Címkocka">
            <a:extLst>
              <a:ext uri="{FF2B5EF4-FFF2-40B4-BE49-F238E27FC236}">
                <a16:creationId xmlns:a16="http://schemas.microsoft.com/office/drawing/2014/main" id="{254FFC81-A73E-3B65-401F-AE31D84409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4195351"/>
            <a:ext cx="720000" cy="720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202" name="Címkocka">
            <a:extLst>
              <a:ext uri="{FF2B5EF4-FFF2-40B4-BE49-F238E27FC236}">
                <a16:creationId xmlns:a16="http://schemas.microsoft.com/office/drawing/2014/main" id="{E08E54E4-70C8-3321-5CA8-B5F326883F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4915351"/>
            <a:ext cx="720000" cy="679675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30" name="Téglalap 329">
            <a:extLst>
              <a:ext uri="{FF2B5EF4-FFF2-40B4-BE49-F238E27FC236}">
                <a16:creationId xmlns:a16="http://schemas.microsoft.com/office/drawing/2014/main" id="{06F4A095-CBF7-7A02-B4BD-5F3059BF99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5595026"/>
            <a:ext cx="720000" cy="688928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313" name="Téglalap 312">
            <a:extLst>
              <a:ext uri="{FF2B5EF4-FFF2-40B4-BE49-F238E27FC236}">
                <a16:creationId xmlns:a16="http://schemas.microsoft.com/office/drawing/2014/main" id="{53ED5287-993D-437E-E074-471DB99291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6283954"/>
            <a:ext cx="720000" cy="72000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cxnSp>
        <p:nvCxnSpPr>
          <p:cNvPr id="6" name="Egyenes összekötő 5">
            <a:extLst>
              <a:ext uri="{FF2B5EF4-FFF2-40B4-BE49-F238E27FC236}">
                <a16:creationId xmlns:a16="http://schemas.microsoft.com/office/drawing/2014/main" id="{B4B04934-A927-7945-A15B-7EC9267BD070}"/>
              </a:ext>
            </a:extLst>
          </p:cNvPr>
          <p:cNvCxnSpPr>
            <a:cxnSpLocks/>
          </p:cNvCxnSpPr>
          <p:nvPr/>
        </p:nvCxnSpPr>
        <p:spPr>
          <a:xfrm>
            <a:off x="12325023" y="1357494"/>
            <a:ext cx="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ím 1">
            <a:extLst>
              <a:ext uri="{FF2B5EF4-FFF2-40B4-BE49-F238E27FC236}">
                <a16:creationId xmlns:a16="http://schemas.microsoft.com/office/drawing/2014/main" id="{F2D11595-DD38-4A29-2D4A-DB8FEABBD7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807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hu-HU" sz="11500" cap="small" dirty="0">
                <a:latin typeface="Haettenschweiler" panose="020B0706040902060204" pitchFamily="34" charset="0"/>
              </a:rPr>
              <a:t>Köszönjük a figyelmet!</a:t>
            </a:r>
          </a:p>
        </p:txBody>
      </p:sp>
      <p:sp>
        <p:nvSpPr>
          <p:cNvPr id="132" name="Téglalap 131">
            <a:extLst>
              <a:ext uri="{FF2B5EF4-FFF2-40B4-BE49-F238E27FC236}">
                <a16:creationId xmlns:a16="http://schemas.microsoft.com/office/drawing/2014/main" id="{3DBAA265-4351-ABA0-2CFF-02310FEEC0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804000" y="-3674"/>
            <a:ext cx="720000" cy="720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3" name="Téglalap 132">
            <a:extLst>
              <a:ext uri="{FF2B5EF4-FFF2-40B4-BE49-F238E27FC236}">
                <a16:creationId xmlns:a16="http://schemas.microsoft.com/office/drawing/2014/main" id="{CE53C8A3-28B6-9D69-18E8-C5F27F2647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52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1" name="Téglalap 120">
            <a:extLst>
              <a:ext uri="{FF2B5EF4-FFF2-40B4-BE49-F238E27FC236}">
                <a16:creationId xmlns:a16="http://schemas.microsoft.com/office/drawing/2014/main" id="{39229D3A-4BD4-9A74-3BB6-1AA6E84F75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83000" y="-3674"/>
            <a:ext cx="720000" cy="720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2" name="Téglalap 121">
            <a:extLst>
              <a:ext uri="{FF2B5EF4-FFF2-40B4-BE49-F238E27FC236}">
                <a16:creationId xmlns:a16="http://schemas.microsoft.com/office/drawing/2014/main" id="{3AB81647-4C5C-B997-595F-7B9BF8AAE7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0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3" name="Téglalap 122">
            <a:extLst>
              <a:ext uri="{FF2B5EF4-FFF2-40B4-BE49-F238E27FC236}">
                <a16:creationId xmlns:a16="http://schemas.microsoft.com/office/drawing/2014/main" id="{249E68B4-56C2-967E-FBC9-63EAF112EF4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4" name="Téglalap 123">
            <a:extLst>
              <a:ext uri="{FF2B5EF4-FFF2-40B4-BE49-F238E27FC236}">
                <a16:creationId xmlns:a16="http://schemas.microsoft.com/office/drawing/2014/main" id="{DABEF89F-55D2-56CD-F3E0-DFC2585464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5" name="Téglalap 124">
            <a:extLst>
              <a:ext uri="{FF2B5EF4-FFF2-40B4-BE49-F238E27FC236}">
                <a16:creationId xmlns:a16="http://schemas.microsoft.com/office/drawing/2014/main" id="{A7AF3688-0A42-468D-9961-3B3DEB3A7B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-3674"/>
            <a:ext cx="720000" cy="7200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6" name="Téglalap 125">
            <a:extLst>
              <a:ext uri="{FF2B5EF4-FFF2-40B4-BE49-F238E27FC236}">
                <a16:creationId xmlns:a16="http://schemas.microsoft.com/office/drawing/2014/main" id="{976FA7FB-B04D-4F7E-22FB-8F37DDDC5B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7" name="Téglalap 126">
            <a:extLst>
              <a:ext uri="{FF2B5EF4-FFF2-40B4-BE49-F238E27FC236}">
                <a16:creationId xmlns:a16="http://schemas.microsoft.com/office/drawing/2014/main" id="{33E76820-8483-1217-CDF4-06BCFDE0C9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-3674"/>
            <a:ext cx="720000" cy="720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8" name="Téglalap 127">
            <a:extLst>
              <a:ext uri="{FF2B5EF4-FFF2-40B4-BE49-F238E27FC236}">
                <a16:creationId xmlns:a16="http://schemas.microsoft.com/office/drawing/2014/main" id="{D2B67DB1-6512-8563-D516-6D2552D243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29" name="Téglalap 128">
            <a:extLst>
              <a:ext uri="{FF2B5EF4-FFF2-40B4-BE49-F238E27FC236}">
                <a16:creationId xmlns:a16="http://schemas.microsoft.com/office/drawing/2014/main" id="{44AF051A-4F2B-0E40-E3C5-02BA2F98F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0" name="Téglalap 129">
            <a:extLst>
              <a:ext uri="{FF2B5EF4-FFF2-40B4-BE49-F238E27FC236}">
                <a16:creationId xmlns:a16="http://schemas.microsoft.com/office/drawing/2014/main" id="{DF0E4CC5-8D1E-29A7-954E-56C09FB70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-3674"/>
            <a:ext cx="720000" cy="720000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31" name="Téglalap 130">
            <a:extLst>
              <a:ext uri="{FF2B5EF4-FFF2-40B4-BE49-F238E27FC236}">
                <a16:creationId xmlns:a16="http://schemas.microsoft.com/office/drawing/2014/main" id="{2E2AC530-5F3B-AA40-7EA7-1A93325E83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84000" y="-3674"/>
            <a:ext cx="720000" cy="720000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EE07AFAE-5420-4B7F-24FB-679A6F69D8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2000" y="716326"/>
            <a:ext cx="720000" cy="678224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3" name="Téglalap 142">
            <a:extLst>
              <a:ext uri="{FF2B5EF4-FFF2-40B4-BE49-F238E27FC236}">
                <a16:creationId xmlns:a16="http://schemas.microsoft.com/office/drawing/2014/main" id="{04404BE3-5FA7-F008-6071-C112DEF8BD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42000" y="716326"/>
            <a:ext cx="720000" cy="678224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4" name="Téglalap 143">
            <a:extLst>
              <a:ext uri="{FF2B5EF4-FFF2-40B4-BE49-F238E27FC236}">
                <a16:creationId xmlns:a16="http://schemas.microsoft.com/office/drawing/2014/main" id="{64EFFB26-F735-4F79-9D8D-363A75AC4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62000" y="716326"/>
            <a:ext cx="720000" cy="678224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5" name="Téglalap 144">
            <a:extLst>
              <a:ext uri="{FF2B5EF4-FFF2-40B4-BE49-F238E27FC236}">
                <a16:creationId xmlns:a16="http://schemas.microsoft.com/office/drawing/2014/main" id="{DC13B876-ACB2-5511-6C32-6543499A4C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82000" y="716326"/>
            <a:ext cx="720000" cy="678224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6" name="Téglalap 145">
            <a:extLst>
              <a:ext uri="{FF2B5EF4-FFF2-40B4-BE49-F238E27FC236}">
                <a16:creationId xmlns:a16="http://schemas.microsoft.com/office/drawing/2014/main" id="{374C77C4-63FA-5F32-D74E-4FCD25964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03000" y="716326"/>
            <a:ext cx="720000" cy="678224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7" name="Téglalap 146">
            <a:extLst>
              <a:ext uri="{FF2B5EF4-FFF2-40B4-BE49-F238E27FC236}">
                <a16:creationId xmlns:a16="http://schemas.microsoft.com/office/drawing/2014/main" id="{BD0B8F8F-A278-AA41-1124-1A3F831125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24000" y="716326"/>
            <a:ext cx="720000" cy="678224"/>
          </a:xfrm>
          <a:prstGeom prst="rect">
            <a:avLst/>
          </a:prstGeom>
          <a:solidFill>
            <a:srgbClr val="AAD6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8" name="Téglalap 147">
            <a:extLst>
              <a:ext uri="{FF2B5EF4-FFF2-40B4-BE49-F238E27FC236}">
                <a16:creationId xmlns:a16="http://schemas.microsoft.com/office/drawing/2014/main" id="{09241BB0-D34E-9BDF-566E-3BE7039190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645000" y="716326"/>
            <a:ext cx="720000" cy="678224"/>
          </a:xfrm>
          <a:prstGeom prst="rect">
            <a:avLst/>
          </a:prstGeom>
          <a:solidFill>
            <a:srgbClr val="A2D14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sp>
        <p:nvSpPr>
          <p:cNvPr id="149" name="Téglalap 148">
            <a:extLst>
              <a:ext uri="{FF2B5EF4-FFF2-40B4-BE49-F238E27FC236}">
                <a16:creationId xmlns:a16="http://schemas.microsoft.com/office/drawing/2014/main" id="{306EB9D9-7C0F-69D0-4C29-BD32856CEF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64000" y="716326"/>
            <a:ext cx="720000" cy="678224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3600" dirty="0"/>
          </a:p>
        </p:txBody>
      </p:sp>
      <p:grpSp>
        <p:nvGrpSpPr>
          <p:cNvPr id="191" name="Csoportba foglalás 190">
            <a:extLst>
              <a:ext uri="{FF2B5EF4-FFF2-40B4-BE49-F238E27FC236}">
                <a16:creationId xmlns:a16="http://schemas.microsoft.com/office/drawing/2014/main" id="{F3F0555B-9FBD-4D18-A5B5-BBA838C6951F}"/>
              </a:ext>
            </a:extLst>
          </p:cNvPr>
          <p:cNvGrpSpPr/>
          <p:nvPr/>
        </p:nvGrpSpPr>
        <p:grpSpPr>
          <a:xfrm>
            <a:off x="-24027" y="-70779"/>
            <a:ext cx="12268027" cy="7195479"/>
            <a:chOff x="-24027" y="-70779"/>
            <a:chExt cx="12268027" cy="7195479"/>
          </a:xfrm>
        </p:grpSpPr>
        <p:cxnSp>
          <p:nvCxnSpPr>
            <p:cNvPr id="192" name="Egyenes összekötő 191">
              <a:extLst>
                <a:ext uri="{FF2B5EF4-FFF2-40B4-BE49-F238E27FC236}">
                  <a16:creationId xmlns:a16="http://schemas.microsoft.com/office/drawing/2014/main" id="{358C88EB-7C1E-4507-9E93-6E1416DDA3AD}"/>
                </a:ext>
              </a:extLst>
            </p:cNvPr>
            <p:cNvCxnSpPr/>
            <p:nvPr/>
          </p:nvCxnSpPr>
          <p:spPr>
            <a:xfrm>
              <a:off x="0" y="735376"/>
              <a:ext cx="72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Egyenes összekötő 192">
              <a:extLst>
                <a:ext uri="{FF2B5EF4-FFF2-40B4-BE49-F238E27FC236}">
                  <a16:creationId xmlns:a16="http://schemas.microsoft.com/office/drawing/2014/main" id="{88D3A64B-0D86-42A8-80D3-0B2DC8CA9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9241" y="-51303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Egyenes összekötő 193">
              <a:extLst>
                <a:ext uri="{FF2B5EF4-FFF2-40B4-BE49-F238E27FC236}">
                  <a16:creationId xmlns:a16="http://schemas.microsoft.com/office/drawing/2014/main" id="{F4EEDDE7-1286-4F3C-B379-469291408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1377" y="-70779"/>
              <a:ext cx="1" cy="80615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Egyenes összekötő 194">
              <a:extLst>
                <a:ext uri="{FF2B5EF4-FFF2-40B4-BE49-F238E27FC236}">
                  <a16:creationId xmlns:a16="http://schemas.microsoft.com/office/drawing/2014/main" id="{FD8E47E7-EB4B-4246-A0B3-51A3C5C2B044}"/>
                </a:ext>
              </a:extLst>
            </p:cNvPr>
            <p:cNvCxnSpPr>
              <a:cxnSpLocks/>
            </p:cNvCxnSpPr>
            <p:nvPr/>
          </p:nvCxnSpPr>
          <p:spPr>
            <a:xfrm>
              <a:off x="2853193" y="735376"/>
              <a:ext cx="1468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Egyenes összekötő 195">
              <a:extLst>
                <a:ext uri="{FF2B5EF4-FFF2-40B4-BE49-F238E27FC236}">
                  <a16:creationId xmlns:a16="http://schemas.microsoft.com/office/drawing/2014/main" id="{B412C8C5-D7DD-49EA-8183-ECE37A4D4628}"/>
                </a:ext>
              </a:extLst>
            </p:cNvPr>
            <p:cNvCxnSpPr>
              <a:cxnSpLocks/>
            </p:cNvCxnSpPr>
            <p:nvPr/>
          </p:nvCxnSpPr>
          <p:spPr>
            <a:xfrm>
              <a:off x="4302755" y="735376"/>
              <a:ext cx="1" cy="70095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gyenes összekötő 230">
              <a:extLst>
                <a:ext uri="{FF2B5EF4-FFF2-40B4-BE49-F238E27FC236}">
                  <a16:creationId xmlns:a16="http://schemas.microsoft.com/office/drawing/2014/main" id="{F301D9BC-7A41-48CF-8D67-8B1146756E7F}"/>
                </a:ext>
              </a:extLst>
            </p:cNvPr>
            <p:cNvCxnSpPr>
              <a:cxnSpLocks/>
            </p:cNvCxnSpPr>
            <p:nvPr/>
          </p:nvCxnSpPr>
          <p:spPr>
            <a:xfrm>
              <a:off x="4293193" y="144018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gyenes összekötő 231">
              <a:extLst>
                <a:ext uri="{FF2B5EF4-FFF2-40B4-BE49-F238E27FC236}">
                  <a16:creationId xmlns:a16="http://schemas.microsoft.com/office/drawing/2014/main" id="{DD6AEF24-A95C-46F4-B176-CFB2002E01B9}"/>
                </a:ext>
              </a:extLst>
            </p:cNvPr>
            <p:cNvCxnSpPr>
              <a:cxnSpLocks/>
            </p:cNvCxnSpPr>
            <p:nvPr/>
          </p:nvCxnSpPr>
          <p:spPr>
            <a:xfrm>
              <a:off x="10084000" y="735376"/>
              <a:ext cx="216000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Egyenes összekötő 266">
              <a:extLst>
                <a:ext uri="{FF2B5EF4-FFF2-40B4-BE49-F238E27FC236}">
                  <a16:creationId xmlns:a16="http://schemas.microsoft.com/office/drawing/2014/main" id="{5352822E-6269-4A26-A8F0-14BA84970E1F}"/>
                </a:ext>
              </a:extLst>
            </p:cNvPr>
            <p:cNvCxnSpPr>
              <a:cxnSpLocks/>
            </p:cNvCxnSpPr>
            <p:nvPr/>
          </p:nvCxnSpPr>
          <p:spPr>
            <a:xfrm>
              <a:off x="10103244" y="735376"/>
              <a:ext cx="40" cy="72476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Egyenes összekötő 267">
              <a:extLst>
                <a:ext uri="{FF2B5EF4-FFF2-40B4-BE49-F238E27FC236}">
                  <a16:creationId xmlns:a16="http://schemas.microsoft.com/office/drawing/2014/main" id="{C518A993-CE38-4C31-96EA-D68F2E9169EF}"/>
                </a:ext>
              </a:extLst>
            </p:cNvPr>
            <p:cNvCxnSpPr>
              <a:cxnSpLocks/>
            </p:cNvCxnSpPr>
            <p:nvPr/>
          </p:nvCxnSpPr>
          <p:spPr>
            <a:xfrm>
              <a:off x="-24027" y="4191362"/>
              <a:ext cx="5790807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Egyenes összekötő 268">
              <a:extLst>
                <a:ext uri="{FF2B5EF4-FFF2-40B4-BE49-F238E27FC236}">
                  <a16:creationId xmlns:a16="http://schemas.microsoft.com/office/drawing/2014/main" id="{143D737E-39EB-4CF0-A972-76ABF8116A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8509" y="4172436"/>
              <a:ext cx="1" cy="742915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Egyenes összekötő 269">
              <a:extLst>
                <a:ext uri="{FF2B5EF4-FFF2-40B4-BE49-F238E27FC236}">
                  <a16:creationId xmlns:a16="http://schemas.microsoft.com/office/drawing/2014/main" id="{41EECBCC-1D52-4F6C-912D-97966B0E0457}"/>
                </a:ext>
              </a:extLst>
            </p:cNvPr>
            <p:cNvCxnSpPr>
              <a:cxnSpLocks/>
            </p:cNvCxnSpPr>
            <p:nvPr/>
          </p:nvCxnSpPr>
          <p:spPr>
            <a:xfrm>
              <a:off x="4322000" y="4934531"/>
              <a:ext cx="1475950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Egyenes összekötő 270">
              <a:extLst>
                <a:ext uri="{FF2B5EF4-FFF2-40B4-BE49-F238E27FC236}">
                  <a16:creationId xmlns:a16="http://schemas.microsoft.com/office/drawing/2014/main" id="{03DD5A9E-B9DB-49CA-8E43-840ADC903F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39975" y="4947867"/>
              <a:ext cx="1" cy="217683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Egyenes összekötő 271">
              <a:extLst>
                <a:ext uri="{FF2B5EF4-FFF2-40B4-BE49-F238E27FC236}">
                  <a16:creationId xmlns:a16="http://schemas.microsoft.com/office/drawing/2014/main" id="{4F64DE42-FC5A-426A-B37E-0DCAB83CD7A3}"/>
                </a:ext>
              </a:extLst>
            </p:cNvPr>
            <p:cNvCxnSpPr>
              <a:cxnSpLocks/>
            </p:cNvCxnSpPr>
            <p:nvPr/>
          </p:nvCxnSpPr>
          <p:spPr>
            <a:xfrm>
              <a:off x="7906453" y="4194465"/>
              <a:ext cx="1368" cy="753402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Egyenes összekötő 272">
              <a:extLst>
                <a:ext uri="{FF2B5EF4-FFF2-40B4-BE49-F238E27FC236}">
                  <a16:creationId xmlns:a16="http://schemas.microsoft.com/office/drawing/2014/main" id="{ECD215E0-3BFA-4A50-BBF7-916238EAA5BD}"/>
                </a:ext>
              </a:extLst>
            </p:cNvPr>
            <p:cNvCxnSpPr>
              <a:cxnSpLocks/>
            </p:cNvCxnSpPr>
            <p:nvPr/>
          </p:nvCxnSpPr>
          <p:spPr>
            <a:xfrm>
              <a:off x="8663690" y="4172436"/>
              <a:ext cx="0" cy="76494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Egyenes összekötő 273">
              <a:extLst>
                <a:ext uri="{FF2B5EF4-FFF2-40B4-BE49-F238E27FC236}">
                  <a16:creationId xmlns:a16="http://schemas.microsoft.com/office/drawing/2014/main" id="{7B4EBBF7-C871-4289-B3C2-3FF39D032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86128" y="4177319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Egyenes összekötő 274">
              <a:extLst>
                <a:ext uri="{FF2B5EF4-FFF2-40B4-BE49-F238E27FC236}">
                  <a16:creationId xmlns:a16="http://schemas.microsoft.com/office/drawing/2014/main" id="{6A875A85-892A-45E0-A670-4375D95A67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02309" y="4926611"/>
              <a:ext cx="777561" cy="2383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Egyenes összekötő 275">
              <a:extLst>
                <a:ext uri="{FF2B5EF4-FFF2-40B4-BE49-F238E27FC236}">
                  <a16:creationId xmlns:a16="http://schemas.microsoft.com/office/drawing/2014/main" id="{B467A4E0-8ECA-4EA6-9550-274A4966BFC8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4895077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Egyenes összekötő 276">
              <a:extLst>
                <a:ext uri="{FF2B5EF4-FFF2-40B4-BE49-F238E27FC236}">
                  <a16:creationId xmlns:a16="http://schemas.microsoft.com/office/drawing/2014/main" id="{BC812E3E-EBD7-476A-9407-A9C1E929A668}"/>
                </a:ext>
              </a:extLst>
            </p:cNvPr>
            <p:cNvCxnSpPr>
              <a:cxnSpLocks/>
            </p:cNvCxnSpPr>
            <p:nvPr/>
          </p:nvCxnSpPr>
          <p:spPr>
            <a:xfrm>
              <a:off x="10784681" y="4876800"/>
              <a:ext cx="0" cy="72390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Egyenes összekötő 277">
              <a:extLst>
                <a:ext uri="{FF2B5EF4-FFF2-40B4-BE49-F238E27FC236}">
                  <a16:creationId xmlns:a16="http://schemas.microsoft.com/office/drawing/2014/main" id="{A2CC194D-C423-4E8C-9186-6157425AF477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919" y="5583259"/>
              <a:ext cx="1464081" cy="0"/>
            </a:xfrm>
            <a:prstGeom prst="line">
              <a:avLst/>
            </a:prstGeom>
            <a:ln w="38100">
              <a:solidFill>
                <a:srgbClr val="87AF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810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0C09E7C52D6CA349872959B8A39286CB" ma:contentTypeVersion="17" ma:contentTypeDescription="Új dokumentum létrehozása." ma:contentTypeScope="" ma:versionID="c46242026d52d6e221f18d422b30ce1c">
  <xsd:schema xmlns:xsd="http://www.w3.org/2001/XMLSchema" xmlns:xs="http://www.w3.org/2001/XMLSchema" xmlns:p="http://schemas.microsoft.com/office/2006/metadata/properties" xmlns:ns3="332802f8-d687-4feb-a497-80d68ee14bc2" xmlns:ns4="f9e0c47a-cc53-442e-ac6a-205d64a11e71" targetNamespace="http://schemas.microsoft.com/office/2006/metadata/properties" ma:root="true" ma:fieldsID="7c614c681a1af72db7a77c6d2479f672" ns3:_="" ns4:_="">
    <xsd:import namespace="332802f8-d687-4feb-a497-80d68ee14bc2"/>
    <xsd:import namespace="f9e0c47a-cc53-442e-ac6a-205d64a11e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2802f8-d687-4feb-a497-80d68ee14b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0c47a-cc53-442e-ac6a-205d64a11e7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Résztvevők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Megosztva részletekkel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Megosztási tipp kivonat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32802f8-d687-4feb-a497-80d68ee14bc2" xsi:nil="true"/>
  </documentManagement>
</p:properties>
</file>

<file path=customXml/itemProps1.xml><?xml version="1.0" encoding="utf-8"?>
<ds:datastoreItem xmlns:ds="http://schemas.openxmlformats.org/officeDocument/2006/customXml" ds:itemID="{BB85A217-BA2F-476A-9E54-B0498F1D3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606BE0-215C-4767-AA58-B075C9177F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2802f8-d687-4feb-a497-80d68ee14bc2"/>
    <ds:schemaRef ds:uri="f9e0c47a-cc53-442e-ac6a-205d64a11e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143C1D-A0BD-43B7-8376-053F62AD948F}">
  <ds:schemaRefs>
    <ds:schemaRef ds:uri="f9e0c47a-cc53-442e-ac6a-205d64a11e71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32802f8-d687-4feb-a497-80d68ee14bc2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1197</Words>
  <Application>Microsoft Office PowerPoint</Application>
  <PresentationFormat>Szélesvásznú</PresentationFormat>
  <Paragraphs>471</Paragraphs>
  <Slides>10</Slides>
  <Notes>0</Notes>
  <HiddenSlides>2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Haettenschweiler</vt:lpstr>
      <vt:lpstr>Times New Roman</vt:lpstr>
      <vt:lpstr>Office-téma</vt:lpstr>
      <vt:lpstr>PowerPoint-bemutató</vt:lpstr>
      <vt:lpstr>Aknakereső</vt:lpstr>
      <vt:lpstr>PowerPoint-bemutató</vt:lpstr>
      <vt:lpstr>Aknakereső</vt:lpstr>
      <vt:lpstr>Aknakereső</vt:lpstr>
      <vt:lpstr>PowerPoint-bemutató</vt:lpstr>
      <vt:lpstr>PowerPoint-bemutató</vt:lpstr>
      <vt:lpstr>PowerPoint-bemutató</vt:lpstr>
      <vt:lpstr>Köszönjük a figyelmet!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Aknakereső</dc:title>
  <dc:creator>Dudás Bence Sándor</dc:creator>
  <cp:lastModifiedBy>Adolf Áron</cp:lastModifiedBy>
  <cp:revision>6</cp:revision>
  <dcterms:created xsi:type="dcterms:W3CDTF">2026-05-31T19:50:54Z</dcterms:created>
  <dcterms:modified xsi:type="dcterms:W3CDTF">2026-06-01T11:24:15Z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0x0101000C09E7C52D6CA349872959B8A39286CB</vt:lpwstr>
  </property>
</Properties>
</file>