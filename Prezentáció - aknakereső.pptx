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64" r:id="rId5"/>
    <p:sldId id="256" r:id="rId6"/>
    <p:sldId id="265" r:id="rId7"/>
    <p:sldId id="267" r:id="rId8"/>
    <p:sldId id="257" r:id="rId9"/>
    <p:sldId id="258" r:id="rId10"/>
    <p:sldId id="259" r:id="rId11"/>
    <p:sldId id="260" r:id="rId12"/>
    <p:sldId id="261" r:id="rId13"/>
    <p:sldId id="262" r:id="rId14"/>
    <p:sldId id="266" r:id="rId15"/>
    <p:sldId id="263" r:id="rId16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7AF3A"/>
    <a:srgbClr val="D7B899"/>
    <a:srgbClr val="AAD651"/>
    <a:srgbClr val="A2D149"/>
    <a:srgbClr val="388E3C"/>
    <a:srgbClr val="E5C29F"/>
    <a:srgbClr val="1976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ADADD9-4197-4D80-A56A-9CFF64F0E739}" v="14" dt="2026-05-31T21:51:07.861"/>
    <p1510:client id="{AC3D207E-48DE-49C8-ADFD-572FB3DBF6FA}" v="74" dt="2026-06-01T20:57:19.5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>
        <p:scale>
          <a:sx n="66" d="100"/>
          <a:sy n="66" d="100"/>
        </p:scale>
        <p:origin x="1086" y="49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olf Áron" userId="d487e5f1-f486-4472-836e-5501b570ddd9" providerId="ADAL" clId="{511724EB-05D1-4719-8F1F-0A7E59F76F3A}"/>
    <pc:docChg chg="undo custSel addSld delSld modSld sldOrd">
      <pc:chgData name="Adolf Áron" userId="d487e5f1-f486-4472-836e-5501b570ddd9" providerId="ADAL" clId="{511724EB-05D1-4719-8F1F-0A7E59F76F3A}" dt="2026-06-01T20:57:19.569" v="888"/>
      <pc:docMkLst>
        <pc:docMk/>
      </pc:docMkLst>
      <pc:sldChg chg="addSp delSp modSp mod modShow">
        <pc:chgData name="Adolf Áron" userId="d487e5f1-f486-4472-836e-5501b570ddd9" providerId="ADAL" clId="{511724EB-05D1-4719-8F1F-0A7E59F76F3A}" dt="2026-06-01T20:41:29.089" v="282" actId="729"/>
        <pc:sldMkLst>
          <pc:docMk/>
          <pc:sldMk cId="1426976249" sldId="256"/>
        </pc:sldMkLst>
        <pc:spChg chg="add del mod">
          <ac:chgData name="Adolf Áron" userId="d487e5f1-f486-4472-836e-5501b570ddd9" providerId="ADAL" clId="{511724EB-05D1-4719-8F1F-0A7E59F76F3A}" dt="2026-06-01T20:41:10.176" v="280" actId="478"/>
          <ac:spMkLst>
            <pc:docMk/>
            <pc:sldMk cId="1426976249" sldId="256"/>
            <ac:spMk id="3" creationId="{5A05DD53-80F0-C94D-EA16-5374047D25D8}"/>
          </ac:spMkLst>
        </pc:spChg>
        <pc:spChg chg="add del mod">
          <ac:chgData name="Adolf Áron" userId="d487e5f1-f486-4472-836e-5501b570ddd9" providerId="ADAL" clId="{511724EB-05D1-4719-8F1F-0A7E59F76F3A}" dt="2026-06-01T20:41:12.336" v="281" actId="478"/>
          <ac:spMkLst>
            <pc:docMk/>
            <pc:sldMk cId="1426976249" sldId="256"/>
            <ac:spMk id="6" creationId="{447AE574-60BD-85D4-5114-87F799225126}"/>
          </ac:spMkLst>
        </pc:spChg>
        <pc:spChg chg="add mod">
          <ac:chgData name="Adolf Áron" userId="d487e5f1-f486-4472-836e-5501b570ddd9" providerId="ADAL" clId="{511724EB-05D1-4719-8F1F-0A7E59F76F3A}" dt="2026-06-01T20:41:03.904" v="279" actId="1076"/>
          <ac:spMkLst>
            <pc:docMk/>
            <pc:sldMk cId="1426976249" sldId="256"/>
            <ac:spMk id="7" creationId="{2F1EEE3E-98F1-C517-5A1C-D6119513411A}"/>
          </ac:spMkLst>
        </pc:spChg>
        <pc:spChg chg="add mod">
          <ac:chgData name="Adolf Áron" userId="d487e5f1-f486-4472-836e-5501b570ddd9" providerId="ADAL" clId="{511724EB-05D1-4719-8F1F-0A7E59F76F3A}" dt="2026-06-01T20:41:03.904" v="279" actId="1076"/>
          <ac:spMkLst>
            <pc:docMk/>
            <pc:sldMk cId="1426976249" sldId="256"/>
            <ac:spMk id="8" creationId="{08251911-89ED-866D-B7A2-E16D6AD10D81}"/>
          </ac:spMkLst>
        </pc:spChg>
        <pc:spChg chg="del">
          <ac:chgData name="Adolf Áron" userId="d487e5f1-f486-4472-836e-5501b570ddd9" providerId="ADAL" clId="{511724EB-05D1-4719-8F1F-0A7E59F76F3A}" dt="2026-06-01T20:41:01.048" v="277" actId="478"/>
          <ac:spMkLst>
            <pc:docMk/>
            <pc:sldMk cId="1426976249" sldId="256"/>
            <ac:spMk id="350" creationId="{2BA5B7E8-DE56-3444-7D01-115386672F32}"/>
          </ac:spMkLst>
        </pc:spChg>
        <pc:spChg chg="del">
          <ac:chgData name="Adolf Áron" userId="d487e5f1-f486-4472-836e-5501b570ddd9" providerId="ADAL" clId="{511724EB-05D1-4719-8F1F-0A7E59F76F3A}" dt="2026-06-01T20:41:01.048" v="277" actId="478"/>
          <ac:spMkLst>
            <pc:docMk/>
            <pc:sldMk cId="1426976249" sldId="256"/>
            <ac:spMk id="351" creationId="{E633D67C-1D60-A7AA-9963-D55B1D8996DF}"/>
          </ac:spMkLst>
        </pc:spChg>
      </pc:sldChg>
      <pc:sldChg chg="addSp delSp modSp mod">
        <pc:chgData name="Adolf Áron" userId="d487e5f1-f486-4472-836e-5501b570ddd9" providerId="ADAL" clId="{511724EB-05D1-4719-8F1F-0A7E59F76F3A}" dt="2026-06-01T20:50:22.136" v="821" actId="14100"/>
        <pc:sldMkLst>
          <pc:docMk/>
          <pc:sldMk cId="3234660134" sldId="257"/>
        </pc:sldMkLst>
        <pc:spChg chg="add del mod">
          <ac:chgData name="Adolf Áron" userId="d487e5f1-f486-4472-836e-5501b570ddd9" providerId="ADAL" clId="{511724EB-05D1-4719-8F1F-0A7E59F76F3A}" dt="2026-06-01T20:31:33.026" v="104" actId="478"/>
          <ac:spMkLst>
            <pc:docMk/>
            <pc:sldMk cId="3234660134" sldId="257"/>
            <ac:spMk id="5" creationId="{3974D43B-267F-38DF-8E58-1F8C1353CBED}"/>
          </ac:spMkLst>
        </pc:spChg>
        <pc:spChg chg="add del mod">
          <ac:chgData name="Adolf Áron" userId="d487e5f1-f486-4472-836e-5501b570ddd9" providerId="ADAL" clId="{511724EB-05D1-4719-8F1F-0A7E59F76F3A}" dt="2026-06-01T20:33:35.346" v="163" actId="478"/>
          <ac:spMkLst>
            <pc:docMk/>
            <pc:sldMk cId="3234660134" sldId="257"/>
            <ac:spMk id="6" creationId="{020D11D6-15D4-EEE1-B247-FD92E5CCD2DA}"/>
          </ac:spMkLst>
        </pc:spChg>
        <pc:spChg chg="add del mod">
          <ac:chgData name="Adolf Áron" userId="d487e5f1-f486-4472-836e-5501b570ddd9" providerId="ADAL" clId="{511724EB-05D1-4719-8F1F-0A7E59F76F3A}" dt="2026-06-01T20:33:38.743" v="164" actId="478"/>
          <ac:spMkLst>
            <pc:docMk/>
            <pc:sldMk cId="3234660134" sldId="257"/>
            <ac:spMk id="8" creationId="{7F914CF1-03D7-8773-BBC7-DF3BF8F9ACB9}"/>
          </ac:spMkLst>
        </pc:spChg>
        <pc:spChg chg="del">
          <ac:chgData name="Adolf Áron" userId="d487e5f1-f486-4472-836e-5501b570ddd9" providerId="ADAL" clId="{511724EB-05D1-4719-8F1F-0A7E59F76F3A}" dt="2026-06-01T20:33:35.346" v="163" actId="478"/>
          <ac:spMkLst>
            <pc:docMk/>
            <pc:sldMk cId="3234660134" sldId="257"/>
            <ac:spMk id="9" creationId="{E81469D8-785D-28F0-C3BB-5C29C953E7CB}"/>
          </ac:spMkLst>
        </pc:spChg>
        <pc:spChg chg="del ord">
          <ac:chgData name="Adolf Áron" userId="d487e5f1-f486-4472-836e-5501b570ddd9" providerId="ADAL" clId="{511724EB-05D1-4719-8F1F-0A7E59F76F3A}" dt="2026-06-01T20:31:21.072" v="100" actId="21"/>
          <ac:spMkLst>
            <pc:docMk/>
            <pc:sldMk cId="3234660134" sldId="257"/>
            <ac:spMk id="10" creationId="{020D11D6-15D4-EEE1-B247-FD92E5CCD2DA}"/>
          </ac:spMkLst>
        </pc:spChg>
        <pc:spChg chg="add mod ord">
          <ac:chgData name="Adolf Áron" userId="d487e5f1-f486-4472-836e-5501b570ddd9" providerId="ADAL" clId="{511724EB-05D1-4719-8F1F-0A7E59F76F3A}" dt="2026-06-01T20:42:43.978" v="285" actId="1076"/>
          <ac:spMkLst>
            <pc:docMk/>
            <pc:sldMk cId="3234660134" sldId="257"/>
            <ac:spMk id="11" creationId="{563DA9EF-F25D-C902-3277-B2E6A17EAA00}"/>
          </ac:spMkLst>
        </pc:spChg>
        <pc:spChg chg="add mod">
          <ac:chgData name="Adolf Áron" userId="d487e5f1-f486-4472-836e-5501b570ddd9" providerId="ADAL" clId="{511724EB-05D1-4719-8F1F-0A7E59F76F3A}" dt="2026-06-01T20:42:49.053" v="287" actId="1076"/>
          <ac:spMkLst>
            <pc:docMk/>
            <pc:sldMk cId="3234660134" sldId="257"/>
            <ac:spMk id="12" creationId="{55E54D05-4E57-1968-0039-9E81ED416EAC}"/>
          </ac:spMkLst>
        </pc:spChg>
        <pc:spChg chg="mod topLvl">
          <ac:chgData name="Adolf Áron" userId="d487e5f1-f486-4472-836e-5501b570ddd9" providerId="ADAL" clId="{511724EB-05D1-4719-8F1F-0A7E59F76F3A}" dt="2026-06-01T20:46:43.481" v="466" actId="164"/>
          <ac:spMkLst>
            <pc:docMk/>
            <pc:sldMk cId="3234660134" sldId="257"/>
            <ac:spMk id="17" creationId="{E9F32CAC-67B8-9D93-C57F-02207944A249}"/>
          </ac:spMkLst>
        </pc:spChg>
        <pc:spChg chg="mod topLvl">
          <ac:chgData name="Adolf Áron" userId="d487e5f1-f486-4472-836e-5501b570ddd9" providerId="ADAL" clId="{511724EB-05D1-4719-8F1F-0A7E59F76F3A}" dt="2026-06-01T20:46:43.481" v="466" actId="164"/>
          <ac:spMkLst>
            <pc:docMk/>
            <pc:sldMk cId="3234660134" sldId="257"/>
            <ac:spMk id="19" creationId="{F4B34893-F4EC-2E69-D396-22CC8777AECA}"/>
          </ac:spMkLst>
        </pc:spChg>
        <pc:spChg chg="mod topLvl">
          <ac:chgData name="Adolf Áron" userId="d487e5f1-f486-4472-836e-5501b570ddd9" providerId="ADAL" clId="{511724EB-05D1-4719-8F1F-0A7E59F76F3A}" dt="2026-06-01T20:46:43.481" v="466" actId="164"/>
          <ac:spMkLst>
            <pc:docMk/>
            <pc:sldMk cId="3234660134" sldId="257"/>
            <ac:spMk id="21" creationId="{1787F8BF-EFB4-B11C-0E8A-BBAB0DAD3D1E}"/>
          </ac:spMkLst>
        </pc:spChg>
        <pc:spChg chg="mod topLvl">
          <ac:chgData name="Adolf Áron" userId="d487e5f1-f486-4472-836e-5501b570ddd9" providerId="ADAL" clId="{511724EB-05D1-4719-8F1F-0A7E59F76F3A}" dt="2026-06-01T20:46:43.481" v="466" actId="164"/>
          <ac:spMkLst>
            <pc:docMk/>
            <pc:sldMk cId="3234660134" sldId="257"/>
            <ac:spMk id="24" creationId="{7559173D-8C78-7467-CB1E-6DD436141CBD}"/>
          </ac:spMkLst>
        </pc:spChg>
        <pc:spChg chg="mod topLvl">
          <ac:chgData name="Adolf Áron" userId="d487e5f1-f486-4472-836e-5501b570ddd9" providerId="ADAL" clId="{511724EB-05D1-4719-8F1F-0A7E59F76F3A}" dt="2026-06-01T20:46:43.481" v="466" actId="164"/>
          <ac:spMkLst>
            <pc:docMk/>
            <pc:sldMk cId="3234660134" sldId="257"/>
            <ac:spMk id="29" creationId="{7501E1EA-2860-6B0A-FFC7-60ACFAD0DACC}"/>
          </ac:spMkLst>
        </pc:spChg>
        <pc:spChg chg="mod topLvl">
          <ac:chgData name="Adolf Áron" userId="d487e5f1-f486-4472-836e-5501b570ddd9" providerId="ADAL" clId="{511724EB-05D1-4719-8F1F-0A7E59F76F3A}" dt="2026-06-01T20:46:43.481" v="466" actId="164"/>
          <ac:spMkLst>
            <pc:docMk/>
            <pc:sldMk cId="3234660134" sldId="257"/>
            <ac:spMk id="31" creationId="{337FBBE5-AFC8-413D-D9F3-291297EB8A1C}"/>
          </ac:spMkLst>
        </pc:spChg>
        <pc:spChg chg="mod topLvl">
          <ac:chgData name="Adolf Áron" userId="d487e5f1-f486-4472-836e-5501b570ddd9" providerId="ADAL" clId="{511724EB-05D1-4719-8F1F-0A7E59F76F3A}" dt="2026-06-01T20:46:43.481" v="466" actId="164"/>
          <ac:spMkLst>
            <pc:docMk/>
            <pc:sldMk cId="3234660134" sldId="257"/>
            <ac:spMk id="33" creationId="{C93A2205-6EA4-6CAB-16B3-3B2317791089}"/>
          </ac:spMkLst>
        </pc:spChg>
        <pc:spChg chg="mod topLvl">
          <ac:chgData name="Adolf Áron" userId="d487e5f1-f486-4472-836e-5501b570ddd9" providerId="ADAL" clId="{511724EB-05D1-4719-8F1F-0A7E59F76F3A}" dt="2026-06-01T20:46:43.481" v="466" actId="164"/>
          <ac:spMkLst>
            <pc:docMk/>
            <pc:sldMk cId="3234660134" sldId="257"/>
            <ac:spMk id="34" creationId="{2528A415-AAD8-A0FB-FDE8-BCC9E40F7642}"/>
          </ac:spMkLst>
        </pc:spChg>
        <pc:spChg chg="mod topLvl">
          <ac:chgData name="Adolf Áron" userId="d487e5f1-f486-4472-836e-5501b570ddd9" providerId="ADAL" clId="{511724EB-05D1-4719-8F1F-0A7E59F76F3A}" dt="2026-06-01T20:46:43.481" v="466" actId="164"/>
          <ac:spMkLst>
            <pc:docMk/>
            <pc:sldMk cId="3234660134" sldId="257"/>
            <ac:spMk id="36" creationId="{4D1BB202-E98F-CB21-48F8-7EAF01894BF2}"/>
          </ac:spMkLst>
        </pc:spChg>
        <pc:spChg chg="mod topLvl">
          <ac:chgData name="Adolf Áron" userId="d487e5f1-f486-4472-836e-5501b570ddd9" providerId="ADAL" clId="{511724EB-05D1-4719-8F1F-0A7E59F76F3A}" dt="2026-06-01T20:46:43.481" v="466" actId="164"/>
          <ac:spMkLst>
            <pc:docMk/>
            <pc:sldMk cId="3234660134" sldId="257"/>
            <ac:spMk id="42" creationId="{2ADE6FAB-D5BB-65FE-A39C-0DC94B6E01C0}"/>
          </ac:spMkLst>
        </pc:spChg>
        <pc:spChg chg="ord">
          <ac:chgData name="Adolf Áron" userId="d487e5f1-f486-4472-836e-5501b570ddd9" providerId="ADAL" clId="{511724EB-05D1-4719-8F1F-0A7E59F76F3A}" dt="2026-06-01T20:35:06.194" v="184" actId="170"/>
          <ac:spMkLst>
            <pc:docMk/>
            <pc:sldMk cId="3234660134" sldId="257"/>
            <ac:spMk id="122" creationId="{64022E35-F5A2-A625-8A2B-A35DB3BCF0B6}"/>
          </ac:spMkLst>
        </pc:spChg>
        <pc:spChg chg="ord">
          <ac:chgData name="Adolf Áron" userId="d487e5f1-f486-4472-836e-5501b570ddd9" providerId="ADAL" clId="{511724EB-05D1-4719-8F1F-0A7E59F76F3A}" dt="2026-06-01T20:35:06.194" v="184" actId="170"/>
          <ac:spMkLst>
            <pc:docMk/>
            <pc:sldMk cId="3234660134" sldId="257"/>
            <ac:spMk id="124" creationId="{F4A49BA9-2E9C-8A43-0EF1-8340AF72DDEC}"/>
          </ac:spMkLst>
        </pc:spChg>
        <pc:spChg chg="ord">
          <ac:chgData name="Adolf Áron" userId="d487e5f1-f486-4472-836e-5501b570ddd9" providerId="ADAL" clId="{511724EB-05D1-4719-8F1F-0A7E59F76F3A}" dt="2026-06-01T20:35:06.194" v="184" actId="170"/>
          <ac:spMkLst>
            <pc:docMk/>
            <pc:sldMk cId="3234660134" sldId="257"/>
            <ac:spMk id="130" creationId="{DE12AE73-AE08-4EAD-26A6-0BEDBBACA070}"/>
          </ac:spMkLst>
        </pc:spChg>
        <pc:spChg chg="ord">
          <ac:chgData name="Adolf Áron" userId="d487e5f1-f486-4472-836e-5501b570ddd9" providerId="ADAL" clId="{511724EB-05D1-4719-8F1F-0A7E59F76F3A}" dt="2026-06-01T20:35:06.194" v="184" actId="170"/>
          <ac:spMkLst>
            <pc:docMk/>
            <pc:sldMk cId="3234660134" sldId="257"/>
            <ac:spMk id="132" creationId="{AB1155E7-060A-9FC6-BA44-33AE9D84F889}"/>
          </ac:spMkLst>
        </pc:spChg>
        <pc:spChg chg="ord">
          <ac:chgData name="Adolf Áron" userId="d487e5f1-f486-4472-836e-5501b570ddd9" providerId="ADAL" clId="{511724EB-05D1-4719-8F1F-0A7E59F76F3A}" dt="2026-06-01T20:35:06.194" v="184" actId="170"/>
          <ac:spMkLst>
            <pc:docMk/>
            <pc:sldMk cId="3234660134" sldId="257"/>
            <ac:spMk id="133" creationId="{01A9CEBC-8AC2-76EF-57A3-245DBB96086E}"/>
          </ac:spMkLst>
        </pc:spChg>
        <pc:spChg chg="ord">
          <ac:chgData name="Adolf Áron" userId="d487e5f1-f486-4472-836e-5501b570ddd9" providerId="ADAL" clId="{511724EB-05D1-4719-8F1F-0A7E59F76F3A}" dt="2026-06-01T20:35:57.602" v="221" actId="171"/>
          <ac:spMkLst>
            <pc:docMk/>
            <pc:sldMk cId="3234660134" sldId="257"/>
            <ac:spMk id="142" creationId="{94569B78-F384-2ABC-0DEB-C7BDCACA7404}"/>
          </ac:spMkLst>
        </pc:spChg>
        <pc:spChg chg="ord">
          <ac:chgData name="Adolf Áron" userId="d487e5f1-f486-4472-836e-5501b570ddd9" providerId="ADAL" clId="{511724EB-05D1-4719-8F1F-0A7E59F76F3A}" dt="2026-06-01T20:35:06.194" v="184" actId="170"/>
          <ac:spMkLst>
            <pc:docMk/>
            <pc:sldMk cId="3234660134" sldId="257"/>
            <ac:spMk id="143" creationId="{4D2AB5FA-6753-9E85-21B0-B3F0CA7ED6AF}"/>
          </ac:spMkLst>
        </pc:spChg>
        <pc:spChg chg="ord">
          <ac:chgData name="Adolf Áron" userId="d487e5f1-f486-4472-836e-5501b570ddd9" providerId="ADAL" clId="{511724EB-05D1-4719-8F1F-0A7E59F76F3A}" dt="2026-06-01T20:35:06.194" v="184" actId="170"/>
          <ac:spMkLst>
            <pc:docMk/>
            <pc:sldMk cId="3234660134" sldId="257"/>
            <ac:spMk id="147" creationId="{5D1D4334-3B88-B39F-A018-4DCD00EEBB01}"/>
          </ac:spMkLst>
        </pc:spChg>
        <pc:spChg chg="ord">
          <ac:chgData name="Adolf Áron" userId="d487e5f1-f486-4472-836e-5501b570ddd9" providerId="ADAL" clId="{511724EB-05D1-4719-8F1F-0A7E59F76F3A}" dt="2026-06-01T20:35:06.194" v="184" actId="170"/>
          <ac:spMkLst>
            <pc:docMk/>
            <pc:sldMk cId="3234660134" sldId="257"/>
            <ac:spMk id="148" creationId="{5731842C-02E9-0EDE-B0E3-7CBDB73E5FC3}"/>
          </ac:spMkLst>
        </pc:spChg>
        <pc:spChg chg="ord">
          <ac:chgData name="Adolf Áron" userId="d487e5f1-f486-4472-836e-5501b570ddd9" providerId="ADAL" clId="{511724EB-05D1-4719-8F1F-0A7E59F76F3A}" dt="2026-06-01T20:35:06.194" v="184" actId="170"/>
          <ac:spMkLst>
            <pc:docMk/>
            <pc:sldMk cId="3234660134" sldId="257"/>
            <ac:spMk id="149" creationId="{88BC0666-82BA-EA30-FB90-11A0FDA824BA}"/>
          </ac:spMkLst>
        </pc:spChg>
        <pc:spChg chg="mod">
          <ac:chgData name="Adolf Áron" userId="d487e5f1-f486-4472-836e-5501b570ddd9" providerId="ADAL" clId="{511724EB-05D1-4719-8F1F-0A7E59F76F3A}" dt="2026-06-01T20:30:26.085" v="90" actId="20577"/>
          <ac:spMkLst>
            <pc:docMk/>
            <pc:sldMk cId="3234660134" sldId="257"/>
            <ac:spMk id="265" creationId="{CE8A1A5C-790C-AFA2-F289-49AEBCB4F2DA}"/>
          </ac:spMkLst>
        </pc:spChg>
        <pc:grpChg chg="ord">
          <ac:chgData name="Adolf Áron" userId="d487e5f1-f486-4472-836e-5501b570ddd9" providerId="ADAL" clId="{511724EB-05D1-4719-8F1F-0A7E59F76F3A}" dt="2026-06-01T20:45:53.915" v="455" actId="166"/>
          <ac:grpSpMkLst>
            <pc:docMk/>
            <pc:sldMk cId="3234660134" sldId="257"/>
            <ac:grpSpMk id="14" creationId="{B7D877FE-D8E3-CF3F-CB7E-14834E59AAFB}"/>
          </ac:grpSpMkLst>
        </pc:grpChg>
        <pc:grpChg chg="add del mod">
          <ac:chgData name="Adolf Áron" userId="d487e5f1-f486-4472-836e-5501b570ddd9" providerId="ADAL" clId="{511724EB-05D1-4719-8F1F-0A7E59F76F3A}" dt="2026-06-01T20:50:12.161" v="819" actId="1035"/>
          <ac:grpSpMkLst>
            <pc:docMk/>
            <pc:sldMk cId="3234660134" sldId="257"/>
            <ac:grpSpMk id="44" creationId="{5ED8406F-C3CC-705D-ADAF-67EB500A5094}"/>
          </ac:grpSpMkLst>
        </pc:grpChg>
        <pc:cxnChg chg="del">
          <ac:chgData name="Adolf Áron" userId="d487e5f1-f486-4472-836e-5501b570ddd9" providerId="ADAL" clId="{511724EB-05D1-4719-8F1F-0A7E59F76F3A}" dt="2026-06-01T20:47:35.551" v="566" actId="478"/>
          <ac:cxnSpMkLst>
            <pc:docMk/>
            <pc:sldMk cId="3234660134" sldId="257"/>
            <ac:cxnSpMk id="37" creationId="{05E832EB-196C-B283-5E1E-EE28CFE7712A}"/>
          </ac:cxnSpMkLst>
        </pc:cxnChg>
        <pc:cxnChg chg="del">
          <ac:chgData name="Adolf Áron" userId="d487e5f1-f486-4472-836e-5501b570ddd9" providerId="ADAL" clId="{511724EB-05D1-4719-8F1F-0A7E59F76F3A}" dt="2026-06-01T20:47:32.905" v="565" actId="478"/>
          <ac:cxnSpMkLst>
            <pc:docMk/>
            <pc:sldMk cId="3234660134" sldId="257"/>
            <ac:cxnSpMk id="38" creationId="{A6F2AD77-A734-766A-755B-F795A3658C72}"/>
          </ac:cxnSpMkLst>
        </pc:cxnChg>
        <pc:cxnChg chg="del">
          <ac:chgData name="Adolf Áron" userId="d487e5f1-f486-4472-836e-5501b570ddd9" providerId="ADAL" clId="{511724EB-05D1-4719-8F1F-0A7E59F76F3A}" dt="2026-06-01T20:47:31.060" v="564" actId="478"/>
          <ac:cxnSpMkLst>
            <pc:docMk/>
            <pc:sldMk cId="3234660134" sldId="257"/>
            <ac:cxnSpMk id="39" creationId="{1265AD46-8044-24EC-A50C-F359B91E28CF}"/>
          </ac:cxnSpMkLst>
        </pc:cxnChg>
        <pc:cxnChg chg="del">
          <ac:chgData name="Adolf Áron" userId="d487e5f1-f486-4472-836e-5501b570ddd9" providerId="ADAL" clId="{511724EB-05D1-4719-8F1F-0A7E59F76F3A}" dt="2026-06-01T20:47:22.819" v="561" actId="478"/>
          <ac:cxnSpMkLst>
            <pc:docMk/>
            <pc:sldMk cId="3234660134" sldId="257"/>
            <ac:cxnSpMk id="40" creationId="{003BFCB9-0324-B8C8-9896-54F9DD6766C7}"/>
          </ac:cxnSpMkLst>
        </pc:cxnChg>
        <pc:cxnChg chg="del">
          <ac:chgData name="Adolf Áron" userId="d487e5f1-f486-4472-836e-5501b570ddd9" providerId="ADAL" clId="{511724EB-05D1-4719-8F1F-0A7E59F76F3A}" dt="2026-06-01T20:47:28.621" v="563" actId="478"/>
          <ac:cxnSpMkLst>
            <pc:docMk/>
            <pc:sldMk cId="3234660134" sldId="257"/>
            <ac:cxnSpMk id="41" creationId="{6161CF11-4A6C-776D-C1B3-B820CD6D8DA6}"/>
          </ac:cxnSpMkLst>
        </pc:cxnChg>
        <pc:cxnChg chg="del">
          <ac:chgData name="Adolf Áron" userId="d487e5f1-f486-4472-836e-5501b570ddd9" providerId="ADAL" clId="{511724EB-05D1-4719-8F1F-0A7E59F76F3A}" dt="2026-06-01T20:47:24.743" v="562" actId="478"/>
          <ac:cxnSpMkLst>
            <pc:docMk/>
            <pc:sldMk cId="3234660134" sldId="257"/>
            <ac:cxnSpMk id="43" creationId="{63BFAECB-7F52-5428-BCD2-6417143DEC71}"/>
          </ac:cxnSpMkLst>
        </pc:cxnChg>
        <pc:cxnChg chg="mod ord">
          <ac:chgData name="Adolf Áron" userId="d487e5f1-f486-4472-836e-5501b570ddd9" providerId="ADAL" clId="{511724EB-05D1-4719-8F1F-0A7E59F76F3A}" dt="2026-06-01T20:50:22.136" v="821" actId="14100"/>
          <ac:cxnSpMkLst>
            <pc:docMk/>
            <pc:sldMk cId="3234660134" sldId="257"/>
            <ac:cxnSpMk id="231" creationId="{5EF88692-6501-46CD-A661-EB45C79C221B}"/>
          </ac:cxnSpMkLst>
        </pc:cxnChg>
      </pc:sldChg>
      <pc:sldChg chg="addSp delSp modSp mod">
        <pc:chgData name="Adolf Áron" userId="d487e5f1-f486-4472-836e-5501b570ddd9" providerId="ADAL" clId="{511724EB-05D1-4719-8F1F-0A7E59F76F3A}" dt="2026-06-01T20:51:00.311" v="826" actId="1076"/>
        <pc:sldMkLst>
          <pc:docMk/>
          <pc:sldMk cId="3963085239" sldId="258"/>
        </pc:sldMkLst>
        <pc:spChg chg="del">
          <ac:chgData name="Adolf Áron" userId="d487e5f1-f486-4472-836e-5501b570ddd9" providerId="ADAL" clId="{511724EB-05D1-4719-8F1F-0A7E59F76F3A}" dt="2026-06-01T20:50:50.763" v="824" actId="478"/>
          <ac:spMkLst>
            <pc:docMk/>
            <pc:sldMk cId="3963085239" sldId="258"/>
            <ac:spMk id="9" creationId="{17F15AD6-69D5-61D0-26AA-B3F9974FA4FE}"/>
          </ac:spMkLst>
        </pc:spChg>
        <pc:spChg chg="del">
          <ac:chgData name="Adolf Áron" userId="d487e5f1-f486-4472-836e-5501b570ddd9" providerId="ADAL" clId="{511724EB-05D1-4719-8F1F-0A7E59F76F3A}" dt="2026-06-01T20:50:50.763" v="824" actId="478"/>
          <ac:spMkLst>
            <pc:docMk/>
            <pc:sldMk cId="3963085239" sldId="258"/>
            <ac:spMk id="10" creationId="{87F2369A-1A75-A7D1-8604-27748E908FCE}"/>
          </ac:spMkLst>
        </pc:spChg>
        <pc:spChg chg="add mod">
          <ac:chgData name="Adolf Áron" userId="d487e5f1-f486-4472-836e-5501b570ddd9" providerId="ADAL" clId="{511724EB-05D1-4719-8F1F-0A7E59F76F3A}" dt="2026-06-01T20:50:50.763" v="824" actId="478"/>
          <ac:spMkLst>
            <pc:docMk/>
            <pc:sldMk cId="3963085239" sldId="258"/>
            <ac:spMk id="12" creationId="{074267EE-B92D-D9A9-F984-7557B1E07DF0}"/>
          </ac:spMkLst>
        </pc:spChg>
        <pc:spChg chg="add mod">
          <ac:chgData name="Adolf Áron" userId="d487e5f1-f486-4472-836e-5501b570ddd9" providerId="ADAL" clId="{511724EB-05D1-4719-8F1F-0A7E59F76F3A}" dt="2026-06-01T20:50:50.763" v="824" actId="478"/>
          <ac:spMkLst>
            <pc:docMk/>
            <pc:sldMk cId="3963085239" sldId="258"/>
            <ac:spMk id="14" creationId="{D372860F-C92C-D469-FC97-081A20C8CFCD}"/>
          </ac:spMkLst>
        </pc:spChg>
        <pc:spChg chg="add mod">
          <ac:chgData name="Adolf Áron" userId="d487e5f1-f486-4472-836e-5501b570ddd9" providerId="ADAL" clId="{511724EB-05D1-4719-8F1F-0A7E59F76F3A}" dt="2026-06-01T20:51:00.311" v="826" actId="1076"/>
          <ac:spMkLst>
            <pc:docMk/>
            <pc:sldMk cId="3963085239" sldId="258"/>
            <ac:spMk id="15" creationId="{A0ABCC77-77A7-0BA4-F6C2-F81B3BADFA17}"/>
          </ac:spMkLst>
        </pc:spChg>
        <pc:spChg chg="add mod">
          <ac:chgData name="Adolf Áron" userId="d487e5f1-f486-4472-836e-5501b570ddd9" providerId="ADAL" clId="{511724EB-05D1-4719-8F1F-0A7E59F76F3A}" dt="2026-06-01T20:51:00.311" v="826" actId="1076"/>
          <ac:spMkLst>
            <pc:docMk/>
            <pc:sldMk cId="3963085239" sldId="258"/>
            <ac:spMk id="16" creationId="{917DD074-EB16-CF67-1158-F28DBA92AD04}"/>
          </ac:spMkLst>
        </pc:spChg>
      </pc:sldChg>
      <pc:sldChg chg="addSp delSp modSp mod">
        <pc:chgData name="Adolf Áron" userId="d487e5f1-f486-4472-836e-5501b570ddd9" providerId="ADAL" clId="{511724EB-05D1-4719-8F1F-0A7E59F76F3A}" dt="2026-06-01T20:24:43.052" v="85" actId="171"/>
        <pc:sldMkLst>
          <pc:docMk/>
          <pc:sldMk cId="2267639976" sldId="262"/>
        </pc:sldMkLst>
        <pc:spChg chg="del">
          <ac:chgData name="Adolf Áron" userId="d487e5f1-f486-4472-836e-5501b570ddd9" providerId="ADAL" clId="{511724EB-05D1-4719-8F1F-0A7E59F76F3A}" dt="2026-06-01T20:19:08.237" v="0" actId="478"/>
          <ac:spMkLst>
            <pc:docMk/>
            <pc:sldMk cId="2267639976" sldId="262"/>
            <ac:spMk id="5" creationId="{662A56CF-6401-46F8-925E-248267467D74}"/>
          </ac:spMkLst>
        </pc:spChg>
        <pc:spChg chg="ord">
          <ac:chgData name="Adolf Áron" userId="d487e5f1-f486-4472-836e-5501b570ddd9" providerId="ADAL" clId="{511724EB-05D1-4719-8F1F-0A7E59F76F3A}" dt="2026-06-01T20:24:43.052" v="85" actId="171"/>
          <ac:spMkLst>
            <pc:docMk/>
            <pc:sldMk cId="2267639976" sldId="262"/>
            <ac:spMk id="393" creationId="{348E54BB-16B9-4D3E-AB45-733FDFC2A7FE}"/>
          </ac:spMkLst>
        </pc:spChg>
        <pc:spChg chg="ord">
          <ac:chgData name="Adolf Áron" userId="d487e5f1-f486-4472-836e-5501b570ddd9" providerId="ADAL" clId="{511724EB-05D1-4719-8F1F-0A7E59F76F3A}" dt="2026-06-01T20:24:43.052" v="85" actId="171"/>
          <ac:spMkLst>
            <pc:docMk/>
            <pc:sldMk cId="2267639976" sldId="262"/>
            <ac:spMk id="477" creationId="{B0549699-8414-438C-9A6A-15894338680D}"/>
          </ac:spMkLst>
        </pc:spChg>
        <pc:spChg chg="ord">
          <ac:chgData name="Adolf Áron" userId="d487e5f1-f486-4472-836e-5501b570ddd9" providerId="ADAL" clId="{511724EB-05D1-4719-8F1F-0A7E59F76F3A}" dt="2026-06-01T20:24:43.052" v="85" actId="171"/>
          <ac:spMkLst>
            <pc:docMk/>
            <pc:sldMk cId="2267639976" sldId="262"/>
            <ac:spMk id="478" creationId="{50CB0379-0C9B-4127-A469-0582520D191E}"/>
          </ac:spMkLst>
        </pc:spChg>
        <pc:spChg chg="ord">
          <ac:chgData name="Adolf Áron" userId="d487e5f1-f486-4472-836e-5501b570ddd9" providerId="ADAL" clId="{511724EB-05D1-4719-8F1F-0A7E59F76F3A}" dt="2026-06-01T20:24:43.052" v="85" actId="171"/>
          <ac:spMkLst>
            <pc:docMk/>
            <pc:sldMk cId="2267639976" sldId="262"/>
            <ac:spMk id="479" creationId="{2C2C07A5-BEC5-4665-B6E0-6E1C4440839B}"/>
          </ac:spMkLst>
        </pc:spChg>
        <pc:grpChg chg="add mod ord">
          <ac:chgData name="Adolf Áron" userId="d487e5f1-f486-4472-836e-5501b570ddd9" providerId="ADAL" clId="{511724EB-05D1-4719-8F1F-0A7E59F76F3A}" dt="2026-06-01T20:24:14.971" v="75" actId="171"/>
          <ac:grpSpMkLst>
            <pc:docMk/>
            <pc:sldMk cId="2267639976" sldId="262"/>
            <ac:grpSpMk id="2" creationId="{6BEFD654-82DB-27D4-3256-1451D07C5FA6}"/>
          </ac:grpSpMkLst>
        </pc:grpChg>
        <pc:cxnChg chg="mod">
          <ac:chgData name="Adolf Áron" userId="d487e5f1-f486-4472-836e-5501b570ddd9" providerId="ADAL" clId="{511724EB-05D1-4719-8F1F-0A7E59F76F3A}" dt="2026-06-01T20:23:42.662" v="71"/>
          <ac:cxnSpMkLst>
            <pc:docMk/>
            <pc:sldMk cId="2267639976" sldId="262"/>
            <ac:cxnSpMk id="8" creationId="{44492370-62C1-8597-2CE3-46553A228ACA}"/>
          </ac:cxnSpMkLst>
        </pc:cxnChg>
        <pc:cxnChg chg="mod">
          <ac:chgData name="Adolf Áron" userId="d487e5f1-f486-4472-836e-5501b570ddd9" providerId="ADAL" clId="{511724EB-05D1-4719-8F1F-0A7E59F76F3A}" dt="2026-06-01T20:23:42.662" v="71"/>
          <ac:cxnSpMkLst>
            <pc:docMk/>
            <pc:sldMk cId="2267639976" sldId="262"/>
            <ac:cxnSpMk id="10" creationId="{A1923B24-37C5-1AEA-7846-C6BBB0AEB881}"/>
          </ac:cxnSpMkLst>
        </pc:cxnChg>
        <pc:cxnChg chg="mod">
          <ac:chgData name="Adolf Áron" userId="d487e5f1-f486-4472-836e-5501b570ddd9" providerId="ADAL" clId="{511724EB-05D1-4719-8F1F-0A7E59F76F3A}" dt="2026-06-01T20:23:42.662" v="71"/>
          <ac:cxnSpMkLst>
            <pc:docMk/>
            <pc:sldMk cId="2267639976" sldId="262"/>
            <ac:cxnSpMk id="12" creationId="{F098E867-D0DA-6277-24CD-10F6AE9BA68E}"/>
          </ac:cxnSpMkLst>
        </pc:cxnChg>
        <pc:cxnChg chg="mod">
          <ac:chgData name="Adolf Áron" userId="d487e5f1-f486-4472-836e-5501b570ddd9" providerId="ADAL" clId="{511724EB-05D1-4719-8F1F-0A7E59F76F3A}" dt="2026-06-01T20:23:42.662" v="71"/>
          <ac:cxnSpMkLst>
            <pc:docMk/>
            <pc:sldMk cId="2267639976" sldId="262"/>
            <ac:cxnSpMk id="15" creationId="{E0E1F0C0-5833-8C93-5F58-2743D99420D6}"/>
          </ac:cxnSpMkLst>
        </pc:cxnChg>
        <pc:cxnChg chg="mod">
          <ac:chgData name="Adolf Áron" userId="d487e5f1-f486-4472-836e-5501b570ddd9" providerId="ADAL" clId="{511724EB-05D1-4719-8F1F-0A7E59F76F3A}" dt="2026-06-01T20:23:42.662" v="71"/>
          <ac:cxnSpMkLst>
            <pc:docMk/>
            <pc:sldMk cId="2267639976" sldId="262"/>
            <ac:cxnSpMk id="19" creationId="{1DCE8C7F-5C3F-7172-D095-B18A29275207}"/>
          </ac:cxnSpMkLst>
        </pc:cxnChg>
        <pc:cxnChg chg="mod">
          <ac:chgData name="Adolf Áron" userId="d487e5f1-f486-4472-836e-5501b570ddd9" providerId="ADAL" clId="{511724EB-05D1-4719-8F1F-0A7E59F76F3A}" dt="2026-06-01T20:23:42.662" v="71"/>
          <ac:cxnSpMkLst>
            <pc:docMk/>
            <pc:sldMk cId="2267639976" sldId="262"/>
            <ac:cxnSpMk id="20" creationId="{10ED920C-1FCD-7DAE-0F61-027D2546196E}"/>
          </ac:cxnSpMkLst>
        </pc:cxnChg>
        <pc:cxnChg chg="mod">
          <ac:chgData name="Adolf Áron" userId="d487e5f1-f486-4472-836e-5501b570ddd9" providerId="ADAL" clId="{511724EB-05D1-4719-8F1F-0A7E59F76F3A}" dt="2026-06-01T20:23:42.662" v="71"/>
          <ac:cxnSpMkLst>
            <pc:docMk/>
            <pc:sldMk cId="2267639976" sldId="262"/>
            <ac:cxnSpMk id="21" creationId="{27F95100-E29D-2126-9AF1-1C2ED27B598C}"/>
          </ac:cxnSpMkLst>
        </pc:cxnChg>
        <pc:cxnChg chg="mod">
          <ac:chgData name="Adolf Áron" userId="d487e5f1-f486-4472-836e-5501b570ddd9" providerId="ADAL" clId="{511724EB-05D1-4719-8F1F-0A7E59F76F3A}" dt="2026-06-01T20:23:42.662" v="71"/>
          <ac:cxnSpMkLst>
            <pc:docMk/>
            <pc:sldMk cId="2267639976" sldId="262"/>
            <ac:cxnSpMk id="22" creationId="{DF84ECEF-E01E-2AE0-5980-FF76EDEB1582}"/>
          </ac:cxnSpMkLst>
        </pc:cxnChg>
        <pc:cxnChg chg="mod">
          <ac:chgData name="Adolf Áron" userId="d487e5f1-f486-4472-836e-5501b570ddd9" providerId="ADAL" clId="{511724EB-05D1-4719-8F1F-0A7E59F76F3A}" dt="2026-06-01T20:23:42.662" v="71"/>
          <ac:cxnSpMkLst>
            <pc:docMk/>
            <pc:sldMk cId="2267639976" sldId="262"/>
            <ac:cxnSpMk id="24" creationId="{79641D48-09F1-2DCA-6529-91DEF702FC00}"/>
          </ac:cxnSpMkLst>
        </pc:cxnChg>
      </pc:sldChg>
      <pc:sldChg chg="mod modShow">
        <pc:chgData name="Adolf Áron" userId="d487e5f1-f486-4472-836e-5501b570ddd9" providerId="ADAL" clId="{511724EB-05D1-4719-8F1F-0A7E59F76F3A}" dt="2026-06-01T20:22:12.907" v="70" actId="729"/>
        <pc:sldMkLst>
          <pc:docMk/>
          <pc:sldMk cId="3868102297" sldId="263"/>
        </pc:sldMkLst>
      </pc:sldChg>
      <pc:sldChg chg="modSp mod">
        <pc:chgData name="Adolf Áron" userId="d487e5f1-f486-4472-836e-5501b570ddd9" providerId="ADAL" clId="{511724EB-05D1-4719-8F1F-0A7E59F76F3A}" dt="2026-06-01T20:39:34.069" v="257" actId="1076"/>
        <pc:sldMkLst>
          <pc:docMk/>
          <pc:sldMk cId="3782218767" sldId="264"/>
        </pc:sldMkLst>
        <pc:spChg chg="mod">
          <ac:chgData name="Adolf Áron" userId="d487e5f1-f486-4472-836e-5501b570ddd9" providerId="ADAL" clId="{511724EB-05D1-4719-8F1F-0A7E59F76F3A}" dt="2026-06-01T20:39:34.069" v="257" actId="1076"/>
          <ac:spMkLst>
            <pc:docMk/>
            <pc:sldMk cId="3782218767" sldId="264"/>
            <ac:spMk id="2" creationId="{B168A57B-2903-4BA3-BF70-B561C554FC9C}"/>
          </ac:spMkLst>
        </pc:spChg>
      </pc:sldChg>
      <pc:sldChg chg="ord">
        <pc:chgData name="Adolf Áron" userId="d487e5f1-f486-4472-836e-5501b570ddd9" providerId="ADAL" clId="{511724EB-05D1-4719-8F1F-0A7E59F76F3A}" dt="2026-06-01T20:37:25.164" v="236"/>
        <pc:sldMkLst>
          <pc:docMk/>
          <pc:sldMk cId="1834106344" sldId="265"/>
        </pc:sldMkLst>
      </pc:sldChg>
      <pc:sldChg chg="addSp modSp new mod modTransition addAnim delAnim modAnim">
        <pc:chgData name="Adolf Áron" userId="d487e5f1-f486-4472-836e-5501b570ddd9" providerId="ADAL" clId="{511724EB-05D1-4719-8F1F-0A7E59F76F3A}" dt="2026-06-01T20:57:19.569" v="888"/>
        <pc:sldMkLst>
          <pc:docMk/>
          <pc:sldMk cId="1300788294" sldId="266"/>
        </pc:sldMkLst>
        <pc:spChg chg="add mod">
          <ac:chgData name="Adolf Áron" userId="d487e5f1-f486-4472-836e-5501b570ddd9" providerId="ADAL" clId="{511724EB-05D1-4719-8F1F-0A7E59F76F3A}" dt="2026-06-01T20:19:18.267" v="2"/>
          <ac:spMkLst>
            <pc:docMk/>
            <pc:sldMk cId="1300788294" sldId="266"/>
            <ac:spMk id="26" creationId="{09EB521C-3FB4-C394-4EEF-4A80DFAF8EA0}"/>
          </ac:spMkLst>
        </pc:spChg>
        <pc:spChg chg="add mod">
          <ac:chgData name="Adolf Áron" userId="d487e5f1-f486-4472-836e-5501b570ddd9" providerId="ADAL" clId="{511724EB-05D1-4719-8F1F-0A7E59F76F3A}" dt="2026-06-01T20:19:18.267" v="2"/>
          <ac:spMkLst>
            <pc:docMk/>
            <pc:sldMk cId="1300788294" sldId="266"/>
            <ac:spMk id="41" creationId="{862126F7-33AB-EF11-DAF4-8DB0F78F0C31}"/>
          </ac:spMkLst>
        </pc:spChg>
        <pc:spChg chg="add mod">
          <ac:chgData name="Adolf Áron" userId="d487e5f1-f486-4472-836e-5501b570ddd9" providerId="ADAL" clId="{511724EB-05D1-4719-8F1F-0A7E59F76F3A}" dt="2026-06-01T20:19:18.267" v="2"/>
          <ac:spMkLst>
            <pc:docMk/>
            <pc:sldMk cId="1300788294" sldId="266"/>
            <ac:spMk id="47" creationId="{46444427-6D86-B0A7-37B8-8604F1069974}"/>
          </ac:spMkLst>
        </pc:spChg>
        <pc:spChg chg="add mod">
          <ac:chgData name="Adolf Áron" userId="d487e5f1-f486-4472-836e-5501b570ddd9" providerId="ADAL" clId="{511724EB-05D1-4719-8F1F-0A7E59F76F3A}" dt="2026-06-01T20:19:18.267" v="2"/>
          <ac:spMkLst>
            <pc:docMk/>
            <pc:sldMk cId="1300788294" sldId="266"/>
            <ac:spMk id="52" creationId="{0FCA07DE-6B3E-71E0-ABE0-51E4A86F4DEC}"/>
          </ac:spMkLst>
        </pc:spChg>
        <pc:spChg chg="add mod">
          <ac:chgData name="Adolf Áron" userId="d487e5f1-f486-4472-836e-5501b570ddd9" providerId="ADAL" clId="{511724EB-05D1-4719-8F1F-0A7E59F76F3A}" dt="2026-06-01T20:19:18.267" v="2"/>
          <ac:spMkLst>
            <pc:docMk/>
            <pc:sldMk cId="1300788294" sldId="266"/>
            <ac:spMk id="82" creationId="{5EF200BD-E021-B22D-D4E5-4CD15C73A57B}"/>
          </ac:spMkLst>
        </pc:spChg>
        <pc:spChg chg="add mod">
          <ac:chgData name="Adolf Áron" userId="d487e5f1-f486-4472-836e-5501b570ddd9" providerId="ADAL" clId="{511724EB-05D1-4719-8F1F-0A7E59F76F3A}" dt="2026-06-01T20:19:18.267" v="2"/>
          <ac:spMkLst>
            <pc:docMk/>
            <pc:sldMk cId="1300788294" sldId="266"/>
            <ac:spMk id="87" creationId="{4F635F4B-D1F5-316B-FF5E-013F42B93C0C}"/>
          </ac:spMkLst>
        </pc:spChg>
        <pc:spChg chg="add mod">
          <ac:chgData name="Adolf Áron" userId="d487e5f1-f486-4472-836e-5501b570ddd9" providerId="ADAL" clId="{511724EB-05D1-4719-8F1F-0A7E59F76F3A}" dt="2026-06-01T20:19:18.267" v="2"/>
          <ac:spMkLst>
            <pc:docMk/>
            <pc:sldMk cId="1300788294" sldId="266"/>
            <ac:spMk id="100" creationId="{621ED43E-9284-AF98-2720-903742DE9232}"/>
          </ac:spMkLst>
        </pc:spChg>
        <pc:spChg chg="add mod">
          <ac:chgData name="Adolf Áron" userId="d487e5f1-f486-4472-836e-5501b570ddd9" providerId="ADAL" clId="{511724EB-05D1-4719-8F1F-0A7E59F76F3A}" dt="2026-06-01T20:19:18.267" v="2"/>
          <ac:spMkLst>
            <pc:docMk/>
            <pc:sldMk cId="1300788294" sldId="266"/>
            <ac:spMk id="134" creationId="{7B24302A-E880-CB89-E91F-BA2D822BB8F0}"/>
          </ac:spMkLst>
        </pc:spChg>
        <pc:spChg chg="add mod">
          <ac:chgData name="Adolf Áron" userId="d487e5f1-f486-4472-836e-5501b570ddd9" providerId="ADAL" clId="{511724EB-05D1-4719-8F1F-0A7E59F76F3A}" dt="2026-06-01T20:19:18.267" v="2"/>
          <ac:spMkLst>
            <pc:docMk/>
            <pc:sldMk cId="1300788294" sldId="266"/>
            <ac:spMk id="160" creationId="{62357368-85E3-55E6-EE11-3921597BFC7B}"/>
          </ac:spMkLst>
        </pc:spChg>
        <pc:spChg chg="add mod">
          <ac:chgData name="Adolf Áron" userId="d487e5f1-f486-4472-836e-5501b570ddd9" providerId="ADAL" clId="{511724EB-05D1-4719-8F1F-0A7E59F76F3A}" dt="2026-06-01T20:19:18.267" v="2"/>
          <ac:spMkLst>
            <pc:docMk/>
            <pc:sldMk cId="1300788294" sldId="266"/>
            <ac:spMk id="166" creationId="{C1E191E1-B36F-779A-ABC2-C9FB896770FB}"/>
          </ac:spMkLst>
        </pc:spChg>
        <pc:spChg chg="add mod">
          <ac:chgData name="Adolf Áron" userId="d487e5f1-f486-4472-836e-5501b570ddd9" providerId="ADAL" clId="{511724EB-05D1-4719-8F1F-0A7E59F76F3A}" dt="2026-06-01T20:19:59.242" v="4"/>
          <ac:spMkLst>
            <pc:docMk/>
            <pc:sldMk cId="1300788294" sldId="266"/>
            <ac:spMk id="191" creationId="{85F8BD09-C792-C8E4-B9A2-49B3375D3F82}"/>
          </ac:spMkLst>
        </pc:spChg>
        <pc:spChg chg="add mod">
          <ac:chgData name="Adolf Áron" userId="d487e5f1-f486-4472-836e-5501b570ddd9" providerId="ADAL" clId="{511724EB-05D1-4719-8F1F-0A7E59F76F3A}" dt="2026-06-01T20:20:33.120" v="29" actId="1035"/>
          <ac:spMkLst>
            <pc:docMk/>
            <pc:sldMk cId="1300788294" sldId="266"/>
            <ac:spMk id="192" creationId="{0964A249-1280-E1CB-B536-8B409BBFF27F}"/>
          </ac:spMkLst>
        </pc:spChg>
        <pc:spChg chg="add mod">
          <ac:chgData name="Adolf Áron" userId="d487e5f1-f486-4472-836e-5501b570ddd9" providerId="ADAL" clId="{511724EB-05D1-4719-8F1F-0A7E59F76F3A}" dt="2026-06-01T20:20:41.046" v="37" actId="14100"/>
          <ac:spMkLst>
            <pc:docMk/>
            <pc:sldMk cId="1300788294" sldId="266"/>
            <ac:spMk id="193" creationId="{C79B435C-3F73-28FC-D3AF-7E773D2CC835}"/>
          </ac:spMkLst>
        </pc:spChg>
        <pc:spChg chg="mod">
          <ac:chgData name="Adolf Áron" userId="d487e5f1-f486-4472-836e-5501b570ddd9" providerId="ADAL" clId="{511724EB-05D1-4719-8F1F-0A7E59F76F3A}" dt="2026-06-01T20:21:29.710" v="53" actId="1035"/>
          <ac:spMkLst>
            <pc:docMk/>
            <pc:sldMk cId="1300788294" sldId="266"/>
            <ac:spMk id="194" creationId="{733BC625-2222-A7EB-AED4-1EAA7B7B8713}"/>
          </ac:spMkLst>
        </pc:spChg>
        <pc:spChg chg="add mod">
          <ac:chgData name="Adolf Áron" userId="d487e5f1-f486-4472-836e-5501b570ddd9" providerId="ADAL" clId="{511724EB-05D1-4719-8F1F-0A7E59F76F3A}" dt="2026-06-01T20:19:59.242" v="4"/>
          <ac:spMkLst>
            <pc:docMk/>
            <pc:sldMk cId="1300788294" sldId="266"/>
            <ac:spMk id="195" creationId="{A56BF372-326F-5449-9AC4-7B3174FEEDD6}"/>
          </ac:spMkLst>
        </pc:spChg>
        <pc:spChg chg="add mod">
          <ac:chgData name="Adolf Áron" userId="d487e5f1-f486-4472-836e-5501b570ddd9" providerId="ADAL" clId="{511724EB-05D1-4719-8F1F-0A7E59F76F3A}" dt="2026-06-01T20:19:59.242" v="4"/>
          <ac:spMkLst>
            <pc:docMk/>
            <pc:sldMk cId="1300788294" sldId="266"/>
            <ac:spMk id="196" creationId="{5C788C61-43DB-9CD1-BC75-6053765A4CAD}"/>
          </ac:spMkLst>
        </pc:spChg>
        <pc:spChg chg="mod">
          <ac:chgData name="Adolf Áron" userId="d487e5f1-f486-4472-836e-5501b570ddd9" providerId="ADAL" clId="{511724EB-05D1-4719-8F1F-0A7E59F76F3A}" dt="2026-06-01T20:20:49.258" v="43" actId="1035"/>
          <ac:spMkLst>
            <pc:docMk/>
            <pc:sldMk cId="1300788294" sldId="266"/>
            <ac:spMk id="197" creationId="{4286F823-FF11-6295-7988-6C82BB425064}"/>
          </ac:spMkLst>
        </pc:spChg>
        <pc:spChg chg="add mod">
          <ac:chgData name="Adolf Áron" userId="d487e5f1-f486-4472-836e-5501b570ddd9" providerId="ADAL" clId="{511724EB-05D1-4719-8F1F-0A7E59F76F3A}" dt="2026-06-01T20:20:54.654" v="49" actId="14100"/>
          <ac:spMkLst>
            <pc:docMk/>
            <pc:sldMk cId="1300788294" sldId="266"/>
            <ac:spMk id="198" creationId="{20105B4B-46C8-B3B0-D311-C88B690C4289}"/>
          </ac:spMkLst>
        </pc:spChg>
        <pc:spChg chg="add mod">
          <ac:chgData name="Adolf Áron" userId="d487e5f1-f486-4472-836e-5501b570ddd9" providerId="ADAL" clId="{511724EB-05D1-4719-8F1F-0A7E59F76F3A}" dt="2026-06-01T20:19:59.242" v="4"/>
          <ac:spMkLst>
            <pc:docMk/>
            <pc:sldMk cId="1300788294" sldId="266"/>
            <ac:spMk id="201" creationId="{CDD459B0-6B9E-5AF2-8E12-0475E72A9053}"/>
          </ac:spMkLst>
        </pc:spChg>
        <pc:spChg chg="mod">
          <ac:chgData name="Adolf Áron" userId="d487e5f1-f486-4472-836e-5501b570ddd9" providerId="ADAL" clId="{511724EB-05D1-4719-8F1F-0A7E59F76F3A}" dt="2026-06-01T20:20:19.448" v="21" actId="1076"/>
          <ac:spMkLst>
            <pc:docMk/>
            <pc:sldMk cId="1300788294" sldId="266"/>
            <ac:spMk id="202" creationId="{A5FBD0B4-BB89-4516-EECE-5BC589903516}"/>
          </ac:spMkLst>
        </pc:spChg>
        <pc:spChg chg="add mod">
          <ac:chgData name="Adolf Áron" userId="d487e5f1-f486-4472-836e-5501b570ddd9" providerId="ADAL" clId="{511724EB-05D1-4719-8F1F-0A7E59F76F3A}" dt="2026-06-01T20:19:59.242" v="4"/>
          <ac:spMkLst>
            <pc:docMk/>
            <pc:sldMk cId="1300788294" sldId="266"/>
            <ac:spMk id="203" creationId="{CF7E2203-74A4-5A8A-D1AA-E66B4C55849F}"/>
          </ac:spMkLst>
        </pc:spChg>
        <pc:spChg chg="add mod">
          <ac:chgData name="Adolf Áron" userId="d487e5f1-f486-4472-836e-5501b570ddd9" providerId="ADAL" clId="{511724EB-05D1-4719-8F1F-0A7E59F76F3A}" dt="2026-06-01T20:20:17.220" v="19" actId="14100"/>
          <ac:spMkLst>
            <pc:docMk/>
            <pc:sldMk cId="1300788294" sldId="266"/>
            <ac:spMk id="204" creationId="{C2EE3541-5858-27FE-AD27-4F7698D98DAD}"/>
          </ac:spMkLst>
        </pc:spChg>
        <pc:spChg chg="add mod">
          <ac:chgData name="Adolf Áron" userId="d487e5f1-f486-4472-836e-5501b570ddd9" providerId="ADAL" clId="{511724EB-05D1-4719-8F1F-0A7E59F76F3A}" dt="2026-06-01T20:19:59.242" v="4"/>
          <ac:spMkLst>
            <pc:docMk/>
            <pc:sldMk cId="1300788294" sldId="266"/>
            <ac:spMk id="205" creationId="{B1DC2F7B-073E-B26C-5E48-17E7A6EF9F44}"/>
          </ac:spMkLst>
        </pc:spChg>
        <pc:spChg chg="add mod">
          <ac:chgData name="Adolf Áron" userId="d487e5f1-f486-4472-836e-5501b570ddd9" providerId="ADAL" clId="{511724EB-05D1-4719-8F1F-0A7E59F76F3A}" dt="2026-06-01T20:21:59.637" v="68" actId="1076"/>
          <ac:spMkLst>
            <pc:docMk/>
            <pc:sldMk cId="1300788294" sldId="266"/>
            <ac:spMk id="207" creationId="{C7CD7515-D944-9C5C-A9EC-98BB695A4E84}"/>
          </ac:spMkLst>
        </pc:spChg>
        <pc:spChg chg="add mod">
          <ac:chgData name="Adolf Áron" userId="d487e5f1-f486-4472-836e-5501b570ddd9" providerId="ADAL" clId="{511724EB-05D1-4719-8F1F-0A7E59F76F3A}" dt="2026-06-01T20:22:08.940" v="69"/>
          <ac:spMkLst>
            <pc:docMk/>
            <pc:sldMk cId="1300788294" sldId="266"/>
            <ac:spMk id="208" creationId="{1F6A8194-5DB1-0E5D-E899-B64B07CEF7F8}"/>
          </ac:spMkLst>
        </pc:spChg>
        <pc:cxnChg chg="mod">
          <ac:chgData name="Adolf Áron" userId="d487e5f1-f486-4472-836e-5501b570ddd9" providerId="ADAL" clId="{511724EB-05D1-4719-8F1F-0A7E59F76F3A}" dt="2026-06-01T20:21:15.233" v="50" actId="14100"/>
          <ac:cxnSpMkLst>
            <pc:docMk/>
            <pc:sldMk cId="1300788294" sldId="266"/>
            <ac:cxnSpMk id="184" creationId="{391479C1-D3E7-9FC4-43F0-1A430C1ECB39}"/>
          </ac:cxnSpMkLst>
        </pc:cxnChg>
        <pc:cxnChg chg="ord">
          <ac:chgData name="Adolf Áron" userId="d487e5f1-f486-4472-836e-5501b570ddd9" providerId="ADAL" clId="{511724EB-05D1-4719-8F1F-0A7E59F76F3A}" dt="2026-06-01T20:21:46.146" v="66" actId="170"/>
          <ac:cxnSpMkLst>
            <pc:docMk/>
            <pc:sldMk cId="1300788294" sldId="266"/>
            <ac:cxnSpMk id="187" creationId="{8540ABFA-F58B-D753-7C97-59C7E99A480E}"/>
          </ac:cxnSpMkLst>
        </pc:cxnChg>
        <pc:cxnChg chg="ord">
          <ac:chgData name="Adolf Áron" userId="d487e5f1-f486-4472-836e-5501b570ddd9" providerId="ADAL" clId="{511724EB-05D1-4719-8F1F-0A7E59F76F3A}" dt="2026-06-01T20:21:46.146" v="66" actId="170"/>
          <ac:cxnSpMkLst>
            <pc:docMk/>
            <pc:sldMk cId="1300788294" sldId="266"/>
            <ac:cxnSpMk id="188" creationId="{1B8AC8DA-7CAC-0B67-AF2E-12BE3F2EBC6C}"/>
          </ac:cxnSpMkLst>
        </pc:cxnChg>
        <pc:cxnChg chg="ord">
          <ac:chgData name="Adolf Áron" userId="d487e5f1-f486-4472-836e-5501b570ddd9" providerId="ADAL" clId="{511724EB-05D1-4719-8F1F-0A7E59F76F3A}" dt="2026-06-01T20:21:46.146" v="66" actId="170"/>
          <ac:cxnSpMkLst>
            <pc:docMk/>
            <pc:sldMk cId="1300788294" sldId="266"/>
            <ac:cxnSpMk id="189" creationId="{01B5FB83-7102-A175-0088-77123AC59468}"/>
          </ac:cxnSpMkLst>
        </pc:cxnChg>
        <pc:cxnChg chg="add mod">
          <ac:chgData name="Adolf Áron" userId="d487e5f1-f486-4472-836e-5501b570ddd9" providerId="ADAL" clId="{511724EB-05D1-4719-8F1F-0A7E59F76F3A}" dt="2026-06-01T20:19:34.450" v="3"/>
          <ac:cxnSpMkLst>
            <pc:docMk/>
            <pc:sldMk cId="1300788294" sldId="266"/>
            <ac:cxnSpMk id="190" creationId="{5DCE9311-7995-7B23-7E97-6A22A181FBA9}"/>
          </ac:cxnSpMkLst>
        </pc:cxnChg>
      </pc:sldChg>
      <pc:sldChg chg="addSp delSp modSp new mod ord modShow">
        <pc:chgData name="Adolf Áron" userId="d487e5f1-f486-4472-836e-5501b570ddd9" providerId="ADAL" clId="{511724EB-05D1-4719-8F1F-0A7E59F76F3A}" dt="2026-06-01T20:50:29.643" v="823"/>
        <pc:sldMkLst>
          <pc:docMk/>
          <pc:sldMk cId="2094410111" sldId="267"/>
        </pc:sldMkLst>
        <pc:spChg chg="add mod ord">
          <ac:chgData name="Adolf Áron" userId="d487e5f1-f486-4472-836e-5501b570ddd9" providerId="ADAL" clId="{511724EB-05D1-4719-8F1F-0A7E59F76F3A}" dt="2026-06-01T20:36:55.742" v="231" actId="170"/>
          <ac:spMkLst>
            <pc:docMk/>
            <pc:sldMk cId="2094410111" sldId="267"/>
            <ac:spMk id="46" creationId="{AEFAF4DC-72BD-AA33-CB06-954ED9FA80A7}"/>
          </ac:spMkLst>
        </pc:spChg>
        <pc:spChg chg="add mod">
          <ac:chgData name="Adolf Áron" userId="d487e5f1-f486-4472-836e-5501b570ddd9" providerId="ADAL" clId="{511724EB-05D1-4719-8F1F-0A7E59F76F3A}" dt="2026-06-01T20:30:59.515" v="96"/>
          <ac:spMkLst>
            <pc:docMk/>
            <pc:sldMk cId="2094410111" sldId="267"/>
            <ac:spMk id="84" creationId="{AAC90908-02E0-7020-4ECE-FBC47E3D1C68}"/>
          </ac:spMkLst>
        </pc:spChg>
        <pc:spChg chg="add mod">
          <ac:chgData name="Adolf Áron" userId="d487e5f1-f486-4472-836e-5501b570ddd9" providerId="ADAL" clId="{511724EB-05D1-4719-8F1F-0A7E59F76F3A}" dt="2026-06-01T20:30:59.515" v="96"/>
          <ac:spMkLst>
            <pc:docMk/>
            <pc:sldMk cId="2094410111" sldId="267"/>
            <ac:spMk id="103" creationId="{C1D65727-7E42-CDF0-487C-52E3EEAE294E}"/>
          </ac:spMkLst>
        </pc:spChg>
        <pc:spChg chg="add mod">
          <ac:chgData name="Adolf Áron" userId="d487e5f1-f486-4472-836e-5501b570ddd9" providerId="ADAL" clId="{511724EB-05D1-4719-8F1F-0A7E59F76F3A}" dt="2026-06-01T20:30:59.515" v="96"/>
          <ac:spMkLst>
            <pc:docMk/>
            <pc:sldMk cId="2094410111" sldId="267"/>
            <ac:spMk id="111" creationId="{405B2E01-7B7D-ACAB-B73B-61AED089A5CD}"/>
          </ac:spMkLst>
        </pc:spChg>
        <pc:spChg chg="add mod">
          <ac:chgData name="Adolf Áron" userId="d487e5f1-f486-4472-836e-5501b570ddd9" providerId="ADAL" clId="{511724EB-05D1-4719-8F1F-0A7E59F76F3A}" dt="2026-06-01T20:30:59.515" v="96"/>
          <ac:spMkLst>
            <pc:docMk/>
            <pc:sldMk cId="2094410111" sldId="267"/>
            <ac:spMk id="128" creationId="{AFCEDA6D-A3C7-26F4-9AE6-B7C26BFF25AD}"/>
          </ac:spMkLst>
        </pc:spChg>
        <pc:spChg chg="add mod ord">
          <ac:chgData name="Adolf Áron" userId="d487e5f1-f486-4472-836e-5501b570ddd9" providerId="ADAL" clId="{511724EB-05D1-4719-8F1F-0A7E59F76F3A}" dt="2026-06-01T20:36:55.742" v="231" actId="170"/>
          <ac:spMkLst>
            <pc:docMk/>
            <pc:sldMk cId="2094410111" sldId="267"/>
            <ac:spMk id="144" creationId="{9FF22754-5F18-829D-2744-CBA619C6B01E}"/>
          </ac:spMkLst>
        </pc:spChg>
        <pc:spChg chg="del">
          <ac:chgData name="Adolf Áron" userId="d487e5f1-f486-4472-836e-5501b570ddd9" providerId="ADAL" clId="{511724EB-05D1-4719-8F1F-0A7E59F76F3A}" dt="2026-06-01T20:31:02.979" v="97" actId="478"/>
          <ac:spMkLst>
            <pc:docMk/>
            <pc:sldMk cId="2094410111" sldId="267"/>
            <ac:spMk id="146" creationId="{0DA79AB3-188F-FA34-0490-A179D53F94AC}"/>
          </ac:spMkLst>
        </pc:spChg>
        <pc:spChg chg="add mod ord">
          <ac:chgData name="Adolf Áron" userId="d487e5f1-f486-4472-836e-5501b570ddd9" providerId="ADAL" clId="{511724EB-05D1-4719-8F1F-0A7E59F76F3A}" dt="2026-06-01T20:36:55.742" v="231" actId="170"/>
          <ac:spMkLst>
            <pc:docMk/>
            <pc:sldMk cId="2094410111" sldId="267"/>
            <ac:spMk id="149" creationId="{70B17DAF-AEC1-47E4-9A07-CB9105A2CF24}"/>
          </ac:spMkLst>
        </pc:spChg>
        <pc:spChg chg="del mod">
          <ac:chgData name="Adolf Áron" userId="d487e5f1-f486-4472-836e-5501b570ddd9" providerId="ADAL" clId="{511724EB-05D1-4719-8F1F-0A7E59F76F3A}" dt="2026-06-01T20:31:13.408" v="99" actId="478"/>
          <ac:spMkLst>
            <pc:docMk/>
            <pc:sldMk cId="2094410111" sldId="267"/>
            <ac:spMk id="150" creationId="{E6A3B007-3886-45CD-D1D6-BDD0A506F472}"/>
          </ac:spMkLst>
        </pc:spChg>
        <pc:spChg chg="add mod ord">
          <ac:chgData name="Adolf Áron" userId="d487e5f1-f486-4472-836e-5501b570ddd9" providerId="ADAL" clId="{511724EB-05D1-4719-8F1F-0A7E59F76F3A}" dt="2026-06-01T20:36:55.742" v="231" actId="170"/>
          <ac:spMkLst>
            <pc:docMk/>
            <pc:sldMk cId="2094410111" sldId="267"/>
            <ac:spMk id="158" creationId="{67E52676-2FAC-E1B1-9A91-3688B82157E6}"/>
          </ac:spMkLst>
        </pc:spChg>
        <pc:spChg chg="mod">
          <ac:chgData name="Adolf Áron" userId="d487e5f1-f486-4472-836e-5501b570ddd9" providerId="ADAL" clId="{511724EB-05D1-4719-8F1F-0A7E59F76F3A}" dt="2026-06-01T20:40:11.735" v="273" actId="1076"/>
          <ac:spMkLst>
            <pc:docMk/>
            <pc:sldMk cId="2094410111" sldId="267"/>
            <ac:spMk id="160" creationId="{DDB417C1-EAFE-4A3D-A9F8-23405510AA36}"/>
          </ac:spMkLst>
        </pc:spChg>
        <pc:spChg chg="add mod ord">
          <ac:chgData name="Adolf Áron" userId="d487e5f1-f486-4472-836e-5501b570ddd9" providerId="ADAL" clId="{511724EB-05D1-4719-8F1F-0A7E59F76F3A}" dt="2026-06-01T20:36:55.742" v="231" actId="170"/>
          <ac:spMkLst>
            <pc:docMk/>
            <pc:sldMk cId="2094410111" sldId="267"/>
            <ac:spMk id="163" creationId="{1CD8637A-F4E3-0DD0-DA62-FB68F8421481}"/>
          </ac:spMkLst>
        </pc:spChg>
        <pc:spChg chg="add mod">
          <ac:chgData name="Adolf Áron" userId="d487e5f1-f486-4472-836e-5501b570ddd9" providerId="ADAL" clId="{511724EB-05D1-4719-8F1F-0A7E59F76F3A}" dt="2026-06-01T20:30:59.515" v="96"/>
          <ac:spMkLst>
            <pc:docMk/>
            <pc:sldMk cId="2094410111" sldId="267"/>
            <ac:spMk id="167" creationId="{B41338F0-5363-8DC9-4754-2F2BCC4E1CBF}"/>
          </ac:spMkLst>
        </pc:spChg>
        <pc:spChg chg="add mod">
          <ac:chgData name="Adolf Áron" userId="d487e5f1-f486-4472-836e-5501b570ddd9" providerId="ADAL" clId="{511724EB-05D1-4719-8F1F-0A7E59F76F3A}" dt="2026-06-01T20:31:42.174" v="105"/>
          <ac:spMkLst>
            <pc:docMk/>
            <pc:sldMk cId="2094410111" sldId="267"/>
            <ac:spMk id="207" creationId="{AC3FFEB0-E845-04E4-7893-698CD93D6E7D}"/>
          </ac:spMkLst>
        </pc:spChg>
        <pc:spChg chg="add mod">
          <ac:chgData name="Adolf Áron" userId="d487e5f1-f486-4472-836e-5501b570ddd9" providerId="ADAL" clId="{511724EB-05D1-4719-8F1F-0A7E59F76F3A}" dt="2026-06-01T20:31:42.174" v="105"/>
          <ac:spMkLst>
            <pc:docMk/>
            <pc:sldMk cId="2094410111" sldId="267"/>
            <ac:spMk id="215" creationId="{8F15E3AB-010E-F1F7-AC6B-0AA2319CE265}"/>
          </ac:spMkLst>
        </pc:spChg>
        <pc:spChg chg="add mod">
          <ac:chgData name="Adolf Áron" userId="d487e5f1-f486-4472-836e-5501b570ddd9" providerId="ADAL" clId="{511724EB-05D1-4719-8F1F-0A7E59F76F3A}" dt="2026-06-01T20:31:42.174" v="105"/>
          <ac:spMkLst>
            <pc:docMk/>
            <pc:sldMk cId="2094410111" sldId="267"/>
            <ac:spMk id="239" creationId="{2FDA2993-3E0E-0D59-5253-B2050C636759}"/>
          </ac:spMkLst>
        </pc:spChg>
        <pc:spChg chg="add mod">
          <ac:chgData name="Adolf Áron" userId="d487e5f1-f486-4472-836e-5501b570ddd9" providerId="ADAL" clId="{511724EB-05D1-4719-8F1F-0A7E59F76F3A}" dt="2026-06-01T20:31:42.174" v="105"/>
          <ac:spMkLst>
            <pc:docMk/>
            <pc:sldMk cId="2094410111" sldId="267"/>
            <ac:spMk id="245" creationId="{5B097730-046C-4F01-6B61-0E4F724B5767}"/>
          </ac:spMkLst>
        </pc:spChg>
        <pc:spChg chg="add mod">
          <ac:chgData name="Adolf Áron" userId="d487e5f1-f486-4472-836e-5501b570ddd9" providerId="ADAL" clId="{511724EB-05D1-4719-8F1F-0A7E59F76F3A}" dt="2026-06-01T20:31:42.174" v="105"/>
          <ac:spMkLst>
            <pc:docMk/>
            <pc:sldMk cId="2094410111" sldId="267"/>
            <ac:spMk id="259" creationId="{44C56675-4AE8-42EE-D45F-7CBE229EB21C}"/>
          </ac:spMkLst>
        </pc:spChg>
        <pc:spChg chg="add mod">
          <ac:chgData name="Adolf Áron" userId="d487e5f1-f486-4472-836e-5501b570ddd9" providerId="ADAL" clId="{511724EB-05D1-4719-8F1F-0A7E59F76F3A}" dt="2026-06-01T20:31:42.174" v="105"/>
          <ac:spMkLst>
            <pc:docMk/>
            <pc:sldMk cId="2094410111" sldId="267"/>
            <ac:spMk id="296" creationId="{3DE8FD44-A5C9-5645-96FF-D93931CB1BE9}"/>
          </ac:spMkLst>
        </pc:spChg>
        <pc:spChg chg="add mod">
          <ac:chgData name="Adolf Áron" userId="d487e5f1-f486-4472-836e-5501b570ddd9" providerId="ADAL" clId="{511724EB-05D1-4719-8F1F-0A7E59F76F3A}" dt="2026-06-01T20:31:42.174" v="105"/>
          <ac:spMkLst>
            <pc:docMk/>
            <pc:sldMk cId="2094410111" sldId="267"/>
            <ac:spMk id="306" creationId="{EE096F8C-0CDE-89BE-2EE3-950C7601B6EA}"/>
          </ac:spMkLst>
        </pc:spChg>
        <pc:spChg chg="add mod">
          <ac:chgData name="Adolf Áron" userId="d487e5f1-f486-4472-836e-5501b570ddd9" providerId="ADAL" clId="{511724EB-05D1-4719-8F1F-0A7E59F76F3A}" dt="2026-06-01T20:31:42.174" v="105"/>
          <ac:spMkLst>
            <pc:docMk/>
            <pc:sldMk cId="2094410111" sldId="267"/>
            <ac:spMk id="318" creationId="{406A3885-3E2F-3B2A-6C70-F505BB040FDE}"/>
          </ac:spMkLst>
        </pc:spChg>
        <pc:spChg chg="mod">
          <ac:chgData name="Adolf Áron" userId="d487e5f1-f486-4472-836e-5501b570ddd9" providerId="ADAL" clId="{511724EB-05D1-4719-8F1F-0A7E59F76F3A}" dt="2026-06-01T20:31:44.758" v="106"/>
          <ac:spMkLst>
            <pc:docMk/>
            <pc:sldMk cId="2094410111" sldId="267"/>
            <ac:spMk id="338" creationId="{D4900CB8-B73A-A0C4-E2DB-4A60D463C847}"/>
          </ac:spMkLst>
        </pc:spChg>
        <pc:spChg chg="mod">
          <ac:chgData name="Adolf Áron" userId="d487e5f1-f486-4472-836e-5501b570ddd9" providerId="ADAL" clId="{511724EB-05D1-4719-8F1F-0A7E59F76F3A}" dt="2026-06-01T20:31:44.758" v="106"/>
          <ac:spMkLst>
            <pc:docMk/>
            <pc:sldMk cId="2094410111" sldId="267"/>
            <ac:spMk id="339" creationId="{621665B8-73B0-D3AF-116E-52D5F84AB64F}"/>
          </ac:spMkLst>
        </pc:spChg>
        <pc:spChg chg="add mod">
          <ac:chgData name="Adolf Áron" userId="d487e5f1-f486-4472-836e-5501b570ddd9" providerId="ADAL" clId="{511724EB-05D1-4719-8F1F-0A7E59F76F3A}" dt="2026-06-01T20:31:42.174" v="105"/>
          <ac:spMkLst>
            <pc:docMk/>
            <pc:sldMk cId="2094410111" sldId="267"/>
            <ac:spMk id="345" creationId="{853B0C31-CE41-718E-0EE5-B9E7AAE5D351}"/>
          </ac:spMkLst>
        </pc:spChg>
        <pc:spChg chg="add mod">
          <ac:chgData name="Adolf Áron" userId="d487e5f1-f486-4472-836e-5501b570ddd9" providerId="ADAL" clId="{511724EB-05D1-4719-8F1F-0A7E59F76F3A}" dt="2026-06-01T20:31:42.174" v="105"/>
          <ac:spMkLst>
            <pc:docMk/>
            <pc:sldMk cId="2094410111" sldId="267"/>
            <ac:spMk id="359" creationId="{D93280E8-8D97-AACC-61A6-724207B7423B}"/>
          </ac:spMkLst>
        </pc:spChg>
        <pc:spChg chg="add mod">
          <ac:chgData name="Adolf Áron" userId="d487e5f1-f486-4472-836e-5501b570ddd9" providerId="ADAL" clId="{511724EB-05D1-4719-8F1F-0A7E59F76F3A}" dt="2026-06-01T20:32:22.170" v="153" actId="1035"/>
          <ac:spMkLst>
            <pc:docMk/>
            <pc:sldMk cId="2094410111" sldId="267"/>
            <ac:spMk id="366" creationId="{28198B44-19D4-A926-BEE9-F998EE4F9F7B}"/>
          </ac:spMkLst>
        </pc:spChg>
        <pc:spChg chg="add mod">
          <ac:chgData name="Adolf Áron" userId="d487e5f1-f486-4472-836e-5501b570ddd9" providerId="ADAL" clId="{511724EB-05D1-4719-8F1F-0A7E59F76F3A}" dt="2026-06-01T20:32:22.170" v="153" actId="1035"/>
          <ac:spMkLst>
            <pc:docMk/>
            <pc:sldMk cId="2094410111" sldId="267"/>
            <ac:spMk id="377" creationId="{6AF04550-E197-8E4C-A539-3F1C0D40879F}"/>
          </ac:spMkLst>
        </pc:spChg>
        <pc:spChg chg="mod">
          <ac:chgData name="Adolf Áron" userId="d487e5f1-f486-4472-836e-5501b570ddd9" providerId="ADAL" clId="{511724EB-05D1-4719-8F1F-0A7E59F76F3A}" dt="2026-06-01T20:40:02.931" v="265" actId="1076"/>
          <ac:spMkLst>
            <pc:docMk/>
            <pc:sldMk cId="2094410111" sldId="267"/>
            <ac:spMk id="381" creationId="{E8B34218-CB5D-14ED-5FD6-A82D236CEB41}"/>
          </ac:spMkLst>
        </pc:spChg>
        <pc:spChg chg="add mod">
          <ac:chgData name="Adolf Áron" userId="d487e5f1-f486-4472-836e-5501b570ddd9" providerId="ADAL" clId="{511724EB-05D1-4719-8F1F-0A7E59F76F3A}" dt="2026-06-01T20:32:22.170" v="153" actId="1035"/>
          <ac:spMkLst>
            <pc:docMk/>
            <pc:sldMk cId="2094410111" sldId="267"/>
            <ac:spMk id="382" creationId="{7C6F1354-B2CD-42F9-EAE8-9E4A867B8FD1}"/>
          </ac:spMkLst>
        </pc:spChg>
        <pc:spChg chg="mod">
          <ac:chgData name="Adolf Áron" userId="d487e5f1-f486-4472-836e-5501b570ddd9" providerId="ADAL" clId="{511724EB-05D1-4719-8F1F-0A7E59F76F3A}" dt="2026-06-01T20:39:53.829" v="262" actId="1076"/>
          <ac:spMkLst>
            <pc:docMk/>
            <pc:sldMk cId="2094410111" sldId="267"/>
            <ac:spMk id="383" creationId="{491968F6-1EEC-179C-5161-F008081B7EFC}"/>
          </ac:spMkLst>
        </pc:spChg>
        <pc:spChg chg="ord">
          <ac:chgData name="Adolf Áron" userId="d487e5f1-f486-4472-836e-5501b570ddd9" providerId="ADAL" clId="{511724EB-05D1-4719-8F1F-0A7E59F76F3A}" dt="2026-06-01T20:36:55.742" v="231" actId="170"/>
          <ac:spMkLst>
            <pc:docMk/>
            <pc:sldMk cId="2094410111" sldId="267"/>
            <ac:spMk id="395" creationId="{5FD870FA-D872-36DB-CCA9-091E7C399B45}"/>
          </ac:spMkLst>
        </pc:spChg>
        <pc:spChg chg="ord">
          <ac:chgData name="Adolf Áron" userId="d487e5f1-f486-4472-836e-5501b570ddd9" providerId="ADAL" clId="{511724EB-05D1-4719-8F1F-0A7E59F76F3A}" dt="2026-06-01T20:36:55.742" v="231" actId="170"/>
          <ac:spMkLst>
            <pc:docMk/>
            <pc:sldMk cId="2094410111" sldId="267"/>
            <ac:spMk id="397" creationId="{68C81D8C-A57E-3D94-709A-153A9EEAC232}"/>
          </ac:spMkLst>
        </pc:spChg>
        <pc:spChg chg="ord">
          <ac:chgData name="Adolf Áron" userId="d487e5f1-f486-4472-836e-5501b570ddd9" providerId="ADAL" clId="{511724EB-05D1-4719-8F1F-0A7E59F76F3A}" dt="2026-06-01T20:36:55.742" v="231" actId="170"/>
          <ac:spMkLst>
            <pc:docMk/>
            <pc:sldMk cId="2094410111" sldId="267"/>
            <ac:spMk id="401" creationId="{72A19FCC-AAD0-17AB-0E83-A4B03A267E4B}"/>
          </ac:spMkLst>
        </pc:spChg>
        <pc:spChg chg="ord">
          <ac:chgData name="Adolf Áron" userId="d487e5f1-f486-4472-836e-5501b570ddd9" providerId="ADAL" clId="{511724EB-05D1-4719-8F1F-0A7E59F76F3A}" dt="2026-06-01T20:36:55.742" v="231" actId="170"/>
          <ac:spMkLst>
            <pc:docMk/>
            <pc:sldMk cId="2094410111" sldId="267"/>
            <ac:spMk id="407" creationId="{D490F446-729D-7E9E-F22F-EB56C65F734A}"/>
          </ac:spMkLst>
        </pc:spChg>
        <pc:spChg chg="add mod">
          <ac:chgData name="Adolf Áron" userId="d487e5f1-f486-4472-836e-5501b570ddd9" providerId="ADAL" clId="{511724EB-05D1-4719-8F1F-0A7E59F76F3A}" dt="2026-06-01T20:32:22.170" v="153" actId="1035"/>
          <ac:spMkLst>
            <pc:docMk/>
            <pc:sldMk cId="2094410111" sldId="267"/>
            <ac:spMk id="409" creationId="{1E5A96C4-AC8E-FFA2-6D15-66742FE4FCF7}"/>
          </ac:spMkLst>
        </pc:spChg>
        <pc:spChg chg="ord">
          <ac:chgData name="Adolf Áron" userId="d487e5f1-f486-4472-836e-5501b570ddd9" providerId="ADAL" clId="{511724EB-05D1-4719-8F1F-0A7E59F76F3A}" dt="2026-06-01T20:36:55.742" v="231" actId="170"/>
          <ac:spMkLst>
            <pc:docMk/>
            <pc:sldMk cId="2094410111" sldId="267"/>
            <ac:spMk id="422" creationId="{90345375-C638-D8B4-5A4A-68EDDF930D79}"/>
          </ac:spMkLst>
        </pc:spChg>
        <pc:spChg chg="add mod">
          <ac:chgData name="Adolf Áron" userId="d487e5f1-f486-4472-836e-5501b570ddd9" providerId="ADAL" clId="{511724EB-05D1-4719-8F1F-0A7E59F76F3A}" dt="2026-06-01T20:32:22.170" v="153" actId="1035"/>
          <ac:spMkLst>
            <pc:docMk/>
            <pc:sldMk cId="2094410111" sldId="267"/>
            <ac:spMk id="433" creationId="{2BA46ADD-64D2-23F8-779D-A7F55A3F35D4}"/>
          </ac:spMkLst>
        </pc:spChg>
        <pc:spChg chg="add mod">
          <ac:chgData name="Adolf Áron" userId="d487e5f1-f486-4472-836e-5501b570ddd9" providerId="ADAL" clId="{511724EB-05D1-4719-8F1F-0A7E59F76F3A}" dt="2026-06-01T20:32:22.170" v="153" actId="1035"/>
          <ac:spMkLst>
            <pc:docMk/>
            <pc:sldMk cId="2094410111" sldId="267"/>
            <ac:spMk id="445" creationId="{8158BEA4-F2F0-0C99-05CC-612DFC2DE0F8}"/>
          </ac:spMkLst>
        </pc:spChg>
        <pc:spChg chg="add mod">
          <ac:chgData name="Adolf Áron" userId="d487e5f1-f486-4472-836e-5501b570ddd9" providerId="ADAL" clId="{511724EB-05D1-4719-8F1F-0A7E59F76F3A}" dt="2026-06-01T20:32:22.170" v="153" actId="1035"/>
          <ac:spMkLst>
            <pc:docMk/>
            <pc:sldMk cId="2094410111" sldId="267"/>
            <ac:spMk id="475" creationId="{6087F577-6756-6CEA-28FE-E3C31272EC2C}"/>
          </ac:spMkLst>
        </pc:spChg>
        <pc:spChg chg="add mod">
          <ac:chgData name="Adolf Áron" userId="d487e5f1-f486-4472-836e-5501b570ddd9" providerId="ADAL" clId="{511724EB-05D1-4719-8F1F-0A7E59F76F3A}" dt="2026-06-01T20:32:22.170" v="153" actId="1035"/>
          <ac:spMkLst>
            <pc:docMk/>
            <pc:sldMk cId="2094410111" sldId="267"/>
            <ac:spMk id="479" creationId="{381B8F63-54B3-858D-B277-30B31A933422}"/>
          </ac:spMkLst>
        </pc:spChg>
        <pc:spChg chg="del mod">
          <ac:chgData name="Adolf Áron" userId="d487e5f1-f486-4472-836e-5501b570ddd9" providerId="ADAL" clId="{511724EB-05D1-4719-8F1F-0A7E59F76F3A}" dt="2026-06-01T20:32:59.802" v="156" actId="478"/>
          <ac:spMkLst>
            <pc:docMk/>
            <pc:sldMk cId="2094410111" sldId="267"/>
            <ac:spMk id="510" creationId="{2211155D-42DC-6581-52B3-F35FF019160F}"/>
          </ac:spMkLst>
        </pc:spChg>
        <pc:spChg chg="del">
          <ac:chgData name="Adolf Áron" userId="d487e5f1-f486-4472-836e-5501b570ddd9" providerId="ADAL" clId="{511724EB-05D1-4719-8F1F-0A7E59F76F3A}" dt="2026-06-01T20:33:04.549" v="157" actId="478"/>
          <ac:spMkLst>
            <pc:docMk/>
            <pc:sldMk cId="2094410111" sldId="267"/>
            <ac:spMk id="511" creationId="{2B00721E-64A1-69A3-2A94-80D88C4BD50B}"/>
          </ac:spMkLst>
        </pc:spChg>
        <pc:spChg chg="add mod">
          <ac:chgData name="Adolf Áron" userId="d487e5f1-f486-4472-836e-5501b570ddd9" providerId="ADAL" clId="{511724EB-05D1-4719-8F1F-0A7E59F76F3A}" dt="2026-06-01T20:32:22.170" v="153" actId="1035"/>
          <ac:spMkLst>
            <pc:docMk/>
            <pc:sldMk cId="2094410111" sldId="267"/>
            <ac:spMk id="519" creationId="{9557047E-8E10-C77C-6117-B53EDC453820}"/>
          </ac:spMkLst>
        </pc:spChg>
        <pc:spChg chg="add mod">
          <ac:chgData name="Adolf Áron" userId="d487e5f1-f486-4472-836e-5501b570ddd9" providerId="ADAL" clId="{511724EB-05D1-4719-8F1F-0A7E59F76F3A}" dt="2026-06-01T20:32:22.170" v="153" actId="1035"/>
          <ac:spMkLst>
            <pc:docMk/>
            <pc:sldMk cId="2094410111" sldId="267"/>
            <ac:spMk id="525" creationId="{5F24F179-81D6-5875-3E65-5980096EF294}"/>
          </ac:spMkLst>
        </pc:spChg>
        <pc:spChg chg="mod">
          <ac:chgData name="Adolf Áron" userId="d487e5f1-f486-4472-836e-5501b570ddd9" providerId="ADAL" clId="{511724EB-05D1-4719-8F1F-0A7E59F76F3A}" dt="2026-06-01T20:40:08.690" v="269" actId="1076"/>
          <ac:spMkLst>
            <pc:docMk/>
            <pc:sldMk cId="2094410111" sldId="267"/>
            <ac:spMk id="529" creationId="{AECB2C6C-0024-4DBE-5165-12B19C12DDF3}"/>
          </ac:spMkLst>
        </pc:spChg>
        <pc:spChg chg="mod">
          <ac:chgData name="Adolf Áron" userId="d487e5f1-f486-4472-836e-5501b570ddd9" providerId="ADAL" clId="{511724EB-05D1-4719-8F1F-0A7E59F76F3A}" dt="2026-06-01T20:40:14.546" v="274" actId="1076"/>
          <ac:spMkLst>
            <pc:docMk/>
            <pc:sldMk cId="2094410111" sldId="267"/>
            <ac:spMk id="531" creationId="{D040D75F-B878-7B05-5B32-F5B4BFC7EC87}"/>
          </ac:spMkLst>
        </pc:spChg>
        <pc:spChg chg="mod">
          <ac:chgData name="Adolf Áron" userId="d487e5f1-f486-4472-836e-5501b570ddd9" providerId="ADAL" clId="{511724EB-05D1-4719-8F1F-0A7E59F76F3A}" dt="2026-06-01T20:33:08.127" v="160" actId="1076"/>
          <ac:spMkLst>
            <pc:docMk/>
            <pc:sldMk cId="2094410111" sldId="267"/>
            <ac:spMk id="532" creationId="{9654B94D-2182-940C-2C18-406F105D423E}"/>
          </ac:spMkLst>
        </pc:spChg>
        <pc:spChg chg="add mod">
          <ac:chgData name="Adolf Áron" userId="d487e5f1-f486-4472-836e-5501b570ddd9" providerId="ADAL" clId="{511724EB-05D1-4719-8F1F-0A7E59F76F3A}" dt="2026-06-01T20:42:54.532" v="289" actId="1076"/>
          <ac:spMkLst>
            <pc:docMk/>
            <pc:sldMk cId="2094410111" sldId="267"/>
            <ac:spMk id="538" creationId="{E4030E9D-02D9-C885-D0D4-F9E09AE3BDA9}"/>
          </ac:spMkLst>
        </pc:spChg>
        <pc:spChg chg="add mod">
          <ac:chgData name="Adolf Áron" userId="d487e5f1-f486-4472-836e-5501b570ddd9" providerId="ADAL" clId="{511724EB-05D1-4719-8F1F-0A7E59F76F3A}" dt="2026-06-01T20:42:58.563" v="291" actId="1076"/>
          <ac:spMkLst>
            <pc:docMk/>
            <pc:sldMk cId="2094410111" sldId="267"/>
            <ac:spMk id="539" creationId="{97E44DBD-8C12-E149-5FDC-17F8EDBAF700}"/>
          </ac:spMkLst>
        </pc:spChg>
        <pc:spChg chg="add mod">
          <ac:chgData name="Adolf Áron" userId="d487e5f1-f486-4472-836e-5501b570ddd9" providerId="ADAL" clId="{511724EB-05D1-4719-8F1F-0A7E59F76F3A}" dt="2026-06-01T20:40:09.889" v="271" actId="571"/>
          <ac:spMkLst>
            <pc:docMk/>
            <pc:sldMk cId="2094410111" sldId="267"/>
            <ac:spMk id="540" creationId="{778D1532-0565-ABDF-330F-03C8C9A1B6CB}"/>
          </ac:spMkLst>
        </pc:spChg>
        <pc:spChg chg="add mod">
          <ac:chgData name="Adolf Áron" userId="d487e5f1-f486-4472-836e-5501b570ddd9" providerId="ADAL" clId="{511724EB-05D1-4719-8F1F-0A7E59F76F3A}" dt="2026-06-01T20:44:26.440" v="324" actId="1035"/>
          <ac:spMkLst>
            <pc:docMk/>
            <pc:sldMk cId="2094410111" sldId="267"/>
            <ac:spMk id="543" creationId="{CEAC7357-F66E-68E5-BDC0-53871DE2A3F2}"/>
          </ac:spMkLst>
        </pc:spChg>
        <pc:spChg chg="add mod">
          <ac:chgData name="Adolf Áron" userId="d487e5f1-f486-4472-836e-5501b570ddd9" providerId="ADAL" clId="{511724EB-05D1-4719-8F1F-0A7E59F76F3A}" dt="2026-06-01T20:44:26.440" v="324" actId="1035"/>
          <ac:spMkLst>
            <pc:docMk/>
            <pc:sldMk cId="2094410111" sldId="267"/>
            <ac:spMk id="544" creationId="{E7C9F0CB-8632-D52E-7FA4-39B96D53D19C}"/>
          </ac:spMkLst>
        </pc:spChg>
        <pc:spChg chg="add mod">
          <ac:chgData name="Adolf Áron" userId="d487e5f1-f486-4472-836e-5501b570ddd9" providerId="ADAL" clId="{511724EB-05D1-4719-8F1F-0A7E59F76F3A}" dt="2026-06-01T20:44:26.440" v="324" actId="1035"/>
          <ac:spMkLst>
            <pc:docMk/>
            <pc:sldMk cId="2094410111" sldId="267"/>
            <ac:spMk id="548" creationId="{E853574A-04E6-AF57-8774-0ECD9A06BBA2}"/>
          </ac:spMkLst>
        </pc:spChg>
        <pc:spChg chg="add mod">
          <ac:chgData name="Adolf Áron" userId="d487e5f1-f486-4472-836e-5501b570ddd9" providerId="ADAL" clId="{511724EB-05D1-4719-8F1F-0A7E59F76F3A}" dt="2026-06-01T20:44:26.440" v="324" actId="1035"/>
          <ac:spMkLst>
            <pc:docMk/>
            <pc:sldMk cId="2094410111" sldId="267"/>
            <ac:spMk id="551" creationId="{726F90F3-EA97-AC3D-190B-154EE17A2DA2}"/>
          </ac:spMkLst>
        </pc:spChg>
        <pc:spChg chg="add mod">
          <ac:chgData name="Adolf Áron" userId="d487e5f1-f486-4472-836e-5501b570ddd9" providerId="ADAL" clId="{511724EB-05D1-4719-8F1F-0A7E59F76F3A}" dt="2026-06-01T20:44:26.440" v="324" actId="1035"/>
          <ac:spMkLst>
            <pc:docMk/>
            <pc:sldMk cId="2094410111" sldId="267"/>
            <ac:spMk id="553" creationId="{907277E8-34B7-EB6E-DCD5-4D280BE007EE}"/>
          </ac:spMkLst>
        </pc:spChg>
        <pc:spChg chg="add mod">
          <ac:chgData name="Adolf Áron" userId="d487e5f1-f486-4472-836e-5501b570ddd9" providerId="ADAL" clId="{511724EB-05D1-4719-8F1F-0A7E59F76F3A}" dt="2026-06-01T20:44:26.440" v="324" actId="1035"/>
          <ac:spMkLst>
            <pc:docMk/>
            <pc:sldMk cId="2094410111" sldId="267"/>
            <ac:spMk id="555" creationId="{7EABAC86-EFFD-75A5-C262-BF3AFBD229E3}"/>
          </ac:spMkLst>
        </pc:spChg>
        <pc:spChg chg="add mod">
          <ac:chgData name="Adolf Áron" userId="d487e5f1-f486-4472-836e-5501b570ddd9" providerId="ADAL" clId="{511724EB-05D1-4719-8F1F-0A7E59F76F3A}" dt="2026-06-01T20:44:26.440" v="324" actId="1035"/>
          <ac:spMkLst>
            <pc:docMk/>
            <pc:sldMk cId="2094410111" sldId="267"/>
            <ac:spMk id="558" creationId="{13317F99-839F-7D11-5120-9E1D2E65E575}"/>
          </ac:spMkLst>
        </pc:spChg>
        <pc:spChg chg="add mod">
          <ac:chgData name="Adolf Áron" userId="d487e5f1-f486-4472-836e-5501b570ddd9" providerId="ADAL" clId="{511724EB-05D1-4719-8F1F-0A7E59F76F3A}" dt="2026-06-01T20:44:26.440" v="324" actId="1035"/>
          <ac:spMkLst>
            <pc:docMk/>
            <pc:sldMk cId="2094410111" sldId="267"/>
            <ac:spMk id="559" creationId="{02C27490-A6B5-6779-3473-3AA33D57F73B}"/>
          </ac:spMkLst>
        </pc:spChg>
        <pc:spChg chg="add mod">
          <ac:chgData name="Adolf Áron" userId="d487e5f1-f486-4472-836e-5501b570ddd9" providerId="ADAL" clId="{511724EB-05D1-4719-8F1F-0A7E59F76F3A}" dt="2026-06-01T20:44:26.440" v="324" actId="1035"/>
          <ac:spMkLst>
            <pc:docMk/>
            <pc:sldMk cId="2094410111" sldId="267"/>
            <ac:spMk id="560" creationId="{929156AB-95CF-97AC-C0A2-8897BA38046D}"/>
          </ac:spMkLst>
        </pc:spChg>
        <pc:spChg chg="add mod">
          <ac:chgData name="Adolf Áron" userId="d487e5f1-f486-4472-836e-5501b570ddd9" providerId="ADAL" clId="{511724EB-05D1-4719-8F1F-0A7E59F76F3A}" dt="2026-06-01T20:44:26.440" v="324" actId="1035"/>
          <ac:spMkLst>
            <pc:docMk/>
            <pc:sldMk cId="2094410111" sldId="267"/>
            <ac:spMk id="566" creationId="{FECE89DE-5D60-8ABF-AD78-08FD29A8E3D1}"/>
          </ac:spMkLst>
        </pc:spChg>
        <pc:spChg chg="add mod">
          <ac:chgData name="Adolf Áron" userId="d487e5f1-f486-4472-836e-5501b570ddd9" providerId="ADAL" clId="{511724EB-05D1-4719-8F1F-0A7E59F76F3A}" dt="2026-06-01T20:45:05.236" v="395" actId="164"/>
          <ac:spMkLst>
            <pc:docMk/>
            <pc:sldMk cId="2094410111" sldId="267"/>
            <ac:spMk id="568" creationId="{ED660AA3-3C17-394E-EF82-C1A3DE0F8EC6}"/>
          </ac:spMkLst>
        </pc:spChg>
        <pc:spChg chg="add mod">
          <ac:chgData name="Adolf Áron" userId="d487e5f1-f486-4472-836e-5501b570ddd9" providerId="ADAL" clId="{511724EB-05D1-4719-8F1F-0A7E59F76F3A}" dt="2026-06-01T20:45:05.236" v="395" actId="164"/>
          <ac:spMkLst>
            <pc:docMk/>
            <pc:sldMk cId="2094410111" sldId="267"/>
            <ac:spMk id="571" creationId="{24614686-71D0-0E44-B174-DBA0860CF391}"/>
          </ac:spMkLst>
        </pc:spChg>
        <pc:spChg chg="add mod">
          <ac:chgData name="Adolf Áron" userId="d487e5f1-f486-4472-836e-5501b570ddd9" providerId="ADAL" clId="{511724EB-05D1-4719-8F1F-0A7E59F76F3A}" dt="2026-06-01T20:45:05.236" v="395" actId="164"/>
          <ac:spMkLst>
            <pc:docMk/>
            <pc:sldMk cId="2094410111" sldId="267"/>
            <ac:spMk id="572" creationId="{AE362144-6080-CCE7-EA42-F8D7C64901DF}"/>
          </ac:spMkLst>
        </pc:spChg>
        <pc:spChg chg="add mod">
          <ac:chgData name="Adolf Áron" userId="d487e5f1-f486-4472-836e-5501b570ddd9" providerId="ADAL" clId="{511724EB-05D1-4719-8F1F-0A7E59F76F3A}" dt="2026-06-01T20:45:05.236" v="395" actId="164"/>
          <ac:spMkLst>
            <pc:docMk/>
            <pc:sldMk cId="2094410111" sldId="267"/>
            <ac:spMk id="573" creationId="{2025EBD4-0FDC-4E88-1EB3-52B3F52CC4A1}"/>
          </ac:spMkLst>
        </pc:spChg>
        <pc:spChg chg="add mod">
          <ac:chgData name="Adolf Áron" userId="d487e5f1-f486-4472-836e-5501b570ddd9" providerId="ADAL" clId="{511724EB-05D1-4719-8F1F-0A7E59F76F3A}" dt="2026-06-01T20:45:05.236" v="395" actId="164"/>
          <ac:spMkLst>
            <pc:docMk/>
            <pc:sldMk cId="2094410111" sldId="267"/>
            <ac:spMk id="575" creationId="{D42E49E1-19D1-6BD6-B296-0BE2591CE466}"/>
          </ac:spMkLst>
        </pc:spChg>
        <pc:spChg chg="add mod">
          <ac:chgData name="Adolf Áron" userId="d487e5f1-f486-4472-836e-5501b570ddd9" providerId="ADAL" clId="{511724EB-05D1-4719-8F1F-0A7E59F76F3A}" dt="2026-06-01T20:45:05.236" v="395" actId="164"/>
          <ac:spMkLst>
            <pc:docMk/>
            <pc:sldMk cId="2094410111" sldId="267"/>
            <ac:spMk id="576" creationId="{6BE47AB9-5780-E350-B126-430C3FA8DC9F}"/>
          </ac:spMkLst>
        </pc:spChg>
        <pc:spChg chg="add mod">
          <ac:chgData name="Adolf Áron" userId="d487e5f1-f486-4472-836e-5501b570ddd9" providerId="ADAL" clId="{511724EB-05D1-4719-8F1F-0A7E59F76F3A}" dt="2026-06-01T20:45:05.236" v="395" actId="164"/>
          <ac:spMkLst>
            <pc:docMk/>
            <pc:sldMk cId="2094410111" sldId="267"/>
            <ac:spMk id="579" creationId="{9609C2BA-9DB4-288D-F214-86F02AF85371}"/>
          </ac:spMkLst>
        </pc:spChg>
        <pc:spChg chg="add mod">
          <ac:chgData name="Adolf Áron" userId="d487e5f1-f486-4472-836e-5501b570ddd9" providerId="ADAL" clId="{511724EB-05D1-4719-8F1F-0A7E59F76F3A}" dt="2026-06-01T20:45:05.236" v="395" actId="164"/>
          <ac:spMkLst>
            <pc:docMk/>
            <pc:sldMk cId="2094410111" sldId="267"/>
            <ac:spMk id="580" creationId="{D1CC5139-58A0-3AFD-0240-284C47FBEF3C}"/>
          </ac:spMkLst>
        </pc:spChg>
        <pc:spChg chg="add mod">
          <ac:chgData name="Adolf Áron" userId="d487e5f1-f486-4472-836e-5501b570ddd9" providerId="ADAL" clId="{511724EB-05D1-4719-8F1F-0A7E59F76F3A}" dt="2026-06-01T20:45:05.236" v="395" actId="164"/>
          <ac:spMkLst>
            <pc:docMk/>
            <pc:sldMk cId="2094410111" sldId="267"/>
            <ac:spMk id="581" creationId="{FB521801-4BDC-F8E5-7B2F-6D00424121A8}"/>
          </ac:spMkLst>
        </pc:spChg>
        <pc:spChg chg="add mod">
          <ac:chgData name="Adolf Áron" userId="d487e5f1-f486-4472-836e-5501b570ddd9" providerId="ADAL" clId="{511724EB-05D1-4719-8F1F-0A7E59F76F3A}" dt="2026-06-01T20:45:05.236" v="395" actId="164"/>
          <ac:spMkLst>
            <pc:docMk/>
            <pc:sldMk cId="2094410111" sldId="267"/>
            <ac:spMk id="587" creationId="{B5D7D443-8DCC-FADA-609D-3565B753B56B}"/>
          </ac:spMkLst>
        </pc:spChg>
        <pc:spChg chg="mod">
          <ac:chgData name="Adolf Áron" userId="d487e5f1-f486-4472-836e-5501b570ddd9" providerId="ADAL" clId="{511724EB-05D1-4719-8F1F-0A7E59F76F3A}" dt="2026-06-01T20:45:14.223" v="396"/>
          <ac:spMkLst>
            <pc:docMk/>
            <pc:sldMk cId="2094410111" sldId="267"/>
            <ac:spMk id="597" creationId="{006D005A-B9B6-4495-623D-64EC6AD162E3}"/>
          </ac:spMkLst>
        </pc:spChg>
        <pc:spChg chg="mod">
          <ac:chgData name="Adolf Áron" userId="d487e5f1-f486-4472-836e-5501b570ddd9" providerId="ADAL" clId="{511724EB-05D1-4719-8F1F-0A7E59F76F3A}" dt="2026-06-01T20:45:14.223" v="396"/>
          <ac:spMkLst>
            <pc:docMk/>
            <pc:sldMk cId="2094410111" sldId="267"/>
            <ac:spMk id="600" creationId="{69E40CA9-E434-4448-DC52-D05351E75E1F}"/>
          </ac:spMkLst>
        </pc:spChg>
        <pc:spChg chg="mod">
          <ac:chgData name="Adolf Áron" userId="d487e5f1-f486-4472-836e-5501b570ddd9" providerId="ADAL" clId="{511724EB-05D1-4719-8F1F-0A7E59F76F3A}" dt="2026-06-01T20:45:14.223" v="396"/>
          <ac:spMkLst>
            <pc:docMk/>
            <pc:sldMk cId="2094410111" sldId="267"/>
            <ac:spMk id="602" creationId="{9A7420A5-46DA-C1CE-55FB-B9C69767C164}"/>
          </ac:spMkLst>
        </pc:spChg>
        <pc:spChg chg="mod">
          <ac:chgData name="Adolf Áron" userId="d487e5f1-f486-4472-836e-5501b570ddd9" providerId="ADAL" clId="{511724EB-05D1-4719-8F1F-0A7E59F76F3A}" dt="2026-06-01T20:45:14.223" v="396"/>
          <ac:spMkLst>
            <pc:docMk/>
            <pc:sldMk cId="2094410111" sldId="267"/>
            <ac:spMk id="603" creationId="{A37A05A3-FB23-AEE7-6CF1-9CFE5A7BA569}"/>
          </ac:spMkLst>
        </pc:spChg>
        <pc:spChg chg="mod">
          <ac:chgData name="Adolf Áron" userId="d487e5f1-f486-4472-836e-5501b570ddd9" providerId="ADAL" clId="{511724EB-05D1-4719-8F1F-0A7E59F76F3A}" dt="2026-06-01T20:45:14.223" v="396"/>
          <ac:spMkLst>
            <pc:docMk/>
            <pc:sldMk cId="2094410111" sldId="267"/>
            <ac:spMk id="605" creationId="{FCA66A06-D92B-9894-F99D-7E4228A0EBF9}"/>
          </ac:spMkLst>
        </pc:spChg>
        <pc:spChg chg="mod">
          <ac:chgData name="Adolf Áron" userId="d487e5f1-f486-4472-836e-5501b570ddd9" providerId="ADAL" clId="{511724EB-05D1-4719-8F1F-0A7E59F76F3A}" dt="2026-06-01T20:45:14.223" v="396"/>
          <ac:spMkLst>
            <pc:docMk/>
            <pc:sldMk cId="2094410111" sldId="267"/>
            <ac:spMk id="611" creationId="{4A2D8B83-C50F-74CA-BE68-412A228D6B3D}"/>
          </ac:spMkLst>
        </pc:spChg>
        <pc:spChg chg="mod">
          <ac:chgData name="Adolf Áron" userId="d487e5f1-f486-4472-836e-5501b570ddd9" providerId="ADAL" clId="{511724EB-05D1-4719-8F1F-0A7E59F76F3A}" dt="2026-06-01T20:45:14.223" v="396"/>
          <ac:spMkLst>
            <pc:docMk/>
            <pc:sldMk cId="2094410111" sldId="267"/>
            <ac:spMk id="612" creationId="{D0BAFEF4-99E8-D890-D537-8E2F44036C61}"/>
          </ac:spMkLst>
        </pc:spChg>
        <pc:spChg chg="mod">
          <ac:chgData name="Adolf Áron" userId="d487e5f1-f486-4472-836e-5501b570ddd9" providerId="ADAL" clId="{511724EB-05D1-4719-8F1F-0A7E59F76F3A}" dt="2026-06-01T20:45:14.223" v="396"/>
          <ac:spMkLst>
            <pc:docMk/>
            <pc:sldMk cId="2094410111" sldId="267"/>
            <ac:spMk id="614" creationId="{4EAA2A04-5695-9946-0074-BFC8F7FA154D}"/>
          </ac:spMkLst>
        </pc:spChg>
        <pc:spChg chg="mod">
          <ac:chgData name="Adolf Áron" userId="d487e5f1-f486-4472-836e-5501b570ddd9" providerId="ADAL" clId="{511724EB-05D1-4719-8F1F-0A7E59F76F3A}" dt="2026-06-01T20:45:14.223" v="396"/>
          <ac:spMkLst>
            <pc:docMk/>
            <pc:sldMk cId="2094410111" sldId="267"/>
            <ac:spMk id="615" creationId="{6D831272-E70D-C39A-FC55-41F6220F3849}"/>
          </ac:spMkLst>
        </pc:spChg>
        <pc:spChg chg="mod">
          <ac:chgData name="Adolf Áron" userId="d487e5f1-f486-4472-836e-5501b570ddd9" providerId="ADAL" clId="{511724EB-05D1-4719-8F1F-0A7E59F76F3A}" dt="2026-06-01T20:45:14.223" v="396"/>
          <ac:spMkLst>
            <pc:docMk/>
            <pc:sldMk cId="2094410111" sldId="267"/>
            <ac:spMk id="622" creationId="{4486CB68-DEA2-18B2-60A7-BEACEA357D1E}"/>
          </ac:spMkLst>
        </pc:spChg>
        <pc:spChg chg="mod">
          <ac:chgData name="Adolf Áron" userId="d487e5f1-f486-4472-836e-5501b570ddd9" providerId="ADAL" clId="{511724EB-05D1-4719-8F1F-0A7E59F76F3A}" dt="2026-06-01T20:46:46.472" v="467"/>
          <ac:spMkLst>
            <pc:docMk/>
            <pc:sldMk cId="2094410111" sldId="267"/>
            <ac:spMk id="625" creationId="{49D299A5-7F68-E44F-905A-5639DA01345E}"/>
          </ac:spMkLst>
        </pc:spChg>
        <pc:spChg chg="mod">
          <ac:chgData name="Adolf Áron" userId="d487e5f1-f486-4472-836e-5501b570ddd9" providerId="ADAL" clId="{511724EB-05D1-4719-8F1F-0A7E59F76F3A}" dt="2026-06-01T20:46:46.472" v="467"/>
          <ac:spMkLst>
            <pc:docMk/>
            <pc:sldMk cId="2094410111" sldId="267"/>
            <ac:spMk id="626" creationId="{C7B1224E-B4FA-97B6-2804-A5DAE9DAD90B}"/>
          </ac:spMkLst>
        </pc:spChg>
        <pc:spChg chg="mod">
          <ac:chgData name="Adolf Áron" userId="d487e5f1-f486-4472-836e-5501b570ddd9" providerId="ADAL" clId="{511724EB-05D1-4719-8F1F-0A7E59F76F3A}" dt="2026-06-01T20:46:46.472" v="467"/>
          <ac:spMkLst>
            <pc:docMk/>
            <pc:sldMk cId="2094410111" sldId="267"/>
            <ac:spMk id="627" creationId="{0F68B145-7BFA-C929-2411-6807218AF8FD}"/>
          </ac:spMkLst>
        </pc:spChg>
        <pc:spChg chg="mod">
          <ac:chgData name="Adolf Áron" userId="d487e5f1-f486-4472-836e-5501b570ddd9" providerId="ADAL" clId="{511724EB-05D1-4719-8F1F-0A7E59F76F3A}" dt="2026-06-01T20:46:46.472" v="467"/>
          <ac:spMkLst>
            <pc:docMk/>
            <pc:sldMk cId="2094410111" sldId="267"/>
            <ac:spMk id="629" creationId="{2C59DC96-599C-C268-F2C6-02400B88D529}"/>
          </ac:spMkLst>
        </pc:spChg>
        <pc:spChg chg="mod">
          <ac:chgData name="Adolf Áron" userId="d487e5f1-f486-4472-836e-5501b570ddd9" providerId="ADAL" clId="{511724EB-05D1-4719-8F1F-0A7E59F76F3A}" dt="2026-06-01T20:46:46.472" v="467"/>
          <ac:spMkLst>
            <pc:docMk/>
            <pc:sldMk cId="2094410111" sldId="267"/>
            <ac:spMk id="633" creationId="{FDC76203-CC65-AFB9-AAA5-7E735D760B50}"/>
          </ac:spMkLst>
        </pc:spChg>
        <pc:spChg chg="mod">
          <ac:chgData name="Adolf Áron" userId="d487e5f1-f486-4472-836e-5501b570ddd9" providerId="ADAL" clId="{511724EB-05D1-4719-8F1F-0A7E59F76F3A}" dt="2026-06-01T20:46:46.472" v="467"/>
          <ac:spMkLst>
            <pc:docMk/>
            <pc:sldMk cId="2094410111" sldId="267"/>
            <ac:spMk id="634" creationId="{5CE2BC93-6AAA-7802-3D9D-626A832D5013}"/>
          </ac:spMkLst>
        </pc:spChg>
        <pc:spChg chg="mod">
          <ac:chgData name="Adolf Áron" userId="d487e5f1-f486-4472-836e-5501b570ddd9" providerId="ADAL" clId="{511724EB-05D1-4719-8F1F-0A7E59F76F3A}" dt="2026-06-01T20:46:46.472" v="467"/>
          <ac:spMkLst>
            <pc:docMk/>
            <pc:sldMk cId="2094410111" sldId="267"/>
            <ac:spMk id="637" creationId="{1197D57F-F6C5-D051-8C57-AF94C04B70E6}"/>
          </ac:spMkLst>
        </pc:spChg>
        <pc:spChg chg="mod">
          <ac:chgData name="Adolf Áron" userId="d487e5f1-f486-4472-836e-5501b570ddd9" providerId="ADAL" clId="{511724EB-05D1-4719-8F1F-0A7E59F76F3A}" dt="2026-06-01T20:46:46.472" v="467"/>
          <ac:spMkLst>
            <pc:docMk/>
            <pc:sldMk cId="2094410111" sldId="267"/>
            <ac:spMk id="640" creationId="{C7110379-B003-B146-F3B2-1D5961146FAB}"/>
          </ac:spMkLst>
        </pc:spChg>
        <pc:spChg chg="mod">
          <ac:chgData name="Adolf Áron" userId="d487e5f1-f486-4472-836e-5501b570ddd9" providerId="ADAL" clId="{511724EB-05D1-4719-8F1F-0A7E59F76F3A}" dt="2026-06-01T20:46:46.472" v="467"/>
          <ac:spMkLst>
            <pc:docMk/>
            <pc:sldMk cId="2094410111" sldId="267"/>
            <ac:spMk id="642" creationId="{DBEED867-6EB7-C3E6-3265-8A7DE0E243DB}"/>
          </ac:spMkLst>
        </pc:spChg>
        <pc:spChg chg="mod">
          <ac:chgData name="Adolf Áron" userId="d487e5f1-f486-4472-836e-5501b570ddd9" providerId="ADAL" clId="{511724EB-05D1-4719-8F1F-0A7E59F76F3A}" dt="2026-06-01T20:46:46.472" v="467"/>
          <ac:spMkLst>
            <pc:docMk/>
            <pc:sldMk cId="2094410111" sldId="267"/>
            <ac:spMk id="643" creationId="{B680B235-71A6-98E5-E9BC-9AD8D9536FB0}"/>
          </ac:spMkLst>
        </pc:spChg>
        <pc:spChg chg="mod">
          <ac:chgData name="Adolf Áron" userId="d487e5f1-f486-4472-836e-5501b570ddd9" providerId="ADAL" clId="{511724EB-05D1-4719-8F1F-0A7E59F76F3A}" dt="2026-06-01T20:50:29.643" v="823"/>
          <ac:spMkLst>
            <pc:docMk/>
            <pc:sldMk cId="2094410111" sldId="267"/>
            <ac:spMk id="648" creationId="{EB7AB3D8-0276-1962-3FF7-FB04CF966CE0}"/>
          </ac:spMkLst>
        </pc:spChg>
        <pc:spChg chg="mod">
          <ac:chgData name="Adolf Áron" userId="d487e5f1-f486-4472-836e-5501b570ddd9" providerId="ADAL" clId="{511724EB-05D1-4719-8F1F-0A7E59F76F3A}" dt="2026-06-01T20:50:29.643" v="823"/>
          <ac:spMkLst>
            <pc:docMk/>
            <pc:sldMk cId="2094410111" sldId="267"/>
            <ac:spMk id="649" creationId="{050DA827-F4BB-EE6E-2C7E-BEB9AA5C0F6B}"/>
          </ac:spMkLst>
        </pc:spChg>
        <pc:spChg chg="mod">
          <ac:chgData name="Adolf Áron" userId="d487e5f1-f486-4472-836e-5501b570ddd9" providerId="ADAL" clId="{511724EB-05D1-4719-8F1F-0A7E59F76F3A}" dt="2026-06-01T20:50:29.643" v="823"/>
          <ac:spMkLst>
            <pc:docMk/>
            <pc:sldMk cId="2094410111" sldId="267"/>
            <ac:spMk id="651" creationId="{F934FD49-D409-831D-9EBE-0F8ADC6E5879}"/>
          </ac:spMkLst>
        </pc:spChg>
        <pc:spChg chg="mod">
          <ac:chgData name="Adolf Áron" userId="d487e5f1-f486-4472-836e-5501b570ddd9" providerId="ADAL" clId="{511724EB-05D1-4719-8F1F-0A7E59F76F3A}" dt="2026-06-01T20:50:29.643" v="823"/>
          <ac:spMkLst>
            <pc:docMk/>
            <pc:sldMk cId="2094410111" sldId="267"/>
            <ac:spMk id="653" creationId="{9E7BAEBF-CB3C-0A94-4AB2-61BCCCD95AA2}"/>
          </ac:spMkLst>
        </pc:spChg>
        <pc:spChg chg="mod">
          <ac:chgData name="Adolf Áron" userId="d487e5f1-f486-4472-836e-5501b570ddd9" providerId="ADAL" clId="{511724EB-05D1-4719-8F1F-0A7E59F76F3A}" dt="2026-06-01T20:50:29.643" v="823"/>
          <ac:spMkLst>
            <pc:docMk/>
            <pc:sldMk cId="2094410111" sldId="267"/>
            <ac:spMk id="654" creationId="{80E37E78-3893-1548-7CDE-346CF3025197}"/>
          </ac:spMkLst>
        </pc:spChg>
        <pc:spChg chg="mod">
          <ac:chgData name="Adolf Áron" userId="d487e5f1-f486-4472-836e-5501b570ddd9" providerId="ADAL" clId="{511724EB-05D1-4719-8F1F-0A7E59F76F3A}" dt="2026-06-01T20:50:29.643" v="823"/>
          <ac:spMkLst>
            <pc:docMk/>
            <pc:sldMk cId="2094410111" sldId="267"/>
            <ac:spMk id="657" creationId="{B4CAFD50-7289-0E04-E92B-01236F9FEB0D}"/>
          </ac:spMkLst>
        </pc:spChg>
        <pc:spChg chg="mod">
          <ac:chgData name="Adolf Áron" userId="d487e5f1-f486-4472-836e-5501b570ddd9" providerId="ADAL" clId="{511724EB-05D1-4719-8F1F-0A7E59F76F3A}" dt="2026-06-01T20:50:29.643" v="823"/>
          <ac:spMkLst>
            <pc:docMk/>
            <pc:sldMk cId="2094410111" sldId="267"/>
            <ac:spMk id="658" creationId="{2CB04F56-F6A9-DF10-8151-8B57309A0CBB}"/>
          </ac:spMkLst>
        </pc:spChg>
        <pc:spChg chg="mod">
          <ac:chgData name="Adolf Áron" userId="d487e5f1-f486-4472-836e-5501b570ddd9" providerId="ADAL" clId="{511724EB-05D1-4719-8F1F-0A7E59F76F3A}" dt="2026-06-01T20:50:29.643" v="823"/>
          <ac:spMkLst>
            <pc:docMk/>
            <pc:sldMk cId="2094410111" sldId="267"/>
            <ac:spMk id="659" creationId="{5D364AFE-AED6-C580-F405-63571DAEC147}"/>
          </ac:spMkLst>
        </pc:spChg>
        <pc:spChg chg="mod">
          <ac:chgData name="Adolf Áron" userId="d487e5f1-f486-4472-836e-5501b570ddd9" providerId="ADAL" clId="{511724EB-05D1-4719-8F1F-0A7E59F76F3A}" dt="2026-06-01T20:50:29.643" v="823"/>
          <ac:spMkLst>
            <pc:docMk/>
            <pc:sldMk cId="2094410111" sldId="267"/>
            <ac:spMk id="660" creationId="{1E0EA26F-9D51-35A9-43B7-266B1F511FB2}"/>
          </ac:spMkLst>
        </pc:spChg>
        <pc:spChg chg="mod">
          <ac:chgData name="Adolf Áron" userId="d487e5f1-f486-4472-836e-5501b570ddd9" providerId="ADAL" clId="{511724EB-05D1-4719-8F1F-0A7E59F76F3A}" dt="2026-06-01T20:50:29.643" v="823"/>
          <ac:spMkLst>
            <pc:docMk/>
            <pc:sldMk cId="2094410111" sldId="267"/>
            <ac:spMk id="663" creationId="{AB9A9003-5553-316E-92E9-85CC8EDB0985}"/>
          </ac:spMkLst>
        </pc:spChg>
        <pc:grpChg chg="del mod ord">
          <ac:chgData name="Adolf Áron" userId="d487e5f1-f486-4472-836e-5501b570ddd9" providerId="ADAL" clId="{511724EB-05D1-4719-8F1F-0A7E59F76F3A}" dt="2026-06-01T20:46:19.731" v="464" actId="478"/>
          <ac:grpSpMkLst>
            <pc:docMk/>
            <pc:sldMk cId="2094410111" sldId="267"/>
            <ac:grpSpMk id="595" creationId="{825FE7F2-1454-A37F-084D-90F5B88B5A4C}"/>
          </ac:grpSpMkLst>
        </pc:grpChg>
        <pc:grpChg chg="del mod">
          <ac:chgData name="Adolf Áron" userId="d487e5f1-f486-4472-836e-5501b570ddd9" providerId="ADAL" clId="{511724EB-05D1-4719-8F1F-0A7E59F76F3A}" dt="2026-06-01T20:45:38.173" v="453" actId="478"/>
          <ac:grpSpMkLst>
            <pc:docMk/>
            <pc:sldMk cId="2094410111" sldId="267"/>
            <ac:grpSpMk id="596" creationId="{C0E2529D-CA97-91EE-A0D3-77613DD18CB9}"/>
          </ac:grpSpMkLst>
        </pc:grpChg>
        <pc:grpChg chg="del ord">
          <ac:chgData name="Adolf Áron" userId="d487e5f1-f486-4472-836e-5501b570ddd9" providerId="ADAL" clId="{511724EB-05D1-4719-8F1F-0A7E59F76F3A}" dt="2026-06-01T20:50:28.751" v="822" actId="478"/>
          <ac:grpSpMkLst>
            <pc:docMk/>
            <pc:sldMk cId="2094410111" sldId="267"/>
            <ac:grpSpMk id="624" creationId="{1B73484A-5D60-0203-726B-51DED58FCC7B}"/>
          </ac:grpSpMkLst>
        </pc:grpChg>
      </pc:sldChg>
      <pc:sldChg chg="add del mod ord modShow">
        <pc:chgData name="Adolf Áron" userId="d487e5f1-f486-4472-836e-5501b570ddd9" providerId="ADAL" clId="{511724EB-05D1-4719-8F1F-0A7E59F76F3A}" dt="2026-06-01T20:48:59.262" v="575" actId="2890"/>
        <pc:sldMkLst>
          <pc:docMk/>
          <pc:sldMk cId="2361980583" sldId="26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1CBFD46-94DD-4BC6-0716-465ACBC221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1FB51857-5AD1-F27C-5E3B-B57D6E49FC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F1D97A18-5F9C-AEE8-7CD5-06D2D9B6B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EAF79-4652-4336-80D7-D0069E22326A}" type="datetimeFigureOut">
              <a:rPr lang="hu-HU" smtClean="0"/>
              <a:t>2026. 06. 03.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8EF62AC-6BA6-0834-FF1D-4CF61CCE0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19DB4F60-018C-F4A1-D178-349619545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D8158-B6F4-4C1F-9727-01E7CD621CC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42104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EBA7CCB-D7FD-26F1-9EF2-BD7BCCDE3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2EA8E0C-39E7-658B-5666-D4D01C1FA5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1541EBD0-B205-E603-14E2-7C719337A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EAF79-4652-4336-80D7-D0069E22326A}" type="datetimeFigureOut">
              <a:rPr lang="hu-HU" smtClean="0"/>
              <a:t>2026. 06. 03.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76CBA626-E614-D581-C2BA-0E4B7C686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AC2724EF-0E8C-4CA9-8558-90E273395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D8158-B6F4-4C1F-9727-01E7CD621CC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626354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7DCEAF3-4D96-4FB9-B200-1E797C52F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D9BDF7F5-8E6D-E849-6A3D-386D035300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441E2C88-50DC-174E-1B36-BB5395C15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EAF79-4652-4336-80D7-D0069E22326A}" type="datetimeFigureOut">
              <a:rPr lang="hu-HU" smtClean="0"/>
              <a:t>2026. 06. 03.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B105B507-ADD1-BB3F-BFBD-730C23748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611D187-D43B-6D92-0705-75F2027DE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D8158-B6F4-4C1F-9727-01E7CD621CC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14603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5479879-0D2A-A00F-92E7-0D7B06694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61B97EA-E2C5-F75A-BCD9-59C3572226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AEEBF683-6B43-5AD8-AB01-7159A9D638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84579928-148F-D835-C4E8-B2858950F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EAF79-4652-4336-80D7-D0069E22326A}" type="datetimeFigureOut">
              <a:rPr lang="hu-HU" smtClean="0"/>
              <a:t>2026. 06. 03.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F68C2627-978B-F329-D294-5889B3ECD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8CF60A85-C042-575F-D4DB-BE0CC7DCD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D8158-B6F4-4C1F-9727-01E7CD621CC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63926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3367651-2004-7E39-A999-DF2F35C59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EE97F2CB-A56C-1AF4-559E-B7DC82F441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C2EED36A-1278-C283-5CB3-AB0A524E62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C24E6800-0291-FC46-106D-E699190170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3C70E42A-00D2-F188-E274-0C8F761AF0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79FE3F8E-9DC1-10CC-E57F-449B82E36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EAF79-4652-4336-80D7-D0069E22326A}" type="datetimeFigureOut">
              <a:rPr lang="hu-HU" smtClean="0"/>
              <a:t>2026. 06. 03.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ABA0F47D-778D-2F5D-4836-8F95C34E4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2AAEC50B-AA6C-2EF4-3226-735B8EDA4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D8158-B6F4-4C1F-9727-01E7CD621CC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48281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112CB6E-7BCB-B9C9-8B2F-AD17DB8B3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80548617-4C13-05B1-78B5-1E9825C2A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EAF79-4652-4336-80D7-D0069E22326A}" type="datetimeFigureOut">
              <a:rPr lang="hu-HU" smtClean="0"/>
              <a:t>2026. 06. 03.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5DDFEB60-8533-9158-9A73-19F913B4C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38BDDE28-45C5-5CEE-E1C7-B244C1F37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D8158-B6F4-4C1F-9727-01E7CD621CC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440784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F91142EE-10FA-7920-E43E-B81183C97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EAF79-4652-4336-80D7-D0069E22326A}" type="datetimeFigureOut">
              <a:rPr lang="hu-HU" smtClean="0"/>
              <a:t>2026. 06. 03.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B863BAEE-23D9-0FEC-3968-01D804142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933B1091-61EA-3D3B-1502-EB8B04871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D8158-B6F4-4C1F-9727-01E7CD621CC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12778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90A25AB-837E-3381-DD31-97F1DEAF2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5A5B2A3-6C46-1485-5C44-9611FB00D7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7CFC4AB4-F437-DD09-DAA4-8B000E030B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2E79BD06-226E-0112-1E20-C9597D29B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EAF79-4652-4336-80D7-D0069E22326A}" type="datetimeFigureOut">
              <a:rPr lang="hu-HU" smtClean="0"/>
              <a:t>2026. 06. 03.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839E4BBE-61C2-BF93-FE16-05018F9C7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6CA3446A-3EA6-E61E-9F5A-CEE5823D6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D8158-B6F4-4C1F-9727-01E7CD621CC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63024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F2691D4-C817-97EA-BA17-68D135807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B1EE7DAE-FC5E-211A-505F-3A55B37FBC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BB188838-42E0-4AF1-6788-4946F49B25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A7100B34-3D4E-9415-D72A-C63762B04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EAF79-4652-4336-80D7-D0069E22326A}" type="datetimeFigureOut">
              <a:rPr lang="hu-HU" smtClean="0"/>
              <a:t>2026. 06. 03.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1CA4FCC2-49B9-D42D-8D8D-D0A8B0622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769BD2A0-0A26-E44B-0968-4E5D2EFA8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D8158-B6F4-4C1F-9727-01E7CD621CC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50021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209DFB9-AB22-B392-4F55-207F36F79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B8FC0C7D-9E6A-E48A-CCA7-7B21E57B4E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F1EF5EB-160B-0015-B6DD-1E82F4819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EAF79-4652-4336-80D7-D0069E22326A}" type="datetimeFigureOut">
              <a:rPr lang="hu-HU" smtClean="0"/>
              <a:t>2026. 06. 03.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CE5D5F0A-0A86-67CA-6AB7-18800945E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C7B441D2-0D69-07C7-FC8B-073FC4ED7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D8158-B6F4-4C1F-9727-01E7CD621CC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93052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F30A7C48-E8EE-5535-2B57-7718DDA116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0D2F8DCA-C80F-18F5-BB07-7950EBFD37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B1027EF3-8615-2820-08F1-0F9C7452C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EAF79-4652-4336-80D7-D0069E22326A}" type="datetimeFigureOut">
              <a:rPr lang="hu-HU" smtClean="0"/>
              <a:t>2026. 06. 03.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268E413F-5778-EEE3-6153-7415DB454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6A359AE9-E6B3-A7B0-84A0-44E0430D4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D8158-B6F4-4C1F-9727-01E7CD621CC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26123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D7817973-2E7D-4EB3-F70B-01A47695E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1E6054B1-C990-D3EA-F246-0D26BCC91E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8BC36CDF-25E2-F614-11D8-37ABC72421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0EAF79-4652-4336-80D7-D0069E22326A}" type="datetimeFigureOut">
              <a:rPr lang="hu-HU" smtClean="0"/>
              <a:t>2026. 06. 03.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F2BFFCC3-8CA5-6D33-2607-CAAB4F2B3A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167FB30E-590C-5774-B421-CF570DE279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0D8158-B6F4-4C1F-9727-01E7CD621CC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52596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0.png"/><Relationship Id="rId4" Type="http://schemas.openxmlformats.org/officeDocument/2006/relationships/image" Target="../media/image5.png"/><Relationship Id="rId9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168A57B-2903-4BA3-BF70-B561C554FC9C}"/>
              </a:ext>
            </a:extLst>
          </p:cNvPr>
          <p:cNvSpPr txBox="1">
            <a:spLocks/>
          </p:cNvSpPr>
          <p:nvPr/>
        </p:nvSpPr>
        <p:spPr>
          <a:xfrm>
            <a:off x="1524000" y="-5468302"/>
            <a:ext cx="9144000" cy="23876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sz="11500" cap="small" dirty="0">
                <a:latin typeface="Haettenschweiler" panose="020B0706040902060204" pitchFamily="34" charset="0"/>
              </a:rPr>
              <a:t>Aknakereső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518EB0AF-2873-4F8B-B869-7239D97611B7}"/>
              </a:ext>
            </a:extLst>
          </p:cNvPr>
          <p:cNvSpPr txBox="1">
            <a:spLocks/>
          </p:cNvSpPr>
          <p:nvPr/>
        </p:nvSpPr>
        <p:spPr>
          <a:xfrm>
            <a:off x="1524000" y="-419598"/>
            <a:ext cx="9144000" cy="165576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/>
              <a:t>Készítette: Dudás Bence Sándor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7822187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0B6548AD-E67A-81D1-1FC3-F4381D76DC32}"/>
              </a:ext>
            </a:extLst>
          </p:cNvPr>
          <p:cNvSpPr/>
          <p:nvPr/>
        </p:nvSpPr>
        <p:spPr>
          <a:xfrm>
            <a:off x="0" y="-367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14" name="Téglalap 113">
            <a:extLst>
              <a:ext uri="{FF2B5EF4-FFF2-40B4-BE49-F238E27FC236}">
                <a16:creationId xmlns:a16="http://schemas.microsoft.com/office/drawing/2014/main" id="{09EB94D8-13D3-CBDC-50EA-8798AECEA8E2}"/>
              </a:ext>
            </a:extLst>
          </p:cNvPr>
          <p:cNvSpPr/>
          <p:nvPr/>
        </p:nvSpPr>
        <p:spPr>
          <a:xfrm>
            <a:off x="720000" y="-367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32" name="Téglalap 131">
            <a:extLst>
              <a:ext uri="{FF2B5EF4-FFF2-40B4-BE49-F238E27FC236}">
                <a16:creationId xmlns:a16="http://schemas.microsoft.com/office/drawing/2014/main" id="{3585E0DA-12C8-617D-2916-B8179D5E1C6D}"/>
              </a:ext>
            </a:extLst>
          </p:cNvPr>
          <p:cNvSpPr/>
          <p:nvPr/>
        </p:nvSpPr>
        <p:spPr>
          <a:xfrm>
            <a:off x="10804000" y="-367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33" name="Téglalap 132">
            <a:extLst>
              <a:ext uri="{FF2B5EF4-FFF2-40B4-BE49-F238E27FC236}">
                <a16:creationId xmlns:a16="http://schemas.microsoft.com/office/drawing/2014/main" id="{0BF22C27-F9B8-3C4A-BA2F-4CBE5773BF2E}"/>
              </a:ext>
            </a:extLst>
          </p:cNvPr>
          <p:cNvSpPr/>
          <p:nvPr/>
        </p:nvSpPr>
        <p:spPr>
          <a:xfrm>
            <a:off x="11524000" y="-367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36" name="Téglalap 135">
            <a:extLst>
              <a:ext uri="{FF2B5EF4-FFF2-40B4-BE49-F238E27FC236}">
                <a16:creationId xmlns:a16="http://schemas.microsoft.com/office/drawing/2014/main" id="{A8D4A34E-D103-2D3F-746C-3ECBCE96262E}"/>
              </a:ext>
            </a:extLst>
          </p:cNvPr>
          <p:cNvSpPr/>
          <p:nvPr/>
        </p:nvSpPr>
        <p:spPr>
          <a:xfrm>
            <a:off x="0" y="716326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37" name="Téglalap 136">
            <a:extLst>
              <a:ext uri="{FF2B5EF4-FFF2-40B4-BE49-F238E27FC236}">
                <a16:creationId xmlns:a16="http://schemas.microsoft.com/office/drawing/2014/main" id="{1C1F7633-7AB1-E314-E9C0-B38BE0535054}"/>
              </a:ext>
            </a:extLst>
          </p:cNvPr>
          <p:cNvSpPr>
            <a:spLocks/>
          </p:cNvSpPr>
          <p:nvPr/>
        </p:nvSpPr>
        <p:spPr>
          <a:xfrm>
            <a:off x="720000" y="716326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51" name="Téglalap 150">
            <a:extLst>
              <a:ext uri="{FF2B5EF4-FFF2-40B4-BE49-F238E27FC236}">
                <a16:creationId xmlns:a16="http://schemas.microsoft.com/office/drawing/2014/main" id="{A7BD469E-EAF0-112E-2C5C-3D732C58CBD3}"/>
              </a:ext>
            </a:extLst>
          </p:cNvPr>
          <p:cNvSpPr/>
          <p:nvPr/>
        </p:nvSpPr>
        <p:spPr>
          <a:xfrm>
            <a:off x="10804000" y="716326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52" name="Téglalap 151">
            <a:extLst>
              <a:ext uri="{FF2B5EF4-FFF2-40B4-BE49-F238E27FC236}">
                <a16:creationId xmlns:a16="http://schemas.microsoft.com/office/drawing/2014/main" id="{332CEBF1-A1C2-F5F0-C48A-35133D3D7799}"/>
              </a:ext>
            </a:extLst>
          </p:cNvPr>
          <p:cNvSpPr/>
          <p:nvPr/>
        </p:nvSpPr>
        <p:spPr>
          <a:xfrm>
            <a:off x="11524000" y="716326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74" name="Téglalap 173">
            <a:extLst>
              <a:ext uri="{FF2B5EF4-FFF2-40B4-BE49-F238E27FC236}">
                <a16:creationId xmlns:a16="http://schemas.microsoft.com/office/drawing/2014/main" id="{8B8C604A-9C31-C8CE-510F-BB325583B316}"/>
              </a:ext>
            </a:extLst>
          </p:cNvPr>
          <p:cNvSpPr/>
          <p:nvPr/>
        </p:nvSpPr>
        <p:spPr>
          <a:xfrm>
            <a:off x="0" y="139600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75" name="Téglalap 174">
            <a:extLst>
              <a:ext uri="{FF2B5EF4-FFF2-40B4-BE49-F238E27FC236}">
                <a16:creationId xmlns:a16="http://schemas.microsoft.com/office/drawing/2014/main" id="{5BEBFAEF-F878-D6F4-E125-133FAF386DFC}"/>
              </a:ext>
            </a:extLst>
          </p:cNvPr>
          <p:cNvSpPr/>
          <p:nvPr/>
        </p:nvSpPr>
        <p:spPr>
          <a:xfrm>
            <a:off x="720000" y="139600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76" name="Címkocka">
            <a:extLst>
              <a:ext uri="{FF2B5EF4-FFF2-40B4-BE49-F238E27FC236}">
                <a16:creationId xmlns:a16="http://schemas.microsoft.com/office/drawing/2014/main" id="{A1EBD060-40D7-A004-723A-8796199F461B}"/>
              </a:ext>
            </a:extLst>
          </p:cNvPr>
          <p:cNvSpPr/>
          <p:nvPr/>
        </p:nvSpPr>
        <p:spPr>
          <a:xfrm>
            <a:off x="1441000" y="139600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77" name="Címkocka">
            <a:extLst>
              <a:ext uri="{FF2B5EF4-FFF2-40B4-BE49-F238E27FC236}">
                <a16:creationId xmlns:a16="http://schemas.microsoft.com/office/drawing/2014/main" id="{B1EA1F83-166E-9FDE-E58F-38929253BD49}"/>
              </a:ext>
            </a:extLst>
          </p:cNvPr>
          <p:cNvSpPr/>
          <p:nvPr/>
        </p:nvSpPr>
        <p:spPr>
          <a:xfrm>
            <a:off x="2162000" y="139600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78" name="Címkocka">
            <a:extLst>
              <a:ext uri="{FF2B5EF4-FFF2-40B4-BE49-F238E27FC236}">
                <a16:creationId xmlns:a16="http://schemas.microsoft.com/office/drawing/2014/main" id="{98F8689E-8CB5-A2B4-F95F-E2A93B15DA11}"/>
              </a:ext>
            </a:extLst>
          </p:cNvPr>
          <p:cNvSpPr/>
          <p:nvPr/>
        </p:nvSpPr>
        <p:spPr>
          <a:xfrm>
            <a:off x="2883000" y="139600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79" name="Címkocka">
            <a:extLst>
              <a:ext uri="{FF2B5EF4-FFF2-40B4-BE49-F238E27FC236}">
                <a16:creationId xmlns:a16="http://schemas.microsoft.com/office/drawing/2014/main" id="{93A8BA9A-A333-DD86-E53B-91CE7A38CD48}"/>
              </a:ext>
            </a:extLst>
          </p:cNvPr>
          <p:cNvSpPr/>
          <p:nvPr/>
        </p:nvSpPr>
        <p:spPr>
          <a:xfrm>
            <a:off x="3602000" y="139600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80" name="Címkocka">
            <a:extLst>
              <a:ext uri="{FF2B5EF4-FFF2-40B4-BE49-F238E27FC236}">
                <a16:creationId xmlns:a16="http://schemas.microsoft.com/office/drawing/2014/main" id="{FF74F4A6-7BC7-4D8A-9760-A0EBB12D24F1}"/>
              </a:ext>
            </a:extLst>
          </p:cNvPr>
          <p:cNvSpPr/>
          <p:nvPr/>
        </p:nvSpPr>
        <p:spPr>
          <a:xfrm>
            <a:off x="4322000" y="139600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81" name="Címkocka">
            <a:extLst>
              <a:ext uri="{FF2B5EF4-FFF2-40B4-BE49-F238E27FC236}">
                <a16:creationId xmlns:a16="http://schemas.microsoft.com/office/drawing/2014/main" id="{E34BDAFD-E90E-9A7D-AFCF-69EE576D3E55}"/>
              </a:ext>
            </a:extLst>
          </p:cNvPr>
          <p:cNvSpPr/>
          <p:nvPr/>
        </p:nvSpPr>
        <p:spPr>
          <a:xfrm>
            <a:off x="5042000" y="139600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82" name="Címkocka">
            <a:extLst>
              <a:ext uri="{FF2B5EF4-FFF2-40B4-BE49-F238E27FC236}">
                <a16:creationId xmlns:a16="http://schemas.microsoft.com/office/drawing/2014/main" id="{A17DE3F0-B062-68E0-7584-06EBDD97CA64}"/>
              </a:ext>
            </a:extLst>
          </p:cNvPr>
          <p:cNvSpPr/>
          <p:nvPr/>
        </p:nvSpPr>
        <p:spPr>
          <a:xfrm>
            <a:off x="5762000" y="139600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83" name="Címkocka">
            <a:extLst>
              <a:ext uri="{FF2B5EF4-FFF2-40B4-BE49-F238E27FC236}">
                <a16:creationId xmlns:a16="http://schemas.microsoft.com/office/drawing/2014/main" id="{D0F9119B-C4D8-26DA-0EBB-256E5702E9D4}"/>
              </a:ext>
            </a:extLst>
          </p:cNvPr>
          <p:cNvSpPr/>
          <p:nvPr/>
        </p:nvSpPr>
        <p:spPr>
          <a:xfrm>
            <a:off x="6482000" y="139600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84" name="Címkocka">
            <a:extLst>
              <a:ext uri="{FF2B5EF4-FFF2-40B4-BE49-F238E27FC236}">
                <a16:creationId xmlns:a16="http://schemas.microsoft.com/office/drawing/2014/main" id="{17C72FDA-BFC1-1928-16B0-950E921FF135}"/>
              </a:ext>
            </a:extLst>
          </p:cNvPr>
          <p:cNvSpPr/>
          <p:nvPr/>
        </p:nvSpPr>
        <p:spPr>
          <a:xfrm>
            <a:off x="7203000" y="139600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85" name="Címkocka">
            <a:extLst>
              <a:ext uri="{FF2B5EF4-FFF2-40B4-BE49-F238E27FC236}">
                <a16:creationId xmlns:a16="http://schemas.microsoft.com/office/drawing/2014/main" id="{81B3DD0B-F96A-7703-8171-0E6D870F42C7}"/>
              </a:ext>
            </a:extLst>
          </p:cNvPr>
          <p:cNvSpPr/>
          <p:nvPr/>
        </p:nvSpPr>
        <p:spPr>
          <a:xfrm>
            <a:off x="7924000" y="139600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86" name="Címkocka">
            <a:extLst>
              <a:ext uri="{FF2B5EF4-FFF2-40B4-BE49-F238E27FC236}">
                <a16:creationId xmlns:a16="http://schemas.microsoft.com/office/drawing/2014/main" id="{17CD9E2E-98F0-ADA0-0A9C-315BF45A3AE6}"/>
              </a:ext>
            </a:extLst>
          </p:cNvPr>
          <p:cNvSpPr/>
          <p:nvPr/>
        </p:nvSpPr>
        <p:spPr>
          <a:xfrm>
            <a:off x="8645000" y="139600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87" name="Címkocka">
            <a:extLst>
              <a:ext uri="{FF2B5EF4-FFF2-40B4-BE49-F238E27FC236}">
                <a16:creationId xmlns:a16="http://schemas.microsoft.com/office/drawing/2014/main" id="{6F19902C-4FA1-7AE2-A864-204D53730ABD}"/>
              </a:ext>
            </a:extLst>
          </p:cNvPr>
          <p:cNvSpPr/>
          <p:nvPr/>
        </p:nvSpPr>
        <p:spPr>
          <a:xfrm>
            <a:off x="9364000" y="139600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88" name="Címkocka">
            <a:extLst>
              <a:ext uri="{FF2B5EF4-FFF2-40B4-BE49-F238E27FC236}">
                <a16:creationId xmlns:a16="http://schemas.microsoft.com/office/drawing/2014/main" id="{B3ED4323-A976-8D7C-25B7-EB090FA97CC8}"/>
              </a:ext>
            </a:extLst>
          </p:cNvPr>
          <p:cNvSpPr/>
          <p:nvPr/>
        </p:nvSpPr>
        <p:spPr>
          <a:xfrm>
            <a:off x="10084000" y="139600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89" name="Téglalap 188">
            <a:extLst>
              <a:ext uri="{FF2B5EF4-FFF2-40B4-BE49-F238E27FC236}">
                <a16:creationId xmlns:a16="http://schemas.microsoft.com/office/drawing/2014/main" id="{18DA3656-271D-6381-62D4-42BC212E480E}"/>
              </a:ext>
            </a:extLst>
          </p:cNvPr>
          <p:cNvSpPr/>
          <p:nvPr/>
        </p:nvSpPr>
        <p:spPr>
          <a:xfrm>
            <a:off x="10804000" y="139600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90" name="Téglalap 189">
            <a:extLst>
              <a:ext uri="{FF2B5EF4-FFF2-40B4-BE49-F238E27FC236}">
                <a16:creationId xmlns:a16="http://schemas.microsoft.com/office/drawing/2014/main" id="{947DABC4-2023-BF7B-8AFA-86B030520765}"/>
              </a:ext>
            </a:extLst>
          </p:cNvPr>
          <p:cNvSpPr/>
          <p:nvPr/>
        </p:nvSpPr>
        <p:spPr>
          <a:xfrm>
            <a:off x="11524000" y="139600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57" name="Téglalap 156">
            <a:extLst>
              <a:ext uri="{FF2B5EF4-FFF2-40B4-BE49-F238E27FC236}">
                <a16:creationId xmlns:a16="http://schemas.microsoft.com/office/drawing/2014/main" id="{78B0BC9E-025A-489C-EC87-1A2AEF7CE3D1}"/>
              </a:ext>
            </a:extLst>
          </p:cNvPr>
          <p:cNvSpPr/>
          <p:nvPr/>
        </p:nvSpPr>
        <p:spPr>
          <a:xfrm>
            <a:off x="0" y="211600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58" name="Téglalap 157">
            <a:extLst>
              <a:ext uri="{FF2B5EF4-FFF2-40B4-BE49-F238E27FC236}">
                <a16:creationId xmlns:a16="http://schemas.microsoft.com/office/drawing/2014/main" id="{BB45AC5B-BD10-95D4-98AA-BCCA77465A3D}"/>
              </a:ext>
            </a:extLst>
          </p:cNvPr>
          <p:cNvSpPr/>
          <p:nvPr/>
        </p:nvSpPr>
        <p:spPr>
          <a:xfrm>
            <a:off x="720000" y="211600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59" name="Címkocka">
            <a:extLst>
              <a:ext uri="{FF2B5EF4-FFF2-40B4-BE49-F238E27FC236}">
                <a16:creationId xmlns:a16="http://schemas.microsoft.com/office/drawing/2014/main" id="{A88FBF41-C779-C5F6-251B-B851DF1A0F00}"/>
              </a:ext>
            </a:extLst>
          </p:cNvPr>
          <p:cNvSpPr/>
          <p:nvPr/>
        </p:nvSpPr>
        <p:spPr>
          <a:xfrm>
            <a:off x="1441000" y="211600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60" name="Címkocka">
            <a:extLst>
              <a:ext uri="{FF2B5EF4-FFF2-40B4-BE49-F238E27FC236}">
                <a16:creationId xmlns:a16="http://schemas.microsoft.com/office/drawing/2014/main" id="{58D8CB3F-9F07-00BC-AF6D-EAA45516AC36}"/>
              </a:ext>
            </a:extLst>
          </p:cNvPr>
          <p:cNvSpPr/>
          <p:nvPr/>
        </p:nvSpPr>
        <p:spPr>
          <a:xfrm>
            <a:off x="2162000" y="211600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61" name="Címkocka">
            <a:extLst>
              <a:ext uri="{FF2B5EF4-FFF2-40B4-BE49-F238E27FC236}">
                <a16:creationId xmlns:a16="http://schemas.microsoft.com/office/drawing/2014/main" id="{6CE9F6BC-0F7A-77E8-44C1-E0C2C10E4E05}"/>
              </a:ext>
            </a:extLst>
          </p:cNvPr>
          <p:cNvSpPr/>
          <p:nvPr/>
        </p:nvSpPr>
        <p:spPr>
          <a:xfrm>
            <a:off x="2883000" y="211600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62" name="Címkocka">
            <a:extLst>
              <a:ext uri="{FF2B5EF4-FFF2-40B4-BE49-F238E27FC236}">
                <a16:creationId xmlns:a16="http://schemas.microsoft.com/office/drawing/2014/main" id="{41061482-FDDB-7ECB-9A15-350092ECF357}"/>
              </a:ext>
            </a:extLst>
          </p:cNvPr>
          <p:cNvSpPr/>
          <p:nvPr/>
        </p:nvSpPr>
        <p:spPr>
          <a:xfrm>
            <a:off x="3602000" y="211600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63" name="Címkocka">
            <a:extLst>
              <a:ext uri="{FF2B5EF4-FFF2-40B4-BE49-F238E27FC236}">
                <a16:creationId xmlns:a16="http://schemas.microsoft.com/office/drawing/2014/main" id="{D9E606FF-4A8B-B88E-A7F5-04C9C4885AE5}"/>
              </a:ext>
            </a:extLst>
          </p:cNvPr>
          <p:cNvSpPr/>
          <p:nvPr/>
        </p:nvSpPr>
        <p:spPr>
          <a:xfrm>
            <a:off x="4322000" y="211600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64" name="Címkocka">
            <a:extLst>
              <a:ext uri="{FF2B5EF4-FFF2-40B4-BE49-F238E27FC236}">
                <a16:creationId xmlns:a16="http://schemas.microsoft.com/office/drawing/2014/main" id="{CEB6DB01-6A6B-DA8D-BBD8-690CD1617552}"/>
              </a:ext>
            </a:extLst>
          </p:cNvPr>
          <p:cNvSpPr/>
          <p:nvPr/>
        </p:nvSpPr>
        <p:spPr>
          <a:xfrm>
            <a:off x="5042000" y="211600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65" name="Címkocka">
            <a:extLst>
              <a:ext uri="{FF2B5EF4-FFF2-40B4-BE49-F238E27FC236}">
                <a16:creationId xmlns:a16="http://schemas.microsoft.com/office/drawing/2014/main" id="{0A38F545-5B77-4D61-8292-626F4EF74F55}"/>
              </a:ext>
            </a:extLst>
          </p:cNvPr>
          <p:cNvSpPr/>
          <p:nvPr/>
        </p:nvSpPr>
        <p:spPr>
          <a:xfrm>
            <a:off x="5762000" y="211600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66" name="Címkocka">
            <a:extLst>
              <a:ext uri="{FF2B5EF4-FFF2-40B4-BE49-F238E27FC236}">
                <a16:creationId xmlns:a16="http://schemas.microsoft.com/office/drawing/2014/main" id="{7876C4AC-BDA6-703B-4AFD-0011E9452DFE}"/>
              </a:ext>
            </a:extLst>
          </p:cNvPr>
          <p:cNvSpPr/>
          <p:nvPr/>
        </p:nvSpPr>
        <p:spPr>
          <a:xfrm>
            <a:off x="6482000" y="211600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67" name="Címkocka">
            <a:extLst>
              <a:ext uri="{FF2B5EF4-FFF2-40B4-BE49-F238E27FC236}">
                <a16:creationId xmlns:a16="http://schemas.microsoft.com/office/drawing/2014/main" id="{F0210F75-B05D-931E-2433-1E122AA55675}"/>
              </a:ext>
            </a:extLst>
          </p:cNvPr>
          <p:cNvSpPr/>
          <p:nvPr/>
        </p:nvSpPr>
        <p:spPr>
          <a:xfrm>
            <a:off x="7203000" y="211600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68" name="Címkocka">
            <a:extLst>
              <a:ext uri="{FF2B5EF4-FFF2-40B4-BE49-F238E27FC236}">
                <a16:creationId xmlns:a16="http://schemas.microsoft.com/office/drawing/2014/main" id="{B8F12934-FA75-2B45-13E2-485E0065C2C4}"/>
              </a:ext>
            </a:extLst>
          </p:cNvPr>
          <p:cNvSpPr/>
          <p:nvPr/>
        </p:nvSpPr>
        <p:spPr>
          <a:xfrm>
            <a:off x="7924000" y="211600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69" name="Címkocka">
            <a:extLst>
              <a:ext uri="{FF2B5EF4-FFF2-40B4-BE49-F238E27FC236}">
                <a16:creationId xmlns:a16="http://schemas.microsoft.com/office/drawing/2014/main" id="{907E2BA4-ECCA-F568-B7F0-715FCF18FC4B}"/>
              </a:ext>
            </a:extLst>
          </p:cNvPr>
          <p:cNvSpPr/>
          <p:nvPr/>
        </p:nvSpPr>
        <p:spPr>
          <a:xfrm>
            <a:off x="8645000" y="211600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70" name="Címkocka">
            <a:extLst>
              <a:ext uri="{FF2B5EF4-FFF2-40B4-BE49-F238E27FC236}">
                <a16:creationId xmlns:a16="http://schemas.microsoft.com/office/drawing/2014/main" id="{5664C247-36DB-9A2E-113A-F519368847D8}"/>
              </a:ext>
            </a:extLst>
          </p:cNvPr>
          <p:cNvSpPr/>
          <p:nvPr/>
        </p:nvSpPr>
        <p:spPr>
          <a:xfrm>
            <a:off x="9364000" y="211600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71" name="Címkocka">
            <a:extLst>
              <a:ext uri="{FF2B5EF4-FFF2-40B4-BE49-F238E27FC236}">
                <a16:creationId xmlns:a16="http://schemas.microsoft.com/office/drawing/2014/main" id="{8EC82037-EA65-F3E9-5A06-90BA23AC2873}"/>
              </a:ext>
            </a:extLst>
          </p:cNvPr>
          <p:cNvSpPr/>
          <p:nvPr/>
        </p:nvSpPr>
        <p:spPr>
          <a:xfrm>
            <a:off x="10084000" y="211600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72" name="Téglalap 171">
            <a:extLst>
              <a:ext uri="{FF2B5EF4-FFF2-40B4-BE49-F238E27FC236}">
                <a16:creationId xmlns:a16="http://schemas.microsoft.com/office/drawing/2014/main" id="{9C77C9A9-A5E8-5F58-24D7-FB23A098BB28}"/>
              </a:ext>
            </a:extLst>
          </p:cNvPr>
          <p:cNvSpPr/>
          <p:nvPr/>
        </p:nvSpPr>
        <p:spPr>
          <a:xfrm>
            <a:off x="10804000" y="211600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73" name="Téglalap 172">
            <a:extLst>
              <a:ext uri="{FF2B5EF4-FFF2-40B4-BE49-F238E27FC236}">
                <a16:creationId xmlns:a16="http://schemas.microsoft.com/office/drawing/2014/main" id="{29A593C1-64A6-F763-95E7-243BFCCDCEF4}"/>
              </a:ext>
            </a:extLst>
          </p:cNvPr>
          <p:cNvSpPr/>
          <p:nvPr/>
        </p:nvSpPr>
        <p:spPr>
          <a:xfrm>
            <a:off x="11524000" y="211600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50" name="Téglalap 249">
            <a:extLst>
              <a:ext uri="{FF2B5EF4-FFF2-40B4-BE49-F238E27FC236}">
                <a16:creationId xmlns:a16="http://schemas.microsoft.com/office/drawing/2014/main" id="{869BE8EA-2D8A-60B2-AD69-A0D0F9ACF212}"/>
              </a:ext>
            </a:extLst>
          </p:cNvPr>
          <p:cNvSpPr/>
          <p:nvPr/>
        </p:nvSpPr>
        <p:spPr>
          <a:xfrm>
            <a:off x="0" y="2795676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51" name="Téglalap 250">
            <a:extLst>
              <a:ext uri="{FF2B5EF4-FFF2-40B4-BE49-F238E27FC236}">
                <a16:creationId xmlns:a16="http://schemas.microsoft.com/office/drawing/2014/main" id="{BFC18E7B-B496-E0BF-A2F4-2E7DF9B74B03}"/>
              </a:ext>
            </a:extLst>
          </p:cNvPr>
          <p:cNvSpPr/>
          <p:nvPr/>
        </p:nvSpPr>
        <p:spPr>
          <a:xfrm>
            <a:off x="720000" y="2795676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52" name="Címkocka">
            <a:extLst>
              <a:ext uri="{FF2B5EF4-FFF2-40B4-BE49-F238E27FC236}">
                <a16:creationId xmlns:a16="http://schemas.microsoft.com/office/drawing/2014/main" id="{6F6A1D38-44FF-53B8-88E9-BA2518CFA2B7}"/>
              </a:ext>
            </a:extLst>
          </p:cNvPr>
          <p:cNvSpPr/>
          <p:nvPr/>
        </p:nvSpPr>
        <p:spPr>
          <a:xfrm>
            <a:off x="1441000" y="2795676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53" name="Címkocka">
            <a:extLst>
              <a:ext uri="{FF2B5EF4-FFF2-40B4-BE49-F238E27FC236}">
                <a16:creationId xmlns:a16="http://schemas.microsoft.com/office/drawing/2014/main" id="{0CE6561D-85A8-07DF-CBE2-A24BBC4BD1D5}"/>
              </a:ext>
            </a:extLst>
          </p:cNvPr>
          <p:cNvSpPr/>
          <p:nvPr/>
        </p:nvSpPr>
        <p:spPr>
          <a:xfrm>
            <a:off x="2162000" y="2795676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54" name="Címkocka">
            <a:extLst>
              <a:ext uri="{FF2B5EF4-FFF2-40B4-BE49-F238E27FC236}">
                <a16:creationId xmlns:a16="http://schemas.microsoft.com/office/drawing/2014/main" id="{43708624-4EB8-9506-9003-1C79DE6CFC00}"/>
              </a:ext>
            </a:extLst>
          </p:cNvPr>
          <p:cNvSpPr/>
          <p:nvPr/>
        </p:nvSpPr>
        <p:spPr>
          <a:xfrm>
            <a:off x="2883000" y="2795676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55" name="Címkocka">
            <a:extLst>
              <a:ext uri="{FF2B5EF4-FFF2-40B4-BE49-F238E27FC236}">
                <a16:creationId xmlns:a16="http://schemas.microsoft.com/office/drawing/2014/main" id="{2379005B-531B-5E8C-BC08-03D6A505041E}"/>
              </a:ext>
            </a:extLst>
          </p:cNvPr>
          <p:cNvSpPr/>
          <p:nvPr/>
        </p:nvSpPr>
        <p:spPr>
          <a:xfrm>
            <a:off x="3602000" y="2795676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56" name="Címkocka">
            <a:extLst>
              <a:ext uri="{FF2B5EF4-FFF2-40B4-BE49-F238E27FC236}">
                <a16:creationId xmlns:a16="http://schemas.microsoft.com/office/drawing/2014/main" id="{F87E83EF-1A20-958C-E3CF-0669F6729A15}"/>
              </a:ext>
            </a:extLst>
          </p:cNvPr>
          <p:cNvSpPr/>
          <p:nvPr/>
        </p:nvSpPr>
        <p:spPr>
          <a:xfrm>
            <a:off x="4322000" y="2795676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57" name="Címkocka">
            <a:extLst>
              <a:ext uri="{FF2B5EF4-FFF2-40B4-BE49-F238E27FC236}">
                <a16:creationId xmlns:a16="http://schemas.microsoft.com/office/drawing/2014/main" id="{CB21CD5E-1015-69E4-9DEF-69B8DFA56CB3}"/>
              </a:ext>
            </a:extLst>
          </p:cNvPr>
          <p:cNvSpPr/>
          <p:nvPr/>
        </p:nvSpPr>
        <p:spPr>
          <a:xfrm>
            <a:off x="5042000" y="2795676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58" name="Címkocka">
            <a:extLst>
              <a:ext uri="{FF2B5EF4-FFF2-40B4-BE49-F238E27FC236}">
                <a16:creationId xmlns:a16="http://schemas.microsoft.com/office/drawing/2014/main" id="{6D147083-FD0C-FA32-C6A3-466B012BE6D8}"/>
              </a:ext>
            </a:extLst>
          </p:cNvPr>
          <p:cNvSpPr/>
          <p:nvPr/>
        </p:nvSpPr>
        <p:spPr>
          <a:xfrm>
            <a:off x="5762000" y="2795676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59" name="Címkocka">
            <a:extLst>
              <a:ext uri="{FF2B5EF4-FFF2-40B4-BE49-F238E27FC236}">
                <a16:creationId xmlns:a16="http://schemas.microsoft.com/office/drawing/2014/main" id="{B1B90D57-345E-0482-0F95-5A36A9D88C3B}"/>
              </a:ext>
            </a:extLst>
          </p:cNvPr>
          <p:cNvSpPr/>
          <p:nvPr/>
        </p:nvSpPr>
        <p:spPr>
          <a:xfrm>
            <a:off x="6482000" y="2795676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60" name="Címkocka">
            <a:extLst>
              <a:ext uri="{FF2B5EF4-FFF2-40B4-BE49-F238E27FC236}">
                <a16:creationId xmlns:a16="http://schemas.microsoft.com/office/drawing/2014/main" id="{CC0CC4BA-7A7D-D61E-7107-1E68848BD08C}"/>
              </a:ext>
            </a:extLst>
          </p:cNvPr>
          <p:cNvSpPr/>
          <p:nvPr/>
        </p:nvSpPr>
        <p:spPr>
          <a:xfrm>
            <a:off x="7203000" y="2795676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61" name="Címkocka">
            <a:extLst>
              <a:ext uri="{FF2B5EF4-FFF2-40B4-BE49-F238E27FC236}">
                <a16:creationId xmlns:a16="http://schemas.microsoft.com/office/drawing/2014/main" id="{77EC294A-96A4-5B77-385B-D36954708EAF}"/>
              </a:ext>
            </a:extLst>
          </p:cNvPr>
          <p:cNvSpPr/>
          <p:nvPr/>
        </p:nvSpPr>
        <p:spPr>
          <a:xfrm>
            <a:off x="7924000" y="2795676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62" name="Címkocka">
            <a:extLst>
              <a:ext uri="{FF2B5EF4-FFF2-40B4-BE49-F238E27FC236}">
                <a16:creationId xmlns:a16="http://schemas.microsoft.com/office/drawing/2014/main" id="{C3655BB1-EF27-A732-88F4-5FC5B8507D08}"/>
              </a:ext>
            </a:extLst>
          </p:cNvPr>
          <p:cNvSpPr/>
          <p:nvPr/>
        </p:nvSpPr>
        <p:spPr>
          <a:xfrm>
            <a:off x="8645000" y="2795676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63" name="Címkocka">
            <a:extLst>
              <a:ext uri="{FF2B5EF4-FFF2-40B4-BE49-F238E27FC236}">
                <a16:creationId xmlns:a16="http://schemas.microsoft.com/office/drawing/2014/main" id="{2F04696B-02E3-F111-B850-6D1F5EA061E3}"/>
              </a:ext>
            </a:extLst>
          </p:cNvPr>
          <p:cNvSpPr/>
          <p:nvPr/>
        </p:nvSpPr>
        <p:spPr>
          <a:xfrm>
            <a:off x="9364000" y="2795676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64" name="Címkocka">
            <a:extLst>
              <a:ext uri="{FF2B5EF4-FFF2-40B4-BE49-F238E27FC236}">
                <a16:creationId xmlns:a16="http://schemas.microsoft.com/office/drawing/2014/main" id="{4C12B630-7AD9-31A9-66C4-0CED633A5511}"/>
              </a:ext>
            </a:extLst>
          </p:cNvPr>
          <p:cNvSpPr/>
          <p:nvPr/>
        </p:nvSpPr>
        <p:spPr>
          <a:xfrm>
            <a:off x="10084000" y="2795676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65" name="Téglalap 264">
            <a:extLst>
              <a:ext uri="{FF2B5EF4-FFF2-40B4-BE49-F238E27FC236}">
                <a16:creationId xmlns:a16="http://schemas.microsoft.com/office/drawing/2014/main" id="{11969322-5C3C-160E-DF86-4DF4D551581F}"/>
              </a:ext>
            </a:extLst>
          </p:cNvPr>
          <p:cNvSpPr/>
          <p:nvPr/>
        </p:nvSpPr>
        <p:spPr>
          <a:xfrm>
            <a:off x="10804000" y="2795676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66" name="Téglalap 265">
            <a:extLst>
              <a:ext uri="{FF2B5EF4-FFF2-40B4-BE49-F238E27FC236}">
                <a16:creationId xmlns:a16="http://schemas.microsoft.com/office/drawing/2014/main" id="{F4FC8DC0-ED16-68AD-6330-C7817292C0A2}"/>
              </a:ext>
            </a:extLst>
          </p:cNvPr>
          <p:cNvSpPr/>
          <p:nvPr/>
        </p:nvSpPr>
        <p:spPr>
          <a:xfrm>
            <a:off x="11524000" y="2795676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33" name="Téglalap 232">
            <a:extLst>
              <a:ext uri="{FF2B5EF4-FFF2-40B4-BE49-F238E27FC236}">
                <a16:creationId xmlns:a16="http://schemas.microsoft.com/office/drawing/2014/main" id="{383D30DD-47CE-5217-1BBF-F44EF928A27A}"/>
              </a:ext>
            </a:extLst>
          </p:cNvPr>
          <p:cNvSpPr/>
          <p:nvPr/>
        </p:nvSpPr>
        <p:spPr>
          <a:xfrm>
            <a:off x="0" y="3515676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34" name="Téglalap 233">
            <a:extLst>
              <a:ext uri="{FF2B5EF4-FFF2-40B4-BE49-F238E27FC236}">
                <a16:creationId xmlns:a16="http://schemas.microsoft.com/office/drawing/2014/main" id="{BF624322-A938-6208-47C1-AFF545917812}"/>
              </a:ext>
            </a:extLst>
          </p:cNvPr>
          <p:cNvSpPr/>
          <p:nvPr/>
        </p:nvSpPr>
        <p:spPr>
          <a:xfrm>
            <a:off x="720000" y="3515676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35" name="Címkocka">
            <a:extLst>
              <a:ext uri="{FF2B5EF4-FFF2-40B4-BE49-F238E27FC236}">
                <a16:creationId xmlns:a16="http://schemas.microsoft.com/office/drawing/2014/main" id="{962922B4-A3A8-FE89-7FBA-2D665AEC5FBA}"/>
              </a:ext>
            </a:extLst>
          </p:cNvPr>
          <p:cNvSpPr/>
          <p:nvPr/>
        </p:nvSpPr>
        <p:spPr>
          <a:xfrm>
            <a:off x="1441000" y="3515676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36" name="Címkocka">
            <a:extLst>
              <a:ext uri="{FF2B5EF4-FFF2-40B4-BE49-F238E27FC236}">
                <a16:creationId xmlns:a16="http://schemas.microsoft.com/office/drawing/2014/main" id="{40932325-03BE-5E7A-6358-A84DDB0F1441}"/>
              </a:ext>
            </a:extLst>
          </p:cNvPr>
          <p:cNvSpPr/>
          <p:nvPr/>
        </p:nvSpPr>
        <p:spPr>
          <a:xfrm>
            <a:off x="2162000" y="3515676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37" name="Címkocka">
            <a:extLst>
              <a:ext uri="{FF2B5EF4-FFF2-40B4-BE49-F238E27FC236}">
                <a16:creationId xmlns:a16="http://schemas.microsoft.com/office/drawing/2014/main" id="{2411132F-4D3B-5012-2FEA-CA2701DBA9E4}"/>
              </a:ext>
            </a:extLst>
          </p:cNvPr>
          <p:cNvSpPr/>
          <p:nvPr/>
        </p:nvSpPr>
        <p:spPr>
          <a:xfrm>
            <a:off x="2883000" y="3515676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38" name="Címkocka">
            <a:extLst>
              <a:ext uri="{FF2B5EF4-FFF2-40B4-BE49-F238E27FC236}">
                <a16:creationId xmlns:a16="http://schemas.microsoft.com/office/drawing/2014/main" id="{EB2F1354-73F6-41B0-8C76-B4710E241F83}"/>
              </a:ext>
            </a:extLst>
          </p:cNvPr>
          <p:cNvSpPr/>
          <p:nvPr/>
        </p:nvSpPr>
        <p:spPr>
          <a:xfrm>
            <a:off x="3602000" y="3515676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39" name="Címkocka">
            <a:extLst>
              <a:ext uri="{FF2B5EF4-FFF2-40B4-BE49-F238E27FC236}">
                <a16:creationId xmlns:a16="http://schemas.microsoft.com/office/drawing/2014/main" id="{16155C23-672F-65D2-C91D-B6D0F98BF47E}"/>
              </a:ext>
            </a:extLst>
          </p:cNvPr>
          <p:cNvSpPr/>
          <p:nvPr/>
        </p:nvSpPr>
        <p:spPr>
          <a:xfrm>
            <a:off x="4322000" y="3515676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40" name="Címkocka">
            <a:extLst>
              <a:ext uri="{FF2B5EF4-FFF2-40B4-BE49-F238E27FC236}">
                <a16:creationId xmlns:a16="http://schemas.microsoft.com/office/drawing/2014/main" id="{3AF0F1AA-F87F-1210-2F09-BD7D4A050603}"/>
              </a:ext>
            </a:extLst>
          </p:cNvPr>
          <p:cNvSpPr/>
          <p:nvPr/>
        </p:nvSpPr>
        <p:spPr>
          <a:xfrm>
            <a:off x="5042000" y="3515676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41" name="Címkocka">
            <a:extLst>
              <a:ext uri="{FF2B5EF4-FFF2-40B4-BE49-F238E27FC236}">
                <a16:creationId xmlns:a16="http://schemas.microsoft.com/office/drawing/2014/main" id="{7F675673-AEB5-FDBC-0C67-ABDDB816052B}"/>
              </a:ext>
            </a:extLst>
          </p:cNvPr>
          <p:cNvSpPr/>
          <p:nvPr/>
        </p:nvSpPr>
        <p:spPr>
          <a:xfrm>
            <a:off x="5762000" y="3515676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42" name="Címkocka">
            <a:extLst>
              <a:ext uri="{FF2B5EF4-FFF2-40B4-BE49-F238E27FC236}">
                <a16:creationId xmlns:a16="http://schemas.microsoft.com/office/drawing/2014/main" id="{763A96D6-AB81-8BBF-E035-292F7C39A89D}"/>
              </a:ext>
            </a:extLst>
          </p:cNvPr>
          <p:cNvSpPr/>
          <p:nvPr/>
        </p:nvSpPr>
        <p:spPr>
          <a:xfrm>
            <a:off x="6482000" y="3515676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43" name="Címkocka">
            <a:extLst>
              <a:ext uri="{FF2B5EF4-FFF2-40B4-BE49-F238E27FC236}">
                <a16:creationId xmlns:a16="http://schemas.microsoft.com/office/drawing/2014/main" id="{C3661C54-20EF-27B1-2075-530583999A33}"/>
              </a:ext>
            </a:extLst>
          </p:cNvPr>
          <p:cNvSpPr/>
          <p:nvPr/>
        </p:nvSpPr>
        <p:spPr>
          <a:xfrm>
            <a:off x="7203000" y="3515676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44" name="Címkocka">
            <a:extLst>
              <a:ext uri="{FF2B5EF4-FFF2-40B4-BE49-F238E27FC236}">
                <a16:creationId xmlns:a16="http://schemas.microsoft.com/office/drawing/2014/main" id="{72DAF445-F09F-C02C-0F09-DB2BE2D88DA3}"/>
              </a:ext>
            </a:extLst>
          </p:cNvPr>
          <p:cNvSpPr/>
          <p:nvPr/>
        </p:nvSpPr>
        <p:spPr>
          <a:xfrm>
            <a:off x="7924000" y="3515676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45" name="Címkocka">
            <a:extLst>
              <a:ext uri="{FF2B5EF4-FFF2-40B4-BE49-F238E27FC236}">
                <a16:creationId xmlns:a16="http://schemas.microsoft.com/office/drawing/2014/main" id="{CBA23A77-C3EF-2E9F-4537-A6897DEC2360}"/>
              </a:ext>
            </a:extLst>
          </p:cNvPr>
          <p:cNvSpPr/>
          <p:nvPr/>
        </p:nvSpPr>
        <p:spPr>
          <a:xfrm>
            <a:off x="8645000" y="3515676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46" name="Címkocka">
            <a:extLst>
              <a:ext uri="{FF2B5EF4-FFF2-40B4-BE49-F238E27FC236}">
                <a16:creationId xmlns:a16="http://schemas.microsoft.com/office/drawing/2014/main" id="{334D7605-3368-3ABF-F480-09421C2E3259}"/>
              </a:ext>
            </a:extLst>
          </p:cNvPr>
          <p:cNvSpPr/>
          <p:nvPr/>
        </p:nvSpPr>
        <p:spPr>
          <a:xfrm>
            <a:off x="9364000" y="3515676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47" name="Címkocka">
            <a:extLst>
              <a:ext uri="{FF2B5EF4-FFF2-40B4-BE49-F238E27FC236}">
                <a16:creationId xmlns:a16="http://schemas.microsoft.com/office/drawing/2014/main" id="{2BED7DC9-1D5D-4910-CA00-D4E83B9EC575}"/>
              </a:ext>
            </a:extLst>
          </p:cNvPr>
          <p:cNvSpPr/>
          <p:nvPr/>
        </p:nvSpPr>
        <p:spPr>
          <a:xfrm>
            <a:off x="10084000" y="3515676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48" name="Téglalap 247">
            <a:extLst>
              <a:ext uri="{FF2B5EF4-FFF2-40B4-BE49-F238E27FC236}">
                <a16:creationId xmlns:a16="http://schemas.microsoft.com/office/drawing/2014/main" id="{44A7F010-4027-9FA3-83F2-C9025D341F25}"/>
              </a:ext>
            </a:extLst>
          </p:cNvPr>
          <p:cNvSpPr/>
          <p:nvPr/>
        </p:nvSpPr>
        <p:spPr>
          <a:xfrm>
            <a:off x="10804000" y="3515676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49" name="Téglalap 248">
            <a:extLst>
              <a:ext uri="{FF2B5EF4-FFF2-40B4-BE49-F238E27FC236}">
                <a16:creationId xmlns:a16="http://schemas.microsoft.com/office/drawing/2014/main" id="{0D2BB7A9-6702-851C-970D-C54D6093E12C}"/>
              </a:ext>
            </a:extLst>
          </p:cNvPr>
          <p:cNvSpPr/>
          <p:nvPr/>
        </p:nvSpPr>
        <p:spPr>
          <a:xfrm>
            <a:off x="11524000" y="3515676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14" name="Téglalap 213">
            <a:extLst>
              <a:ext uri="{FF2B5EF4-FFF2-40B4-BE49-F238E27FC236}">
                <a16:creationId xmlns:a16="http://schemas.microsoft.com/office/drawing/2014/main" id="{41B66EC6-17B7-70B9-DF53-E9F54B7ED4B4}"/>
              </a:ext>
            </a:extLst>
          </p:cNvPr>
          <p:cNvSpPr/>
          <p:nvPr/>
        </p:nvSpPr>
        <p:spPr>
          <a:xfrm>
            <a:off x="0" y="419535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15" name="Téglalap 214">
            <a:extLst>
              <a:ext uri="{FF2B5EF4-FFF2-40B4-BE49-F238E27FC236}">
                <a16:creationId xmlns:a16="http://schemas.microsoft.com/office/drawing/2014/main" id="{47FA7265-AC8B-161D-3C10-F962F63DF49B}"/>
              </a:ext>
            </a:extLst>
          </p:cNvPr>
          <p:cNvSpPr/>
          <p:nvPr/>
        </p:nvSpPr>
        <p:spPr>
          <a:xfrm>
            <a:off x="720000" y="419535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16" name="Címkocka">
            <a:extLst>
              <a:ext uri="{FF2B5EF4-FFF2-40B4-BE49-F238E27FC236}">
                <a16:creationId xmlns:a16="http://schemas.microsoft.com/office/drawing/2014/main" id="{D7E4EF76-10C8-41A1-BF7C-ED8C868977B0}"/>
              </a:ext>
            </a:extLst>
          </p:cNvPr>
          <p:cNvSpPr/>
          <p:nvPr/>
        </p:nvSpPr>
        <p:spPr>
          <a:xfrm>
            <a:off x="1441000" y="419535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17" name="Címkocka">
            <a:extLst>
              <a:ext uri="{FF2B5EF4-FFF2-40B4-BE49-F238E27FC236}">
                <a16:creationId xmlns:a16="http://schemas.microsoft.com/office/drawing/2014/main" id="{C36ABCAE-D6AD-0374-CCCD-EDF8E1191A03}"/>
              </a:ext>
            </a:extLst>
          </p:cNvPr>
          <p:cNvSpPr/>
          <p:nvPr/>
        </p:nvSpPr>
        <p:spPr>
          <a:xfrm>
            <a:off x="2162000" y="419535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18" name="Címkocka">
            <a:extLst>
              <a:ext uri="{FF2B5EF4-FFF2-40B4-BE49-F238E27FC236}">
                <a16:creationId xmlns:a16="http://schemas.microsoft.com/office/drawing/2014/main" id="{8F93614B-2664-407B-00FD-F1895CC19945}"/>
              </a:ext>
            </a:extLst>
          </p:cNvPr>
          <p:cNvSpPr/>
          <p:nvPr/>
        </p:nvSpPr>
        <p:spPr>
          <a:xfrm>
            <a:off x="2883000" y="419535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19" name="Címkocka">
            <a:extLst>
              <a:ext uri="{FF2B5EF4-FFF2-40B4-BE49-F238E27FC236}">
                <a16:creationId xmlns:a16="http://schemas.microsoft.com/office/drawing/2014/main" id="{ABB7BEC5-4483-B8A8-89F8-E392616F1DAC}"/>
              </a:ext>
            </a:extLst>
          </p:cNvPr>
          <p:cNvSpPr/>
          <p:nvPr/>
        </p:nvSpPr>
        <p:spPr>
          <a:xfrm>
            <a:off x="3602000" y="419535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20" name="Címkocka">
            <a:extLst>
              <a:ext uri="{FF2B5EF4-FFF2-40B4-BE49-F238E27FC236}">
                <a16:creationId xmlns:a16="http://schemas.microsoft.com/office/drawing/2014/main" id="{2B2C2DCD-DBCA-4CBF-6758-DF12A2EA7FF2}"/>
              </a:ext>
            </a:extLst>
          </p:cNvPr>
          <p:cNvSpPr/>
          <p:nvPr/>
        </p:nvSpPr>
        <p:spPr>
          <a:xfrm>
            <a:off x="4322000" y="419535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21" name="Címkocka">
            <a:extLst>
              <a:ext uri="{FF2B5EF4-FFF2-40B4-BE49-F238E27FC236}">
                <a16:creationId xmlns:a16="http://schemas.microsoft.com/office/drawing/2014/main" id="{D6B90ECB-36F1-C2CA-A5C3-800CA5F5C75A}"/>
              </a:ext>
            </a:extLst>
          </p:cNvPr>
          <p:cNvSpPr/>
          <p:nvPr/>
        </p:nvSpPr>
        <p:spPr>
          <a:xfrm>
            <a:off x="5042000" y="419535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22" name="Címkocka">
            <a:extLst>
              <a:ext uri="{FF2B5EF4-FFF2-40B4-BE49-F238E27FC236}">
                <a16:creationId xmlns:a16="http://schemas.microsoft.com/office/drawing/2014/main" id="{AC98B3D2-46D8-D693-F63C-8B42B20997FD}"/>
              </a:ext>
            </a:extLst>
          </p:cNvPr>
          <p:cNvSpPr/>
          <p:nvPr/>
        </p:nvSpPr>
        <p:spPr>
          <a:xfrm>
            <a:off x="5762000" y="419535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23" name="Címkocka">
            <a:extLst>
              <a:ext uri="{FF2B5EF4-FFF2-40B4-BE49-F238E27FC236}">
                <a16:creationId xmlns:a16="http://schemas.microsoft.com/office/drawing/2014/main" id="{DDD75B90-5FF6-2B2A-6112-50CDF79B5537}"/>
              </a:ext>
            </a:extLst>
          </p:cNvPr>
          <p:cNvSpPr/>
          <p:nvPr/>
        </p:nvSpPr>
        <p:spPr>
          <a:xfrm>
            <a:off x="6482000" y="419535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24" name="Címkocka">
            <a:extLst>
              <a:ext uri="{FF2B5EF4-FFF2-40B4-BE49-F238E27FC236}">
                <a16:creationId xmlns:a16="http://schemas.microsoft.com/office/drawing/2014/main" id="{2D7856E5-0804-7DB2-F3BC-220709282632}"/>
              </a:ext>
            </a:extLst>
          </p:cNvPr>
          <p:cNvSpPr/>
          <p:nvPr/>
        </p:nvSpPr>
        <p:spPr>
          <a:xfrm>
            <a:off x="7203000" y="419535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25" name="Címkocka">
            <a:extLst>
              <a:ext uri="{FF2B5EF4-FFF2-40B4-BE49-F238E27FC236}">
                <a16:creationId xmlns:a16="http://schemas.microsoft.com/office/drawing/2014/main" id="{B191EC23-BEF4-03C9-9660-6C6F62879AC5}"/>
              </a:ext>
            </a:extLst>
          </p:cNvPr>
          <p:cNvSpPr/>
          <p:nvPr/>
        </p:nvSpPr>
        <p:spPr>
          <a:xfrm>
            <a:off x="7924000" y="419535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26" name="Címkocka">
            <a:extLst>
              <a:ext uri="{FF2B5EF4-FFF2-40B4-BE49-F238E27FC236}">
                <a16:creationId xmlns:a16="http://schemas.microsoft.com/office/drawing/2014/main" id="{202AC959-2AE4-B8B6-87A5-F396EF17D75F}"/>
              </a:ext>
            </a:extLst>
          </p:cNvPr>
          <p:cNvSpPr/>
          <p:nvPr/>
        </p:nvSpPr>
        <p:spPr>
          <a:xfrm>
            <a:off x="8645000" y="419535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27" name="Címkocka">
            <a:extLst>
              <a:ext uri="{FF2B5EF4-FFF2-40B4-BE49-F238E27FC236}">
                <a16:creationId xmlns:a16="http://schemas.microsoft.com/office/drawing/2014/main" id="{1A6663A8-AE02-210D-FD5F-714D57D2C557}"/>
              </a:ext>
            </a:extLst>
          </p:cNvPr>
          <p:cNvSpPr/>
          <p:nvPr/>
        </p:nvSpPr>
        <p:spPr>
          <a:xfrm>
            <a:off x="9364000" y="419535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28" name="Címkocka">
            <a:extLst>
              <a:ext uri="{FF2B5EF4-FFF2-40B4-BE49-F238E27FC236}">
                <a16:creationId xmlns:a16="http://schemas.microsoft.com/office/drawing/2014/main" id="{9907CC76-783F-3EF0-994F-AB19DCEB5D1C}"/>
              </a:ext>
            </a:extLst>
          </p:cNvPr>
          <p:cNvSpPr/>
          <p:nvPr/>
        </p:nvSpPr>
        <p:spPr>
          <a:xfrm>
            <a:off x="10084000" y="419535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29" name="Téglalap 228">
            <a:extLst>
              <a:ext uri="{FF2B5EF4-FFF2-40B4-BE49-F238E27FC236}">
                <a16:creationId xmlns:a16="http://schemas.microsoft.com/office/drawing/2014/main" id="{ED6A4FB3-EC73-AC4B-956C-9BB14F764181}"/>
              </a:ext>
            </a:extLst>
          </p:cNvPr>
          <p:cNvSpPr/>
          <p:nvPr/>
        </p:nvSpPr>
        <p:spPr>
          <a:xfrm>
            <a:off x="10804000" y="419535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30" name="Téglalap 229">
            <a:extLst>
              <a:ext uri="{FF2B5EF4-FFF2-40B4-BE49-F238E27FC236}">
                <a16:creationId xmlns:a16="http://schemas.microsoft.com/office/drawing/2014/main" id="{72A34BB8-71A6-16EA-544B-6F2E3E2A5769}"/>
              </a:ext>
            </a:extLst>
          </p:cNvPr>
          <p:cNvSpPr/>
          <p:nvPr/>
        </p:nvSpPr>
        <p:spPr>
          <a:xfrm>
            <a:off x="11524000" y="419535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97" name="Téglalap 196">
            <a:extLst>
              <a:ext uri="{FF2B5EF4-FFF2-40B4-BE49-F238E27FC236}">
                <a16:creationId xmlns:a16="http://schemas.microsoft.com/office/drawing/2014/main" id="{B7362143-338B-2751-07DE-AC24513A3014}"/>
              </a:ext>
            </a:extLst>
          </p:cNvPr>
          <p:cNvSpPr/>
          <p:nvPr/>
        </p:nvSpPr>
        <p:spPr>
          <a:xfrm>
            <a:off x="0" y="491535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98" name="Téglalap 197">
            <a:extLst>
              <a:ext uri="{FF2B5EF4-FFF2-40B4-BE49-F238E27FC236}">
                <a16:creationId xmlns:a16="http://schemas.microsoft.com/office/drawing/2014/main" id="{3F215E7C-4137-5D7E-10CB-8DEA21CA0D83}"/>
              </a:ext>
            </a:extLst>
          </p:cNvPr>
          <p:cNvSpPr/>
          <p:nvPr/>
        </p:nvSpPr>
        <p:spPr>
          <a:xfrm>
            <a:off x="720000" y="491535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99" name="Címkocka">
            <a:extLst>
              <a:ext uri="{FF2B5EF4-FFF2-40B4-BE49-F238E27FC236}">
                <a16:creationId xmlns:a16="http://schemas.microsoft.com/office/drawing/2014/main" id="{CF851D86-201B-C578-44A6-ABA5FC1D040B}"/>
              </a:ext>
            </a:extLst>
          </p:cNvPr>
          <p:cNvSpPr/>
          <p:nvPr/>
        </p:nvSpPr>
        <p:spPr>
          <a:xfrm>
            <a:off x="1441000" y="491535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00" name="Címkocka">
            <a:extLst>
              <a:ext uri="{FF2B5EF4-FFF2-40B4-BE49-F238E27FC236}">
                <a16:creationId xmlns:a16="http://schemas.microsoft.com/office/drawing/2014/main" id="{A5B7B123-2A6F-D17C-BC7D-F2B17CEB25B0}"/>
              </a:ext>
            </a:extLst>
          </p:cNvPr>
          <p:cNvSpPr/>
          <p:nvPr/>
        </p:nvSpPr>
        <p:spPr>
          <a:xfrm>
            <a:off x="2162000" y="491535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01" name="Címkocka">
            <a:extLst>
              <a:ext uri="{FF2B5EF4-FFF2-40B4-BE49-F238E27FC236}">
                <a16:creationId xmlns:a16="http://schemas.microsoft.com/office/drawing/2014/main" id="{77E59E7D-7D93-2D74-FF8E-055EABDE59D3}"/>
              </a:ext>
            </a:extLst>
          </p:cNvPr>
          <p:cNvSpPr/>
          <p:nvPr/>
        </p:nvSpPr>
        <p:spPr>
          <a:xfrm>
            <a:off x="2883000" y="491535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02" name="Címkocka">
            <a:extLst>
              <a:ext uri="{FF2B5EF4-FFF2-40B4-BE49-F238E27FC236}">
                <a16:creationId xmlns:a16="http://schemas.microsoft.com/office/drawing/2014/main" id="{D682FA38-53A3-0968-1E58-690B5A7D88CE}"/>
              </a:ext>
            </a:extLst>
          </p:cNvPr>
          <p:cNvSpPr/>
          <p:nvPr/>
        </p:nvSpPr>
        <p:spPr>
          <a:xfrm>
            <a:off x="3602000" y="491535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03" name="Címkocka">
            <a:extLst>
              <a:ext uri="{FF2B5EF4-FFF2-40B4-BE49-F238E27FC236}">
                <a16:creationId xmlns:a16="http://schemas.microsoft.com/office/drawing/2014/main" id="{552E467A-98A9-A826-5415-4946078EA38A}"/>
              </a:ext>
            </a:extLst>
          </p:cNvPr>
          <p:cNvSpPr/>
          <p:nvPr/>
        </p:nvSpPr>
        <p:spPr>
          <a:xfrm>
            <a:off x="4322000" y="491535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04" name="Címkocka">
            <a:extLst>
              <a:ext uri="{FF2B5EF4-FFF2-40B4-BE49-F238E27FC236}">
                <a16:creationId xmlns:a16="http://schemas.microsoft.com/office/drawing/2014/main" id="{6FD9255A-FD4C-5A28-CAF7-101441DDEB21}"/>
              </a:ext>
            </a:extLst>
          </p:cNvPr>
          <p:cNvSpPr/>
          <p:nvPr/>
        </p:nvSpPr>
        <p:spPr>
          <a:xfrm>
            <a:off x="5042000" y="491535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05" name="Címkocka">
            <a:extLst>
              <a:ext uri="{FF2B5EF4-FFF2-40B4-BE49-F238E27FC236}">
                <a16:creationId xmlns:a16="http://schemas.microsoft.com/office/drawing/2014/main" id="{97B801BA-F957-9D3D-2A18-D19EA0E29947}"/>
              </a:ext>
            </a:extLst>
          </p:cNvPr>
          <p:cNvSpPr/>
          <p:nvPr/>
        </p:nvSpPr>
        <p:spPr>
          <a:xfrm>
            <a:off x="5762000" y="491535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06" name="Címkocka">
            <a:extLst>
              <a:ext uri="{FF2B5EF4-FFF2-40B4-BE49-F238E27FC236}">
                <a16:creationId xmlns:a16="http://schemas.microsoft.com/office/drawing/2014/main" id="{59D21ADD-4251-3FED-A513-A13528D84C16}"/>
              </a:ext>
            </a:extLst>
          </p:cNvPr>
          <p:cNvSpPr/>
          <p:nvPr/>
        </p:nvSpPr>
        <p:spPr>
          <a:xfrm>
            <a:off x="6482000" y="491535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07" name="Címkocka">
            <a:extLst>
              <a:ext uri="{FF2B5EF4-FFF2-40B4-BE49-F238E27FC236}">
                <a16:creationId xmlns:a16="http://schemas.microsoft.com/office/drawing/2014/main" id="{A4F06DC5-C33B-1182-03AE-25E0058EB49D}"/>
              </a:ext>
            </a:extLst>
          </p:cNvPr>
          <p:cNvSpPr/>
          <p:nvPr/>
        </p:nvSpPr>
        <p:spPr>
          <a:xfrm>
            <a:off x="7203000" y="491535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08" name="Címkocka">
            <a:extLst>
              <a:ext uri="{FF2B5EF4-FFF2-40B4-BE49-F238E27FC236}">
                <a16:creationId xmlns:a16="http://schemas.microsoft.com/office/drawing/2014/main" id="{7173A997-453D-0C50-4BAF-892AC94A2EF2}"/>
              </a:ext>
            </a:extLst>
          </p:cNvPr>
          <p:cNvSpPr/>
          <p:nvPr/>
        </p:nvSpPr>
        <p:spPr>
          <a:xfrm>
            <a:off x="7924000" y="491535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09" name="Címkocka">
            <a:extLst>
              <a:ext uri="{FF2B5EF4-FFF2-40B4-BE49-F238E27FC236}">
                <a16:creationId xmlns:a16="http://schemas.microsoft.com/office/drawing/2014/main" id="{3E630036-3C2E-B313-A8D3-527620A33BA9}"/>
              </a:ext>
            </a:extLst>
          </p:cNvPr>
          <p:cNvSpPr/>
          <p:nvPr/>
        </p:nvSpPr>
        <p:spPr>
          <a:xfrm>
            <a:off x="8645000" y="491535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10" name="Címkocka">
            <a:extLst>
              <a:ext uri="{FF2B5EF4-FFF2-40B4-BE49-F238E27FC236}">
                <a16:creationId xmlns:a16="http://schemas.microsoft.com/office/drawing/2014/main" id="{A90F6817-2891-E552-E2D0-4A5735DCD018}"/>
              </a:ext>
            </a:extLst>
          </p:cNvPr>
          <p:cNvSpPr/>
          <p:nvPr/>
        </p:nvSpPr>
        <p:spPr>
          <a:xfrm>
            <a:off x="9364000" y="491535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11" name="Címkocka">
            <a:extLst>
              <a:ext uri="{FF2B5EF4-FFF2-40B4-BE49-F238E27FC236}">
                <a16:creationId xmlns:a16="http://schemas.microsoft.com/office/drawing/2014/main" id="{4EF6AE69-C9A7-B409-FA59-67D5DF4E749B}"/>
              </a:ext>
            </a:extLst>
          </p:cNvPr>
          <p:cNvSpPr/>
          <p:nvPr/>
        </p:nvSpPr>
        <p:spPr>
          <a:xfrm>
            <a:off x="10084000" y="491535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12" name="Téglalap 211">
            <a:extLst>
              <a:ext uri="{FF2B5EF4-FFF2-40B4-BE49-F238E27FC236}">
                <a16:creationId xmlns:a16="http://schemas.microsoft.com/office/drawing/2014/main" id="{57F20D8A-5A9E-AAEB-0637-167654EADB20}"/>
              </a:ext>
            </a:extLst>
          </p:cNvPr>
          <p:cNvSpPr/>
          <p:nvPr/>
        </p:nvSpPr>
        <p:spPr>
          <a:xfrm>
            <a:off x="10804000" y="491535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13" name="Téglalap 212">
            <a:extLst>
              <a:ext uri="{FF2B5EF4-FFF2-40B4-BE49-F238E27FC236}">
                <a16:creationId xmlns:a16="http://schemas.microsoft.com/office/drawing/2014/main" id="{AD16F7E2-968D-4241-057B-8FB531603917}"/>
              </a:ext>
            </a:extLst>
          </p:cNvPr>
          <p:cNvSpPr/>
          <p:nvPr/>
        </p:nvSpPr>
        <p:spPr>
          <a:xfrm>
            <a:off x="11524000" y="491535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25" name="Téglalap 324">
            <a:extLst>
              <a:ext uri="{FF2B5EF4-FFF2-40B4-BE49-F238E27FC236}">
                <a16:creationId xmlns:a16="http://schemas.microsoft.com/office/drawing/2014/main" id="{714666B3-9483-A876-2096-74F9FD6686F6}"/>
              </a:ext>
            </a:extLst>
          </p:cNvPr>
          <p:cNvSpPr/>
          <p:nvPr/>
        </p:nvSpPr>
        <p:spPr>
          <a:xfrm>
            <a:off x="0" y="556395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26" name="Téglalap 325">
            <a:extLst>
              <a:ext uri="{FF2B5EF4-FFF2-40B4-BE49-F238E27FC236}">
                <a16:creationId xmlns:a16="http://schemas.microsoft.com/office/drawing/2014/main" id="{9B4C5214-F801-BAB8-C36E-98CAC942D243}"/>
              </a:ext>
            </a:extLst>
          </p:cNvPr>
          <p:cNvSpPr/>
          <p:nvPr/>
        </p:nvSpPr>
        <p:spPr>
          <a:xfrm>
            <a:off x="720000" y="556395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27" name="Téglalap 326">
            <a:extLst>
              <a:ext uri="{FF2B5EF4-FFF2-40B4-BE49-F238E27FC236}">
                <a16:creationId xmlns:a16="http://schemas.microsoft.com/office/drawing/2014/main" id="{3179000E-A868-6868-DC40-226F6287C45E}"/>
              </a:ext>
            </a:extLst>
          </p:cNvPr>
          <p:cNvSpPr/>
          <p:nvPr/>
        </p:nvSpPr>
        <p:spPr>
          <a:xfrm>
            <a:off x="1441000" y="556395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28" name="Téglalap 327">
            <a:extLst>
              <a:ext uri="{FF2B5EF4-FFF2-40B4-BE49-F238E27FC236}">
                <a16:creationId xmlns:a16="http://schemas.microsoft.com/office/drawing/2014/main" id="{2E8559B0-B9C5-2CBC-EC6D-17525A3A8278}"/>
              </a:ext>
            </a:extLst>
          </p:cNvPr>
          <p:cNvSpPr/>
          <p:nvPr/>
        </p:nvSpPr>
        <p:spPr>
          <a:xfrm>
            <a:off x="2162000" y="556395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29" name="Téglalap 328">
            <a:extLst>
              <a:ext uri="{FF2B5EF4-FFF2-40B4-BE49-F238E27FC236}">
                <a16:creationId xmlns:a16="http://schemas.microsoft.com/office/drawing/2014/main" id="{CAC522F8-FBF4-1689-B4C7-6BAC6C010E95}"/>
              </a:ext>
            </a:extLst>
          </p:cNvPr>
          <p:cNvSpPr/>
          <p:nvPr/>
        </p:nvSpPr>
        <p:spPr>
          <a:xfrm>
            <a:off x="2883000" y="556395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30" name="Téglalap 329">
            <a:extLst>
              <a:ext uri="{FF2B5EF4-FFF2-40B4-BE49-F238E27FC236}">
                <a16:creationId xmlns:a16="http://schemas.microsoft.com/office/drawing/2014/main" id="{08512A5B-BBBC-E9A1-C9F5-2B7864EEAB9E}"/>
              </a:ext>
            </a:extLst>
          </p:cNvPr>
          <p:cNvSpPr/>
          <p:nvPr/>
        </p:nvSpPr>
        <p:spPr>
          <a:xfrm>
            <a:off x="3602000" y="556395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31" name="Téglalap 330">
            <a:extLst>
              <a:ext uri="{FF2B5EF4-FFF2-40B4-BE49-F238E27FC236}">
                <a16:creationId xmlns:a16="http://schemas.microsoft.com/office/drawing/2014/main" id="{1A54425A-3C7B-2424-7621-777F509A3635}"/>
              </a:ext>
            </a:extLst>
          </p:cNvPr>
          <p:cNvSpPr/>
          <p:nvPr/>
        </p:nvSpPr>
        <p:spPr>
          <a:xfrm>
            <a:off x="4322000" y="556395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32" name="Téglalap 331">
            <a:extLst>
              <a:ext uri="{FF2B5EF4-FFF2-40B4-BE49-F238E27FC236}">
                <a16:creationId xmlns:a16="http://schemas.microsoft.com/office/drawing/2014/main" id="{7650BBA0-CFA1-3298-06CD-0AC068317F43}"/>
              </a:ext>
            </a:extLst>
          </p:cNvPr>
          <p:cNvSpPr/>
          <p:nvPr/>
        </p:nvSpPr>
        <p:spPr>
          <a:xfrm>
            <a:off x="5042000" y="556395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33" name="Téglalap 332">
            <a:extLst>
              <a:ext uri="{FF2B5EF4-FFF2-40B4-BE49-F238E27FC236}">
                <a16:creationId xmlns:a16="http://schemas.microsoft.com/office/drawing/2014/main" id="{10976E49-E958-1BE4-BA19-3D8C604E19BC}"/>
              </a:ext>
            </a:extLst>
          </p:cNvPr>
          <p:cNvSpPr/>
          <p:nvPr/>
        </p:nvSpPr>
        <p:spPr>
          <a:xfrm>
            <a:off x="5762000" y="556395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34" name="Téglalap 333">
            <a:extLst>
              <a:ext uri="{FF2B5EF4-FFF2-40B4-BE49-F238E27FC236}">
                <a16:creationId xmlns:a16="http://schemas.microsoft.com/office/drawing/2014/main" id="{4E2AB50C-3658-6CF3-90FE-7622C69304B0}"/>
              </a:ext>
            </a:extLst>
          </p:cNvPr>
          <p:cNvSpPr/>
          <p:nvPr/>
        </p:nvSpPr>
        <p:spPr>
          <a:xfrm>
            <a:off x="6482000" y="556395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35" name="Téglalap 334">
            <a:extLst>
              <a:ext uri="{FF2B5EF4-FFF2-40B4-BE49-F238E27FC236}">
                <a16:creationId xmlns:a16="http://schemas.microsoft.com/office/drawing/2014/main" id="{9BC86D8E-981B-2224-BF48-11DC1770F30F}"/>
              </a:ext>
            </a:extLst>
          </p:cNvPr>
          <p:cNvSpPr/>
          <p:nvPr/>
        </p:nvSpPr>
        <p:spPr>
          <a:xfrm>
            <a:off x="7203000" y="556395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36" name="Téglalap 335">
            <a:extLst>
              <a:ext uri="{FF2B5EF4-FFF2-40B4-BE49-F238E27FC236}">
                <a16:creationId xmlns:a16="http://schemas.microsoft.com/office/drawing/2014/main" id="{3528A35D-6E9E-9DD3-8577-8275E8AF9FC0}"/>
              </a:ext>
            </a:extLst>
          </p:cNvPr>
          <p:cNvSpPr/>
          <p:nvPr/>
        </p:nvSpPr>
        <p:spPr>
          <a:xfrm>
            <a:off x="7924000" y="556395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37" name="Téglalap 336">
            <a:extLst>
              <a:ext uri="{FF2B5EF4-FFF2-40B4-BE49-F238E27FC236}">
                <a16:creationId xmlns:a16="http://schemas.microsoft.com/office/drawing/2014/main" id="{A48DD0A0-16DC-3730-215E-8AA4E4E7B0B9}"/>
              </a:ext>
            </a:extLst>
          </p:cNvPr>
          <p:cNvSpPr/>
          <p:nvPr/>
        </p:nvSpPr>
        <p:spPr>
          <a:xfrm>
            <a:off x="8645000" y="556395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38" name="Téglalap 337">
            <a:extLst>
              <a:ext uri="{FF2B5EF4-FFF2-40B4-BE49-F238E27FC236}">
                <a16:creationId xmlns:a16="http://schemas.microsoft.com/office/drawing/2014/main" id="{2D058EA2-53EC-22FC-10EF-AF3F379C5FBB}"/>
              </a:ext>
            </a:extLst>
          </p:cNvPr>
          <p:cNvSpPr/>
          <p:nvPr/>
        </p:nvSpPr>
        <p:spPr>
          <a:xfrm>
            <a:off x="9364000" y="556395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39" name="Téglalap 338">
            <a:extLst>
              <a:ext uri="{FF2B5EF4-FFF2-40B4-BE49-F238E27FC236}">
                <a16:creationId xmlns:a16="http://schemas.microsoft.com/office/drawing/2014/main" id="{7A70F53B-4B64-FD88-F6EC-5AD88B8B34CD}"/>
              </a:ext>
            </a:extLst>
          </p:cNvPr>
          <p:cNvSpPr/>
          <p:nvPr/>
        </p:nvSpPr>
        <p:spPr>
          <a:xfrm>
            <a:off x="10084000" y="556395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40" name="Téglalap 339">
            <a:extLst>
              <a:ext uri="{FF2B5EF4-FFF2-40B4-BE49-F238E27FC236}">
                <a16:creationId xmlns:a16="http://schemas.microsoft.com/office/drawing/2014/main" id="{18B135A3-51CA-61B5-5BDA-0DD5E30EFCB6}"/>
              </a:ext>
            </a:extLst>
          </p:cNvPr>
          <p:cNvSpPr/>
          <p:nvPr/>
        </p:nvSpPr>
        <p:spPr>
          <a:xfrm>
            <a:off x="10804000" y="556395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41" name="Téglalap 340">
            <a:extLst>
              <a:ext uri="{FF2B5EF4-FFF2-40B4-BE49-F238E27FC236}">
                <a16:creationId xmlns:a16="http://schemas.microsoft.com/office/drawing/2014/main" id="{40556E3F-599C-1EB4-CE76-299ACA44626E}"/>
              </a:ext>
            </a:extLst>
          </p:cNvPr>
          <p:cNvSpPr/>
          <p:nvPr/>
        </p:nvSpPr>
        <p:spPr>
          <a:xfrm>
            <a:off x="11524000" y="556395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08" name="Téglalap 307">
            <a:extLst>
              <a:ext uri="{FF2B5EF4-FFF2-40B4-BE49-F238E27FC236}">
                <a16:creationId xmlns:a16="http://schemas.microsoft.com/office/drawing/2014/main" id="{C6789833-11EE-3791-7E3C-EEB3B49EA4A5}"/>
              </a:ext>
            </a:extLst>
          </p:cNvPr>
          <p:cNvSpPr/>
          <p:nvPr/>
        </p:nvSpPr>
        <p:spPr>
          <a:xfrm>
            <a:off x="0" y="628395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09" name="Téglalap 308">
            <a:extLst>
              <a:ext uri="{FF2B5EF4-FFF2-40B4-BE49-F238E27FC236}">
                <a16:creationId xmlns:a16="http://schemas.microsoft.com/office/drawing/2014/main" id="{F90D2822-967F-838D-164C-3039F7C5F0A1}"/>
              </a:ext>
            </a:extLst>
          </p:cNvPr>
          <p:cNvSpPr/>
          <p:nvPr/>
        </p:nvSpPr>
        <p:spPr>
          <a:xfrm>
            <a:off x="720000" y="628395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10" name="Téglalap 309">
            <a:extLst>
              <a:ext uri="{FF2B5EF4-FFF2-40B4-BE49-F238E27FC236}">
                <a16:creationId xmlns:a16="http://schemas.microsoft.com/office/drawing/2014/main" id="{FD87FCD4-316B-2F0F-03D3-495A8AD96C76}"/>
              </a:ext>
            </a:extLst>
          </p:cNvPr>
          <p:cNvSpPr/>
          <p:nvPr/>
        </p:nvSpPr>
        <p:spPr>
          <a:xfrm>
            <a:off x="1441000" y="628395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11" name="Téglalap 310">
            <a:extLst>
              <a:ext uri="{FF2B5EF4-FFF2-40B4-BE49-F238E27FC236}">
                <a16:creationId xmlns:a16="http://schemas.microsoft.com/office/drawing/2014/main" id="{FC6FC651-3008-F27F-CED3-1F03F2CFEC3C}"/>
              </a:ext>
            </a:extLst>
          </p:cNvPr>
          <p:cNvSpPr/>
          <p:nvPr/>
        </p:nvSpPr>
        <p:spPr>
          <a:xfrm>
            <a:off x="2162000" y="628395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12" name="Téglalap 311">
            <a:extLst>
              <a:ext uri="{FF2B5EF4-FFF2-40B4-BE49-F238E27FC236}">
                <a16:creationId xmlns:a16="http://schemas.microsoft.com/office/drawing/2014/main" id="{D216ECA1-459E-5F78-E19C-A6182ED82FDA}"/>
              </a:ext>
            </a:extLst>
          </p:cNvPr>
          <p:cNvSpPr/>
          <p:nvPr/>
        </p:nvSpPr>
        <p:spPr>
          <a:xfrm>
            <a:off x="2883000" y="628395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13" name="Téglalap 312">
            <a:extLst>
              <a:ext uri="{FF2B5EF4-FFF2-40B4-BE49-F238E27FC236}">
                <a16:creationId xmlns:a16="http://schemas.microsoft.com/office/drawing/2014/main" id="{716EA577-A2E6-A1E3-E4EB-CD25AE0EB883}"/>
              </a:ext>
            </a:extLst>
          </p:cNvPr>
          <p:cNvSpPr/>
          <p:nvPr/>
        </p:nvSpPr>
        <p:spPr>
          <a:xfrm>
            <a:off x="3602000" y="628395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14" name="Téglalap 313">
            <a:extLst>
              <a:ext uri="{FF2B5EF4-FFF2-40B4-BE49-F238E27FC236}">
                <a16:creationId xmlns:a16="http://schemas.microsoft.com/office/drawing/2014/main" id="{62E661F7-87A6-784D-BFBA-67D721D95D15}"/>
              </a:ext>
            </a:extLst>
          </p:cNvPr>
          <p:cNvSpPr/>
          <p:nvPr/>
        </p:nvSpPr>
        <p:spPr>
          <a:xfrm>
            <a:off x="4322000" y="628395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15" name="Téglalap 314">
            <a:extLst>
              <a:ext uri="{FF2B5EF4-FFF2-40B4-BE49-F238E27FC236}">
                <a16:creationId xmlns:a16="http://schemas.microsoft.com/office/drawing/2014/main" id="{6CCADE01-E1B8-5A81-538D-649C86E10C4C}"/>
              </a:ext>
            </a:extLst>
          </p:cNvPr>
          <p:cNvSpPr/>
          <p:nvPr/>
        </p:nvSpPr>
        <p:spPr>
          <a:xfrm>
            <a:off x="5042000" y="628395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16" name="Téglalap 315">
            <a:extLst>
              <a:ext uri="{FF2B5EF4-FFF2-40B4-BE49-F238E27FC236}">
                <a16:creationId xmlns:a16="http://schemas.microsoft.com/office/drawing/2014/main" id="{C33FF8A8-7F9E-F34E-98E5-55E84A2415DA}"/>
              </a:ext>
            </a:extLst>
          </p:cNvPr>
          <p:cNvSpPr/>
          <p:nvPr/>
        </p:nvSpPr>
        <p:spPr>
          <a:xfrm>
            <a:off x="5762000" y="628395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17" name="Téglalap 316">
            <a:extLst>
              <a:ext uri="{FF2B5EF4-FFF2-40B4-BE49-F238E27FC236}">
                <a16:creationId xmlns:a16="http://schemas.microsoft.com/office/drawing/2014/main" id="{7AC25A46-48B2-AF75-2BB9-FDE2587586C2}"/>
              </a:ext>
            </a:extLst>
          </p:cNvPr>
          <p:cNvSpPr/>
          <p:nvPr/>
        </p:nvSpPr>
        <p:spPr>
          <a:xfrm>
            <a:off x="6482000" y="628395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18" name="Téglalap 317">
            <a:extLst>
              <a:ext uri="{FF2B5EF4-FFF2-40B4-BE49-F238E27FC236}">
                <a16:creationId xmlns:a16="http://schemas.microsoft.com/office/drawing/2014/main" id="{25F197C5-F2AD-ABDD-3D37-8B1B1C0C41CC}"/>
              </a:ext>
            </a:extLst>
          </p:cNvPr>
          <p:cNvSpPr/>
          <p:nvPr/>
        </p:nvSpPr>
        <p:spPr>
          <a:xfrm>
            <a:off x="7203000" y="628395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19" name="Téglalap 318">
            <a:extLst>
              <a:ext uri="{FF2B5EF4-FFF2-40B4-BE49-F238E27FC236}">
                <a16:creationId xmlns:a16="http://schemas.microsoft.com/office/drawing/2014/main" id="{6E206DC6-3C13-4B11-4170-D5343D727D84}"/>
              </a:ext>
            </a:extLst>
          </p:cNvPr>
          <p:cNvSpPr/>
          <p:nvPr/>
        </p:nvSpPr>
        <p:spPr>
          <a:xfrm>
            <a:off x="7924000" y="628395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20" name="Téglalap 319">
            <a:extLst>
              <a:ext uri="{FF2B5EF4-FFF2-40B4-BE49-F238E27FC236}">
                <a16:creationId xmlns:a16="http://schemas.microsoft.com/office/drawing/2014/main" id="{72F8EE82-47E6-4605-53EC-F78B5BADDAE4}"/>
              </a:ext>
            </a:extLst>
          </p:cNvPr>
          <p:cNvSpPr/>
          <p:nvPr/>
        </p:nvSpPr>
        <p:spPr>
          <a:xfrm>
            <a:off x="8645000" y="628395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21" name="Téglalap 320">
            <a:extLst>
              <a:ext uri="{FF2B5EF4-FFF2-40B4-BE49-F238E27FC236}">
                <a16:creationId xmlns:a16="http://schemas.microsoft.com/office/drawing/2014/main" id="{0E608F29-EAF8-BE65-E135-985B2E953654}"/>
              </a:ext>
            </a:extLst>
          </p:cNvPr>
          <p:cNvSpPr/>
          <p:nvPr/>
        </p:nvSpPr>
        <p:spPr>
          <a:xfrm>
            <a:off x="9364000" y="628395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22" name="Téglalap 321">
            <a:extLst>
              <a:ext uri="{FF2B5EF4-FFF2-40B4-BE49-F238E27FC236}">
                <a16:creationId xmlns:a16="http://schemas.microsoft.com/office/drawing/2014/main" id="{E840F5AB-8DEE-0F10-4C59-E229D544E88F}"/>
              </a:ext>
            </a:extLst>
          </p:cNvPr>
          <p:cNvSpPr/>
          <p:nvPr/>
        </p:nvSpPr>
        <p:spPr>
          <a:xfrm>
            <a:off x="10084000" y="628395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23" name="Téglalap 322">
            <a:extLst>
              <a:ext uri="{FF2B5EF4-FFF2-40B4-BE49-F238E27FC236}">
                <a16:creationId xmlns:a16="http://schemas.microsoft.com/office/drawing/2014/main" id="{EE19E625-EBA5-BF30-752D-B680C96AC99B}"/>
              </a:ext>
            </a:extLst>
          </p:cNvPr>
          <p:cNvSpPr/>
          <p:nvPr/>
        </p:nvSpPr>
        <p:spPr>
          <a:xfrm>
            <a:off x="10804000" y="628395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24" name="Téglalap 323">
            <a:extLst>
              <a:ext uri="{FF2B5EF4-FFF2-40B4-BE49-F238E27FC236}">
                <a16:creationId xmlns:a16="http://schemas.microsoft.com/office/drawing/2014/main" id="{17C952BF-8F53-3ADB-1DD9-1E5E1EBC03DD}"/>
              </a:ext>
            </a:extLst>
          </p:cNvPr>
          <p:cNvSpPr/>
          <p:nvPr/>
        </p:nvSpPr>
        <p:spPr>
          <a:xfrm>
            <a:off x="11524000" y="628395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19" name="Téglalap 118">
            <a:extLst>
              <a:ext uri="{FF2B5EF4-FFF2-40B4-BE49-F238E27FC236}">
                <a16:creationId xmlns:a16="http://schemas.microsoft.com/office/drawing/2014/main" id="{97CE514E-5303-4D7E-3C52-82BA83759806}"/>
              </a:ext>
            </a:extLst>
          </p:cNvPr>
          <p:cNvSpPr/>
          <p:nvPr/>
        </p:nvSpPr>
        <p:spPr>
          <a:xfrm>
            <a:off x="1441000" y="-367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20" name="Téglalap 119">
            <a:extLst>
              <a:ext uri="{FF2B5EF4-FFF2-40B4-BE49-F238E27FC236}">
                <a16:creationId xmlns:a16="http://schemas.microsoft.com/office/drawing/2014/main" id="{E985600E-AC07-78D0-ABD2-3B51008CFAA4}"/>
              </a:ext>
            </a:extLst>
          </p:cNvPr>
          <p:cNvSpPr/>
          <p:nvPr/>
        </p:nvSpPr>
        <p:spPr>
          <a:xfrm>
            <a:off x="2162000" y="-367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21" name="Téglalap 120">
            <a:extLst>
              <a:ext uri="{FF2B5EF4-FFF2-40B4-BE49-F238E27FC236}">
                <a16:creationId xmlns:a16="http://schemas.microsoft.com/office/drawing/2014/main" id="{22EB3125-E04A-AFFA-A30B-BFF1E260B4F5}"/>
              </a:ext>
            </a:extLst>
          </p:cNvPr>
          <p:cNvSpPr/>
          <p:nvPr/>
        </p:nvSpPr>
        <p:spPr>
          <a:xfrm>
            <a:off x="2883000" y="-367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22" name="Téglalap 121">
            <a:extLst>
              <a:ext uri="{FF2B5EF4-FFF2-40B4-BE49-F238E27FC236}">
                <a16:creationId xmlns:a16="http://schemas.microsoft.com/office/drawing/2014/main" id="{52E7CF9E-F9C4-D8D1-FAE1-7E5035EC73E3}"/>
              </a:ext>
            </a:extLst>
          </p:cNvPr>
          <p:cNvSpPr/>
          <p:nvPr/>
        </p:nvSpPr>
        <p:spPr>
          <a:xfrm>
            <a:off x="3602000" y="-367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23" name="Téglalap 122">
            <a:extLst>
              <a:ext uri="{FF2B5EF4-FFF2-40B4-BE49-F238E27FC236}">
                <a16:creationId xmlns:a16="http://schemas.microsoft.com/office/drawing/2014/main" id="{1F7D8F43-AD81-6B0A-0F83-8A870F7A1A48}"/>
              </a:ext>
            </a:extLst>
          </p:cNvPr>
          <p:cNvSpPr/>
          <p:nvPr/>
        </p:nvSpPr>
        <p:spPr>
          <a:xfrm>
            <a:off x="4322000" y="-367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24" name="Téglalap 123">
            <a:extLst>
              <a:ext uri="{FF2B5EF4-FFF2-40B4-BE49-F238E27FC236}">
                <a16:creationId xmlns:a16="http://schemas.microsoft.com/office/drawing/2014/main" id="{8AFC3E3B-9008-978D-5740-CB3E9CC4D004}"/>
              </a:ext>
            </a:extLst>
          </p:cNvPr>
          <p:cNvSpPr/>
          <p:nvPr/>
        </p:nvSpPr>
        <p:spPr>
          <a:xfrm>
            <a:off x="5042000" y="-367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25" name="Téglalap 124">
            <a:extLst>
              <a:ext uri="{FF2B5EF4-FFF2-40B4-BE49-F238E27FC236}">
                <a16:creationId xmlns:a16="http://schemas.microsoft.com/office/drawing/2014/main" id="{88FD4436-0E4B-A74A-C2EE-EF6B333EEAAA}"/>
              </a:ext>
            </a:extLst>
          </p:cNvPr>
          <p:cNvSpPr/>
          <p:nvPr/>
        </p:nvSpPr>
        <p:spPr>
          <a:xfrm>
            <a:off x="5762000" y="-367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26" name="Téglalap 125">
            <a:extLst>
              <a:ext uri="{FF2B5EF4-FFF2-40B4-BE49-F238E27FC236}">
                <a16:creationId xmlns:a16="http://schemas.microsoft.com/office/drawing/2014/main" id="{9236D330-763A-EF20-FDF6-9292B2484C6D}"/>
              </a:ext>
            </a:extLst>
          </p:cNvPr>
          <p:cNvSpPr/>
          <p:nvPr/>
        </p:nvSpPr>
        <p:spPr>
          <a:xfrm>
            <a:off x="6482000" y="-367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27" name="Téglalap 126">
            <a:extLst>
              <a:ext uri="{FF2B5EF4-FFF2-40B4-BE49-F238E27FC236}">
                <a16:creationId xmlns:a16="http://schemas.microsoft.com/office/drawing/2014/main" id="{A02AD665-B18C-3B0A-4488-1568FC3B4C7E}"/>
              </a:ext>
            </a:extLst>
          </p:cNvPr>
          <p:cNvSpPr/>
          <p:nvPr/>
        </p:nvSpPr>
        <p:spPr>
          <a:xfrm>
            <a:off x="7203000" y="-367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28" name="Téglalap 127">
            <a:extLst>
              <a:ext uri="{FF2B5EF4-FFF2-40B4-BE49-F238E27FC236}">
                <a16:creationId xmlns:a16="http://schemas.microsoft.com/office/drawing/2014/main" id="{3FBEE442-3CFE-6F22-DE36-DB2740B8744D}"/>
              </a:ext>
            </a:extLst>
          </p:cNvPr>
          <p:cNvSpPr/>
          <p:nvPr/>
        </p:nvSpPr>
        <p:spPr>
          <a:xfrm>
            <a:off x="7924000" y="-367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29" name="Téglalap 128">
            <a:extLst>
              <a:ext uri="{FF2B5EF4-FFF2-40B4-BE49-F238E27FC236}">
                <a16:creationId xmlns:a16="http://schemas.microsoft.com/office/drawing/2014/main" id="{E9C17282-1B72-2DC2-CF2E-23117CEAB99C}"/>
              </a:ext>
            </a:extLst>
          </p:cNvPr>
          <p:cNvSpPr/>
          <p:nvPr/>
        </p:nvSpPr>
        <p:spPr>
          <a:xfrm>
            <a:off x="8645000" y="-367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30" name="Téglalap 129">
            <a:extLst>
              <a:ext uri="{FF2B5EF4-FFF2-40B4-BE49-F238E27FC236}">
                <a16:creationId xmlns:a16="http://schemas.microsoft.com/office/drawing/2014/main" id="{3FFC74A7-7524-4D1F-672F-C156F7336F14}"/>
              </a:ext>
            </a:extLst>
          </p:cNvPr>
          <p:cNvSpPr/>
          <p:nvPr/>
        </p:nvSpPr>
        <p:spPr>
          <a:xfrm>
            <a:off x="9364000" y="-367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31" name="Téglalap 130">
            <a:extLst>
              <a:ext uri="{FF2B5EF4-FFF2-40B4-BE49-F238E27FC236}">
                <a16:creationId xmlns:a16="http://schemas.microsoft.com/office/drawing/2014/main" id="{1E930BF0-53E4-EC7B-57EE-4B6753D4E6B4}"/>
              </a:ext>
            </a:extLst>
          </p:cNvPr>
          <p:cNvSpPr/>
          <p:nvPr/>
        </p:nvSpPr>
        <p:spPr>
          <a:xfrm>
            <a:off x="10084000" y="-367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38" name="Téglalap 137">
            <a:extLst>
              <a:ext uri="{FF2B5EF4-FFF2-40B4-BE49-F238E27FC236}">
                <a16:creationId xmlns:a16="http://schemas.microsoft.com/office/drawing/2014/main" id="{576DE1A1-6FA7-F708-D882-0F7A4CE75E94}"/>
              </a:ext>
            </a:extLst>
          </p:cNvPr>
          <p:cNvSpPr/>
          <p:nvPr/>
        </p:nvSpPr>
        <p:spPr>
          <a:xfrm>
            <a:off x="1441000" y="716326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39" name="Téglalap 138">
            <a:extLst>
              <a:ext uri="{FF2B5EF4-FFF2-40B4-BE49-F238E27FC236}">
                <a16:creationId xmlns:a16="http://schemas.microsoft.com/office/drawing/2014/main" id="{61B37A62-209C-AD26-B4BF-12A822F6D40F}"/>
              </a:ext>
            </a:extLst>
          </p:cNvPr>
          <p:cNvSpPr/>
          <p:nvPr/>
        </p:nvSpPr>
        <p:spPr>
          <a:xfrm>
            <a:off x="2162000" y="716326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40" name="Téglalap 139">
            <a:extLst>
              <a:ext uri="{FF2B5EF4-FFF2-40B4-BE49-F238E27FC236}">
                <a16:creationId xmlns:a16="http://schemas.microsoft.com/office/drawing/2014/main" id="{F86860E5-BFE7-5A02-D92D-94B386150F6C}"/>
              </a:ext>
            </a:extLst>
          </p:cNvPr>
          <p:cNvSpPr/>
          <p:nvPr/>
        </p:nvSpPr>
        <p:spPr>
          <a:xfrm>
            <a:off x="2883000" y="716326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41" name="Téglalap 140">
            <a:extLst>
              <a:ext uri="{FF2B5EF4-FFF2-40B4-BE49-F238E27FC236}">
                <a16:creationId xmlns:a16="http://schemas.microsoft.com/office/drawing/2014/main" id="{0B302455-D423-E337-398F-85234AA0D932}"/>
              </a:ext>
            </a:extLst>
          </p:cNvPr>
          <p:cNvSpPr/>
          <p:nvPr/>
        </p:nvSpPr>
        <p:spPr>
          <a:xfrm>
            <a:off x="3602000" y="716326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42" name="Téglalap 141">
            <a:extLst>
              <a:ext uri="{FF2B5EF4-FFF2-40B4-BE49-F238E27FC236}">
                <a16:creationId xmlns:a16="http://schemas.microsoft.com/office/drawing/2014/main" id="{D8F52DA4-5B66-EBF1-1A1B-4B5977758526}"/>
              </a:ext>
            </a:extLst>
          </p:cNvPr>
          <p:cNvSpPr/>
          <p:nvPr/>
        </p:nvSpPr>
        <p:spPr>
          <a:xfrm>
            <a:off x="4322000" y="716326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43" name="Téglalap 142">
            <a:extLst>
              <a:ext uri="{FF2B5EF4-FFF2-40B4-BE49-F238E27FC236}">
                <a16:creationId xmlns:a16="http://schemas.microsoft.com/office/drawing/2014/main" id="{DB14A329-56B0-7636-AE3E-CD44A35272AB}"/>
              </a:ext>
            </a:extLst>
          </p:cNvPr>
          <p:cNvSpPr/>
          <p:nvPr/>
        </p:nvSpPr>
        <p:spPr>
          <a:xfrm>
            <a:off x="5042000" y="716326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44" name="Téglalap 143">
            <a:extLst>
              <a:ext uri="{FF2B5EF4-FFF2-40B4-BE49-F238E27FC236}">
                <a16:creationId xmlns:a16="http://schemas.microsoft.com/office/drawing/2014/main" id="{A80F2959-7CFA-80FD-56A1-3551F74C80CC}"/>
              </a:ext>
            </a:extLst>
          </p:cNvPr>
          <p:cNvSpPr/>
          <p:nvPr/>
        </p:nvSpPr>
        <p:spPr>
          <a:xfrm>
            <a:off x="5762000" y="716326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45" name="Téglalap 144">
            <a:extLst>
              <a:ext uri="{FF2B5EF4-FFF2-40B4-BE49-F238E27FC236}">
                <a16:creationId xmlns:a16="http://schemas.microsoft.com/office/drawing/2014/main" id="{BA48C103-1230-FDB6-958F-F5E978701FB2}"/>
              </a:ext>
            </a:extLst>
          </p:cNvPr>
          <p:cNvSpPr/>
          <p:nvPr/>
        </p:nvSpPr>
        <p:spPr>
          <a:xfrm>
            <a:off x="6482000" y="716326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46" name="Téglalap 145">
            <a:extLst>
              <a:ext uri="{FF2B5EF4-FFF2-40B4-BE49-F238E27FC236}">
                <a16:creationId xmlns:a16="http://schemas.microsoft.com/office/drawing/2014/main" id="{EE672BB6-5493-061E-EEA9-BC39500397EE}"/>
              </a:ext>
            </a:extLst>
          </p:cNvPr>
          <p:cNvSpPr/>
          <p:nvPr/>
        </p:nvSpPr>
        <p:spPr>
          <a:xfrm>
            <a:off x="7203000" y="716326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47" name="Téglalap 146">
            <a:extLst>
              <a:ext uri="{FF2B5EF4-FFF2-40B4-BE49-F238E27FC236}">
                <a16:creationId xmlns:a16="http://schemas.microsoft.com/office/drawing/2014/main" id="{AB9C7C3C-AE0E-6E1C-807B-6281F0D66255}"/>
              </a:ext>
            </a:extLst>
          </p:cNvPr>
          <p:cNvSpPr/>
          <p:nvPr/>
        </p:nvSpPr>
        <p:spPr>
          <a:xfrm>
            <a:off x="7924000" y="716326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48" name="Téglalap 147">
            <a:extLst>
              <a:ext uri="{FF2B5EF4-FFF2-40B4-BE49-F238E27FC236}">
                <a16:creationId xmlns:a16="http://schemas.microsoft.com/office/drawing/2014/main" id="{64C933CE-36D0-537F-3552-47848093B5A8}"/>
              </a:ext>
            </a:extLst>
          </p:cNvPr>
          <p:cNvSpPr/>
          <p:nvPr/>
        </p:nvSpPr>
        <p:spPr>
          <a:xfrm>
            <a:off x="8645000" y="716326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49" name="Téglalap 148">
            <a:extLst>
              <a:ext uri="{FF2B5EF4-FFF2-40B4-BE49-F238E27FC236}">
                <a16:creationId xmlns:a16="http://schemas.microsoft.com/office/drawing/2014/main" id="{0C965F5C-C4DA-985A-CDD6-2E953964727D}"/>
              </a:ext>
            </a:extLst>
          </p:cNvPr>
          <p:cNvSpPr/>
          <p:nvPr/>
        </p:nvSpPr>
        <p:spPr>
          <a:xfrm>
            <a:off x="9364000" y="716326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50" name="Téglalap 149">
            <a:extLst>
              <a:ext uri="{FF2B5EF4-FFF2-40B4-BE49-F238E27FC236}">
                <a16:creationId xmlns:a16="http://schemas.microsoft.com/office/drawing/2014/main" id="{FB4EA8B8-1A6D-D31F-B566-F79E3E7B8004}"/>
              </a:ext>
            </a:extLst>
          </p:cNvPr>
          <p:cNvSpPr/>
          <p:nvPr/>
        </p:nvSpPr>
        <p:spPr>
          <a:xfrm>
            <a:off x="10084000" y="716326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7" name="Cím 1">
            <a:extLst>
              <a:ext uri="{FF2B5EF4-FFF2-40B4-BE49-F238E27FC236}">
                <a16:creationId xmlns:a16="http://schemas.microsoft.com/office/drawing/2014/main" id="{2F1EEE3E-98F1-C517-5A1C-D6119513411A}"/>
              </a:ext>
            </a:extLst>
          </p:cNvPr>
          <p:cNvSpPr txBox="1">
            <a:spLocks/>
          </p:cNvSpPr>
          <p:nvPr/>
        </p:nvSpPr>
        <p:spPr>
          <a:xfrm>
            <a:off x="1855283" y="-2484598"/>
            <a:ext cx="9144000" cy="23876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sz="11500" cap="small" dirty="0">
                <a:latin typeface="Haettenschweiler" panose="020B0706040902060204" pitchFamily="34" charset="0"/>
              </a:rPr>
              <a:t>Aknakereső</a:t>
            </a:r>
          </a:p>
        </p:txBody>
      </p:sp>
      <p:sp>
        <p:nvSpPr>
          <p:cNvPr id="8" name="Alcím 2">
            <a:extLst>
              <a:ext uri="{FF2B5EF4-FFF2-40B4-BE49-F238E27FC236}">
                <a16:creationId xmlns:a16="http://schemas.microsoft.com/office/drawing/2014/main" id="{08251911-89ED-866D-B7A2-E16D6AD10D81}"/>
              </a:ext>
            </a:extLst>
          </p:cNvPr>
          <p:cNvSpPr txBox="1">
            <a:spLocks/>
          </p:cNvSpPr>
          <p:nvPr/>
        </p:nvSpPr>
        <p:spPr>
          <a:xfrm>
            <a:off x="1965717" y="-434362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dirty="0"/>
              <a:t>Készítette: Dudás Bence Sándor</a:t>
            </a:r>
          </a:p>
        </p:txBody>
      </p:sp>
    </p:spTree>
    <p:extLst>
      <p:ext uri="{BB962C8B-B14F-4D97-AF65-F5344CB8AC3E}">
        <p14:creationId xmlns:p14="http://schemas.microsoft.com/office/powerpoint/2010/main" val="14269762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102F7F4-2755-40D3-99BC-78593B0C8652}"/>
              </a:ext>
            </a:extLst>
          </p:cNvPr>
          <p:cNvSpPr txBox="1">
            <a:spLocks noRot="1" noMove="1" noResize="1" noEditPoints="1" noAdjustHandles="1" noChangeArrowheads="1" noChangeShapeType="1"/>
          </p:cNvSpPr>
          <p:nvPr/>
        </p:nvSpPr>
        <p:spPr>
          <a:xfrm>
            <a:off x="1524000" y="1396001"/>
            <a:ext cx="9144000" cy="23876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sz="11500" cap="small">
                <a:latin typeface="Haettenschweiler" panose="020B0706040902060204" pitchFamily="34" charset="0"/>
              </a:rPr>
              <a:t>Aknakereső</a:t>
            </a:r>
            <a:endParaRPr lang="hu-HU" sz="11500" cap="small" dirty="0">
              <a:latin typeface="Haettenschweiler" panose="020B0706040902060204" pitchFamily="34" charset="0"/>
            </a:endParaRP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2D5ECC75-4BE5-44A0-BC00-462F78C58FBF}"/>
              </a:ext>
            </a:extLst>
          </p:cNvPr>
          <p:cNvSpPr txBox="1">
            <a:spLocks noRot="1" noMove="1" noResize="1" noEditPoints="1" noAdjustHandles="1" noChangeArrowheads="1" noChangeShapeType="1"/>
          </p:cNvSpPr>
          <p:nvPr/>
        </p:nvSpPr>
        <p:spPr>
          <a:xfrm>
            <a:off x="1524000" y="3875676"/>
            <a:ext cx="9144000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/>
              <a:t>Készítette: Dudás Bence Sándor</a:t>
            </a:r>
            <a:endParaRPr lang="hu-HU" dirty="0"/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D60B3678-54FF-4BDF-90AE-6DC2BB54090F}"/>
              </a:ext>
            </a:extLst>
          </p:cNvPr>
          <p:cNvSpPr txBox="1"/>
          <p:nvPr/>
        </p:nvSpPr>
        <p:spPr>
          <a:xfrm>
            <a:off x="12244000" y="716326"/>
            <a:ext cx="609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600" b="1" dirty="0"/>
              <a:t>Játék lényege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661ACE53-9C4A-440B-8A7D-3319D1B0D3EC}"/>
              </a:ext>
            </a:extLst>
          </p:cNvPr>
          <p:cNvSpPr txBox="1"/>
          <p:nvPr/>
        </p:nvSpPr>
        <p:spPr>
          <a:xfrm>
            <a:off x="12408060" y="1828800"/>
            <a:ext cx="1001210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400" b="1" dirty="0"/>
              <a:t>A játék egy négyzetes rácsból áll, ahol minden mező egy cella.</a:t>
            </a:r>
          </a:p>
          <a:p>
            <a:endParaRPr lang="hu-HU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400" b="1" dirty="0"/>
              <a:t>Az első kattintás után véletlenszerűen aknák generálódnak, kivéve a kezdő mező környékét.</a:t>
            </a:r>
          </a:p>
          <a:p>
            <a:endParaRPr lang="hu-HU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400" b="1" dirty="0"/>
              <a:t>A nem aknás mezők számot kapnak, ami megmutatja hány akna van a szomszédban.</a:t>
            </a:r>
          </a:p>
          <a:p>
            <a:endParaRPr lang="hu-HU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400" b="1" dirty="0"/>
              <a:t>Bal kattintással mezőt felfedsz, üres mezőnél a környező üres részek is kinyílnak.</a:t>
            </a:r>
          </a:p>
          <a:p>
            <a:endParaRPr lang="hu-HU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400" b="1" dirty="0"/>
              <a:t>Jobb kattintással zászlót tehetsz, és aknára lépve a játék véget ér. </a:t>
            </a:r>
          </a:p>
        </p:txBody>
      </p:sp>
    </p:spTree>
    <p:extLst>
      <p:ext uri="{BB962C8B-B14F-4D97-AF65-F5344CB8AC3E}">
        <p14:creationId xmlns:p14="http://schemas.microsoft.com/office/powerpoint/2010/main" val="18341063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églalap 60">
            <a:extLst>
              <a:ext uri="{FF2B5EF4-FFF2-40B4-BE49-F238E27FC236}">
                <a16:creationId xmlns:a16="http://schemas.microsoft.com/office/drawing/2014/main" id="{A73541A8-32AA-5CD0-4DBF-8BA8E1AE0E14}"/>
              </a:ext>
            </a:extLst>
          </p:cNvPr>
          <p:cNvSpPr/>
          <p:nvPr/>
        </p:nvSpPr>
        <p:spPr>
          <a:xfrm>
            <a:off x="0" y="351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62" name="Téglalap 61">
            <a:extLst>
              <a:ext uri="{FF2B5EF4-FFF2-40B4-BE49-F238E27FC236}">
                <a16:creationId xmlns:a16="http://schemas.microsoft.com/office/drawing/2014/main" id="{F03CD052-0F07-8EE6-45BD-C06E56795EEE}"/>
              </a:ext>
            </a:extLst>
          </p:cNvPr>
          <p:cNvSpPr/>
          <p:nvPr/>
        </p:nvSpPr>
        <p:spPr>
          <a:xfrm>
            <a:off x="720000" y="351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63" name="Címkocka">
            <a:extLst>
              <a:ext uri="{FF2B5EF4-FFF2-40B4-BE49-F238E27FC236}">
                <a16:creationId xmlns:a16="http://schemas.microsoft.com/office/drawing/2014/main" id="{CD27A712-0040-2AC6-D742-1B11F78E2813}"/>
              </a:ext>
            </a:extLst>
          </p:cNvPr>
          <p:cNvSpPr/>
          <p:nvPr/>
        </p:nvSpPr>
        <p:spPr>
          <a:xfrm>
            <a:off x="1441000" y="351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" name="Téglalap 1">
            <a:extLst>
              <a:ext uri="{FF2B5EF4-FFF2-40B4-BE49-F238E27FC236}">
                <a16:creationId xmlns:a16="http://schemas.microsoft.com/office/drawing/2014/main" id="{0C44A5F8-19CA-A1C7-138C-19F2DF882B4F}"/>
              </a:ext>
            </a:extLst>
          </p:cNvPr>
          <p:cNvSpPr/>
          <p:nvPr/>
        </p:nvSpPr>
        <p:spPr>
          <a:xfrm>
            <a:off x="0" y="-367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" name="Téglalap 2">
            <a:extLst>
              <a:ext uri="{FF2B5EF4-FFF2-40B4-BE49-F238E27FC236}">
                <a16:creationId xmlns:a16="http://schemas.microsoft.com/office/drawing/2014/main" id="{2FBF44BF-2405-F763-A894-0B394B9B0C2E}"/>
              </a:ext>
            </a:extLst>
          </p:cNvPr>
          <p:cNvSpPr/>
          <p:nvPr/>
        </p:nvSpPr>
        <p:spPr>
          <a:xfrm>
            <a:off x="720000" y="-3674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4" name="Téglalap 3">
            <a:extLst>
              <a:ext uri="{FF2B5EF4-FFF2-40B4-BE49-F238E27FC236}">
                <a16:creationId xmlns:a16="http://schemas.microsoft.com/office/drawing/2014/main" id="{E0C5C4A2-38DF-055F-FD75-BCADBD1AF53F}"/>
              </a:ext>
            </a:extLst>
          </p:cNvPr>
          <p:cNvSpPr/>
          <p:nvPr/>
        </p:nvSpPr>
        <p:spPr>
          <a:xfrm>
            <a:off x="10804000" y="-367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CFA9D3F1-EAF6-48F3-1C85-133AAB8BD933}"/>
              </a:ext>
            </a:extLst>
          </p:cNvPr>
          <p:cNvSpPr/>
          <p:nvPr/>
        </p:nvSpPr>
        <p:spPr>
          <a:xfrm>
            <a:off x="11524000" y="-367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2BF08B53-0087-9436-F853-F0BAA591D9F1}"/>
              </a:ext>
            </a:extLst>
          </p:cNvPr>
          <p:cNvSpPr/>
          <p:nvPr/>
        </p:nvSpPr>
        <p:spPr>
          <a:xfrm>
            <a:off x="0" y="71632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EF2B0C45-5FC3-1B5B-D22D-0821DD4AE0D6}"/>
              </a:ext>
            </a:extLst>
          </p:cNvPr>
          <p:cNvSpPr/>
          <p:nvPr/>
        </p:nvSpPr>
        <p:spPr>
          <a:xfrm>
            <a:off x="720000" y="71632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3F514CB6-677F-FC00-19D4-B65E1CFDB4B7}"/>
              </a:ext>
            </a:extLst>
          </p:cNvPr>
          <p:cNvSpPr/>
          <p:nvPr/>
        </p:nvSpPr>
        <p:spPr>
          <a:xfrm>
            <a:off x="10804000" y="71632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FD0EC3A4-0C75-CFA2-5FA7-D6B4F686BC42}"/>
              </a:ext>
            </a:extLst>
          </p:cNvPr>
          <p:cNvSpPr/>
          <p:nvPr/>
        </p:nvSpPr>
        <p:spPr>
          <a:xfrm>
            <a:off x="11524000" y="71632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0" name="Téglalap 9">
            <a:extLst>
              <a:ext uri="{FF2B5EF4-FFF2-40B4-BE49-F238E27FC236}">
                <a16:creationId xmlns:a16="http://schemas.microsoft.com/office/drawing/2014/main" id="{CF77DB78-EAD5-D0D8-A55A-8F345C7BDA02}"/>
              </a:ext>
            </a:extLst>
          </p:cNvPr>
          <p:cNvSpPr/>
          <p:nvPr/>
        </p:nvSpPr>
        <p:spPr>
          <a:xfrm>
            <a:off x="0" y="139600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1" name="Téglalap 10">
            <a:extLst>
              <a:ext uri="{FF2B5EF4-FFF2-40B4-BE49-F238E27FC236}">
                <a16:creationId xmlns:a16="http://schemas.microsoft.com/office/drawing/2014/main" id="{4A38380C-7287-EBBC-EA87-E2D22302546E}"/>
              </a:ext>
            </a:extLst>
          </p:cNvPr>
          <p:cNvSpPr/>
          <p:nvPr/>
        </p:nvSpPr>
        <p:spPr>
          <a:xfrm>
            <a:off x="720000" y="139600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2" name="Címkocka">
            <a:extLst>
              <a:ext uri="{FF2B5EF4-FFF2-40B4-BE49-F238E27FC236}">
                <a16:creationId xmlns:a16="http://schemas.microsoft.com/office/drawing/2014/main" id="{9E4F443C-2DAA-F447-87A0-AFF9EA3E4D8A}"/>
              </a:ext>
            </a:extLst>
          </p:cNvPr>
          <p:cNvSpPr/>
          <p:nvPr/>
        </p:nvSpPr>
        <p:spPr>
          <a:xfrm>
            <a:off x="1441000" y="139600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3" name="Címkocka">
            <a:extLst>
              <a:ext uri="{FF2B5EF4-FFF2-40B4-BE49-F238E27FC236}">
                <a16:creationId xmlns:a16="http://schemas.microsoft.com/office/drawing/2014/main" id="{FBBBCEC5-B24B-38D9-2216-C3D7F0470D5D}"/>
              </a:ext>
            </a:extLst>
          </p:cNvPr>
          <p:cNvSpPr/>
          <p:nvPr/>
        </p:nvSpPr>
        <p:spPr>
          <a:xfrm>
            <a:off x="2162000" y="139600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4" name="Címkocka">
            <a:extLst>
              <a:ext uri="{FF2B5EF4-FFF2-40B4-BE49-F238E27FC236}">
                <a16:creationId xmlns:a16="http://schemas.microsoft.com/office/drawing/2014/main" id="{4B9B3D68-5176-684F-D54E-9B0A637F69B0}"/>
              </a:ext>
            </a:extLst>
          </p:cNvPr>
          <p:cNvSpPr/>
          <p:nvPr/>
        </p:nvSpPr>
        <p:spPr>
          <a:xfrm>
            <a:off x="2883000" y="139600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5" name="Címkocka">
            <a:extLst>
              <a:ext uri="{FF2B5EF4-FFF2-40B4-BE49-F238E27FC236}">
                <a16:creationId xmlns:a16="http://schemas.microsoft.com/office/drawing/2014/main" id="{17473A26-7FAE-3D4D-7DDC-955DA8226429}"/>
              </a:ext>
            </a:extLst>
          </p:cNvPr>
          <p:cNvSpPr/>
          <p:nvPr/>
        </p:nvSpPr>
        <p:spPr>
          <a:xfrm>
            <a:off x="3602000" y="139600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6" name="Címkocka">
            <a:extLst>
              <a:ext uri="{FF2B5EF4-FFF2-40B4-BE49-F238E27FC236}">
                <a16:creationId xmlns:a16="http://schemas.microsoft.com/office/drawing/2014/main" id="{3643EC03-6EB5-1C85-3950-7D590CB076CE}"/>
              </a:ext>
            </a:extLst>
          </p:cNvPr>
          <p:cNvSpPr/>
          <p:nvPr/>
        </p:nvSpPr>
        <p:spPr>
          <a:xfrm>
            <a:off x="4322000" y="139600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7" name="Címkocka">
            <a:extLst>
              <a:ext uri="{FF2B5EF4-FFF2-40B4-BE49-F238E27FC236}">
                <a16:creationId xmlns:a16="http://schemas.microsoft.com/office/drawing/2014/main" id="{5AAD902D-5097-8C32-EB5D-45DA7570BD58}"/>
              </a:ext>
            </a:extLst>
          </p:cNvPr>
          <p:cNvSpPr/>
          <p:nvPr/>
        </p:nvSpPr>
        <p:spPr>
          <a:xfrm>
            <a:off x="5042000" y="139600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388E3C"/>
                </a:solidFill>
                <a:latin typeface="Consolas" panose="020B0609020204030204" pitchFamily="49" charset="0"/>
              </a:rPr>
              <a:t>2</a:t>
            </a:r>
            <a:endParaRPr lang="hu-HU" sz="3600" b="1" dirty="0"/>
          </a:p>
        </p:txBody>
      </p:sp>
      <p:sp>
        <p:nvSpPr>
          <p:cNvPr id="18" name="Címkocka">
            <a:extLst>
              <a:ext uri="{FF2B5EF4-FFF2-40B4-BE49-F238E27FC236}">
                <a16:creationId xmlns:a16="http://schemas.microsoft.com/office/drawing/2014/main" id="{CD7606E4-BCB2-B002-C392-6FFA0D75A056}"/>
              </a:ext>
            </a:extLst>
          </p:cNvPr>
          <p:cNvSpPr/>
          <p:nvPr/>
        </p:nvSpPr>
        <p:spPr>
          <a:xfrm>
            <a:off x="5762000" y="139600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9" name="Címkocka">
            <a:extLst>
              <a:ext uri="{FF2B5EF4-FFF2-40B4-BE49-F238E27FC236}">
                <a16:creationId xmlns:a16="http://schemas.microsoft.com/office/drawing/2014/main" id="{55016B82-44C8-D758-ACC9-B241338084CE}"/>
              </a:ext>
            </a:extLst>
          </p:cNvPr>
          <p:cNvSpPr/>
          <p:nvPr/>
        </p:nvSpPr>
        <p:spPr>
          <a:xfrm>
            <a:off x="6482000" y="139600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0" name="Címkocka">
            <a:extLst>
              <a:ext uri="{FF2B5EF4-FFF2-40B4-BE49-F238E27FC236}">
                <a16:creationId xmlns:a16="http://schemas.microsoft.com/office/drawing/2014/main" id="{240660A3-A19B-96C0-CA9A-727808A77D36}"/>
              </a:ext>
            </a:extLst>
          </p:cNvPr>
          <p:cNvSpPr/>
          <p:nvPr/>
        </p:nvSpPr>
        <p:spPr>
          <a:xfrm>
            <a:off x="7203000" y="139600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1" name="Címkocka">
            <a:extLst>
              <a:ext uri="{FF2B5EF4-FFF2-40B4-BE49-F238E27FC236}">
                <a16:creationId xmlns:a16="http://schemas.microsoft.com/office/drawing/2014/main" id="{14585CB2-361B-D0FE-FEF9-C1DCD9785B11}"/>
              </a:ext>
            </a:extLst>
          </p:cNvPr>
          <p:cNvSpPr/>
          <p:nvPr/>
        </p:nvSpPr>
        <p:spPr>
          <a:xfrm>
            <a:off x="7924000" y="139600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2" name="Címkocka">
            <a:extLst>
              <a:ext uri="{FF2B5EF4-FFF2-40B4-BE49-F238E27FC236}">
                <a16:creationId xmlns:a16="http://schemas.microsoft.com/office/drawing/2014/main" id="{E6864723-C013-B0E6-A2EA-6EC318A29612}"/>
              </a:ext>
            </a:extLst>
          </p:cNvPr>
          <p:cNvSpPr/>
          <p:nvPr/>
        </p:nvSpPr>
        <p:spPr>
          <a:xfrm>
            <a:off x="8645000" y="139600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388E3C"/>
                </a:solidFill>
                <a:latin typeface="Consolas" panose="020B0609020204030204" pitchFamily="49" charset="0"/>
              </a:rPr>
              <a:t>2</a:t>
            </a:r>
            <a:endParaRPr lang="hu-HU" sz="3600" b="1" dirty="0"/>
          </a:p>
        </p:txBody>
      </p:sp>
      <p:sp>
        <p:nvSpPr>
          <p:cNvPr id="23" name="Címkocka">
            <a:extLst>
              <a:ext uri="{FF2B5EF4-FFF2-40B4-BE49-F238E27FC236}">
                <a16:creationId xmlns:a16="http://schemas.microsoft.com/office/drawing/2014/main" id="{33001D3B-2D55-2479-4857-60F392910295}"/>
              </a:ext>
            </a:extLst>
          </p:cNvPr>
          <p:cNvSpPr/>
          <p:nvPr/>
        </p:nvSpPr>
        <p:spPr>
          <a:xfrm>
            <a:off x="9364000" y="139600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4" name="Címkocka">
            <a:extLst>
              <a:ext uri="{FF2B5EF4-FFF2-40B4-BE49-F238E27FC236}">
                <a16:creationId xmlns:a16="http://schemas.microsoft.com/office/drawing/2014/main" id="{7D56CE33-E1B9-2660-031B-F0516FB59E7E}"/>
              </a:ext>
            </a:extLst>
          </p:cNvPr>
          <p:cNvSpPr/>
          <p:nvPr/>
        </p:nvSpPr>
        <p:spPr>
          <a:xfrm>
            <a:off x="10084000" y="139600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5" name="Téglalap 24">
            <a:extLst>
              <a:ext uri="{FF2B5EF4-FFF2-40B4-BE49-F238E27FC236}">
                <a16:creationId xmlns:a16="http://schemas.microsoft.com/office/drawing/2014/main" id="{879ED717-7A54-DAA4-3C5A-889E1C120BFE}"/>
              </a:ext>
            </a:extLst>
          </p:cNvPr>
          <p:cNvSpPr/>
          <p:nvPr/>
        </p:nvSpPr>
        <p:spPr>
          <a:xfrm>
            <a:off x="10804000" y="139600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6" name="Téglalap 25">
            <a:extLst>
              <a:ext uri="{FF2B5EF4-FFF2-40B4-BE49-F238E27FC236}">
                <a16:creationId xmlns:a16="http://schemas.microsoft.com/office/drawing/2014/main" id="{A198969A-3B84-DE0E-9641-8A8F4959FCF5}"/>
              </a:ext>
            </a:extLst>
          </p:cNvPr>
          <p:cNvSpPr/>
          <p:nvPr/>
        </p:nvSpPr>
        <p:spPr>
          <a:xfrm>
            <a:off x="11524000" y="139600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7" name="Téglalap 26">
            <a:extLst>
              <a:ext uri="{FF2B5EF4-FFF2-40B4-BE49-F238E27FC236}">
                <a16:creationId xmlns:a16="http://schemas.microsoft.com/office/drawing/2014/main" id="{E0CE3F45-3576-9508-F0F2-2BB068C79095}"/>
              </a:ext>
            </a:extLst>
          </p:cNvPr>
          <p:cNvSpPr/>
          <p:nvPr/>
        </p:nvSpPr>
        <p:spPr>
          <a:xfrm>
            <a:off x="0" y="211600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8" name="Téglalap 27">
            <a:extLst>
              <a:ext uri="{FF2B5EF4-FFF2-40B4-BE49-F238E27FC236}">
                <a16:creationId xmlns:a16="http://schemas.microsoft.com/office/drawing/2014/main" id="{AED70754-7DA0-EE27-2E5E-E0B19B2B382D}"/>
              </a:ext>
            </a:extLst>
          </p:cNvPr>
          <p:cNvSpPr/>
          <p:nvPr/>
        </p:nvSpPr>
        <p:spPr>
          <a:xfrm>
            <a:off x="720000" y="211600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9" name="Címkocka">
            <a:extLst>
              <a:ext uri="{FF2B5EF4-FFF2-40B4-BE49-F238E27FC236}">
                <a16:creationId xmlns:a16="http://schemas.microsoft.com/office/drawing/2014/main" id="{C04B2D6D-9745-F6A0-F88C-0A460EEC18BC}"/>
              </a:ext>
            </a:extLst>
          </p:cNvPr>
          <p:cNvSpPr/>
          <p:nvPr/>
        </p:nvSpPr>
        <p:spPr>
          <a:xfrm>
            <a:off x="1441000" y="211600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0" name="Címkocka">
            <a:extLst>
              <a:ext uri="{FF2B5EF4-FFF2-40B4-BE49-F238E27FC236}">
                <a16:creationId xmlns:a16="http://schemas.microsoft.com/office/drawing/2014/main" id="{E4B6B0B3-F85A-21A2-8A11-9EE443739784}"/>
              </a:ext>
            </a:extLst>
          </p:cNvPr>
          <p:cNvSpPr/>
          <p:nvPr/>
        </p:nvSpPr>
        <p:spPr>
          <a:xfrm>
            <a:off x="2162000" y="211600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1" name="Címkocka">
            <a:extLst>
              <a:ext uri="{FF2B5EF4-FFF2-40B4-BE49-F238E27FC236}">
                <a16:creationId xmlns:a16="http://schemas.microsoft.com/office/drawing/2014/main" id="{00F6DD51-F8B1-3ED3-6ADB-C9A3683E5245}"/>
              </a:ext>
            </a:extLst>
          </p:cNvPr>
          <p:cNvSpPr/>
          <p:nvPr/>
        </p:nvSpPr>
        <p:spPr>
          <a:xfrm>
            <a:off x="2883000" y="211600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2" name="Címkocka">
            <a:extLst>
              <a:ext uri="{FF2B5EF4-FFF2-40B4-BE49-F238E27FC236}">
                <a16:creationId xmlns:a16="http://schemas.microsoft.com/office/drawing/2014/main" id="{CB2C5655-9107-A7F6-DB3C-257E0BC822F5}"/>
              </a:ext>
            </a:extLst>
          </p:cNvPr>
          <p:cNvSpPr/>
          <p:nvPr/>
        </p:nvSpPr>
        <p:spPr>
          <a:xfrm>
            <a:off x="3602000" y="211600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3" name="Címkocka">
            <a:extLst>
              <a:ext uri="{FF2B5EF4-FFF2-40B4-BE49-F238E27FC236}">
                <a16:creationId xmlns:a16="http://schemas.microsoft.com/office/drawing/2014/main" id="{150526B6-8DCE-5280-FC91-93CF132AD9A7}"/>
              </a:ext>
            </a:extLst>
          </p:cNvPr>
          <p:cNvSpPr/>
          <p:nvPr/>
        </p:nvSpPr>
        <p:spPr>
          <a:xfrm>
            <a:off x="4322000" y="211600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4" name="Címkocka">
            <a:extLst>
              <a:ext uri="{FF2B5EF4-FFF2-40B4-BE49-F238E27FC236}">
                <a16:creationId xmlns:a16="http://schemas.microsoft.com/office/drawing/2014/main" id="{34ED976A-1D5E-624E-70E6-FF77DE906053}"/>
              </a:ext>
            </a:extLst>
          </p:cNvPr>
          <p:cNvSpPr/>
          <p:nvPr/>
        </p:nvSpPr>
        <p:spPr>
          <a:xfrm>
            <a:off x="5042000" y="211600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5" name="Címkocka">
            <a:extLst>
              <a:ext uri="{FF2B5EF4-FFF2-40B4-BE49-F238E27FC236}">
                <a16:creationId xmlns:a16="http://schemas.microsoft.com/office/drawing/2014/main" id="{84BEF685-DE57-3076-ABA8-51EE4961E04B}"/>
              </a:ext>
            </a:extLst>
          </p:cNvPr>
          <p:cNvSpPr/>
          <p:nvPr/>
        </p:nvSpPr>
        <p:spPr>
          <a:xfrm>
            <a:off x="5762000" y="211600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6" name="Címkocka">
            <a:extLst>
              <a:ext uri="{FF2B5EF4-FFF2-40B4-BE49-F238E27FC236}">
                <a16:creationId xmlns:a16="http://schemas.microsoft.com/office/drawing/2014/main" id="{A749CC92-07F7-4ED9-8E6B-CC4BDE57CE20}"/>
              </a:ext>
            </a:extLst>
          </p:cNvPr>
          <p:cNvSpPr/>
          <p:nvPr/>
        </p:nvSpPr>
        <p:spPr>
          <a:xfrm>
            <a:off x="6482000" y="211600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7" name="Címkocka">
            <a:extLst>
              <a:ext uri="{FF2B5EF4-FFF2-40B4-BE49-F238E27FC236}">
                <a16:creationId xmlns:a16="http://schemas.microsoft.com/office/drawing/2014/main" id="{C5E4BD17-B1F9-6E79-F2CD-3AC739FFFF59}"/>
              </a:ext>
            </a:extLst>
          </p:cNvPr>
          <p:cNvSpPr/>
          <p:nvPr/>
        </p:nvSpPr>
        <p:spPr>
          <a:xfrm>
            <a:off x="7180422" y="211600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8" name="Címkocka">
            <a:extLst>
              <a:ext uri="{FF2B5EF4-FFF2-40B4-BE49-F238E27FC236}">
                <a16:creationId xmlns:a16="http://schemas.microsoft.com/office/drawing/2014/main" id="{0BC7FEFB-49B8-62E4-B2EA-D61FA660E360}"/>
              </a:ext>
            </a:extLst>
          </p:cNvPr>
          <p:cNvSpPr/>
          <p:nvPr/>
        </p:nvSpPr>
        <p:spPr>
          <a:xfrm>
            <a:off x="7901422" y="211600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9" name="Címkocka">
            <a:extLst>
              <a:ext uri="{FF2B5EF4-FFF2-40B4-BE49-F238E27FC236}">
                <a16:creationId xmlns:a16="http://schemas.microsoft.com/office/drawing/2014/main" id="{573160B7-A161-A05C-ADE4-F99B0C11DB0D}"/>
              </a:ext>
            </a:extLst>
          </p:cNvPr>
          <p:cNvSpPr/>
          <p:nvPr/>
        </p:nvSpPr>
        <p:spPr>
          <a:xfrm>
            <a:off x="8622422" y="211600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0" name="Címkocka">
            <a:extLst>
              <a:ext uri="{FF2B5EF4-FFF2-40B4-BE49-F238E27FC236}">
                <a16:creationId xmlns:a16="http://schemas.microsoft.com/office/drawing/2014/main" id="{1A8DB4FB-FFEA-D21A-1436-C818CCF1435E}"/>
              </a:ext>
            </a:extLst>
          </p:cNvPr>
          <p:cNvSpPr/>
          <p:nvPr/>
        </p:nvSpPr>
        <p:spPr>
          <a:xfrm>
            <a:off x="9341422" y="211600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1" name="Címkocka">
            <a:extLst>
              <a:ext uri="{FF2B5EF4-FFF2-40B4-BE49-F238E27FC236}">
                <a16:creationId xmlns:a16="http://schemas.microsoft.com/office/drawing/2014/main" id="{8C46964F-FB54-FF15-C8CD-0186619B16BF}"/>
              </a:ext>
            </a:extLst>
          </p:cNvPr>
          <p:cNvSpPr/>
          <p:nvPr/>
        </p:nvSpPr>
        <p:spPr>
          <a:xfrm>
            <a:off x="10061422" y="211600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2" name="Téglalap 41">
            <a:extLst>
              <a:ext uri="{FF2B5EF4-FFF2-40B4-BE49-F238E27FC236}">
                <a16:creationId xmlns:a16="http://schemas.microsoft.com/office/drawing/2014/main" id="{59BFE761-C79A-1544-1CF0-0D77F856B691}"/>
              </a:ext>
            </a:extLst>
          </p:cNvPr>
          <p:cNvSpPr/>
          <p:nvPr/>
        </p:nvSpPr>
        <p:spPr>
          <a:xfrm>
            <a:off x="10781422" y="211600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3" name="Téglalap 42">
            <a:extLst>
              <a:ext uri="{FF2B5EF4-FFF2-40B4-BE49-F238E27FC236}">
                <a16:creationId xmlns:a16="http://schemas.microsoft.com/office/drawing/2014/main" id="{E2EEA0FA-8239-1DE2-188C-C8C452D5E588}"/>
              </a:ext>
            </a:extLst>
          </p:cNvPr>
          <p:cNvSpPr/>
          <p:nvPr/>
        </p:nvSpPr>
        <p:spPr>
          <a:xfrm>
            <a:off x="11501422" y="211600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4" name="Téglalap 43">
            <a:extLst>
              <a:ext uri="{FF2B5EF4-FFF2-40B4-BE49-F238E27FC236}">
                <a16:creationId xmlns:a16="http://schemas.microsoft.com/office/drawing/2014/main" id="{22D2F5C7-A8A8-5F04-4EB1-E6ABCA001D16}"/>
              </a:ext>
            </a:extLst>
          </p:cNvPr>
          <p:cNvSpPr/>
          <p:nvPr/>
        </p:nvSpPr>
        <p:spPr>
          <a:xfrm>
            <a:off x="0" y="279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5" name="Téglalap 44">
            <a:extLst>
              <a:ext uri="{FF2B5EF4-FFF2-40B4-BE49-F238E27FC236}">
                <a16:creationId xmlns:a16="http://schemas.microsoft.com/office/drawing/2014/main" id="{8BC4F839-839D-9EB6-06D2-9E235913071E}"/>
              </a:ext>
            </a:extLst>
          </p:cNvPr>
          <p:cNvSpPr/>
          <p:nvPr/>
        </p:nvSpPr>
        <p:spPr>
          <a:xfrm>
            <a:off x="720000" y="279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6" name="Címkocka">
            <a:extLst>
              <a:ext uri="{FF2B5EF4-FFF2-40B4-BE49-F238E27FC236}">
                <a16:creationId xmlns:a16="http://schemas.microsoft.com/office/drawing/2014/main" id="{AEFAF4DC-72BD-AA33-CB06-954ED9FA80A7}"/>
              </a:ext>
            </a:extLst>
          </p:cNvPr>
          <p:cNvSpPr/>
          <p:nvPr/>
        </p:nvSpPr>
        <p:spPr>
          <a:xfrm>
            <a:off x="1441000" y="279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7" name="Címkocka">
            <a:extLst>
              <a:ext uri="{FF2B5EF4-FFF2-40B4-BE49-F238E27FC236}">
                <a16:creationId xmlns:a16="http://schemas.microsoft.com/office/drawing/2014/main" id="{0544563F-6422-26F9-F2ED-9CA77F749FE3}"/>
              </a:ext>
            </a:extLst>
          </p:cNvPr>
          <p:cNvSpPr/>
          <p:nvPr/>
        </p:nvSpPr>
        <p:spPr>
          <a:xfrm>
            <a:off x="2162000" y="279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8" name="Címkocka">
            <a:extLst>
              <a:ext uri="{FF2B5EF4-FFF2-40B4-BE49-F238E27FC236}">
                <a16:creationId xmlns:a16="http://schemas.microsoft.com/office/drawing/2014/main" id="{31BB8828-FE6C-F16E-25CF-34894B8678E3}"/>
              </a:ext>
            </a:extLst>
          </p:cNvPr>
          <p:cNvSpPr/>
          <p:nvPr/>
        </p:nvSpPr>
        <p:spPr>
          <a:xfrm>
            <a:off x="2883000" y="279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9" name="Címkocka">
            <a:extLst>
              <a:ext uri="{FF2B5EF4-FFF2-40B4-BE49-F238E27FC236}">
                <a16:creationId xmlns:a16="http://schemas.microsoft.com/office/drawing/2014/main" id="{AB9FAA1F-315A-9E9B-5CBD-9BE96602CE25}"/>
              </a:ext>
            </a:extLst>
          </p:cNvPr>
          <p:cNvSpPr/>
          <p:nvPr/>
        </p:nvSpPr>
        <p:spPr>
          <a:xfrm>
            <a:off x="3602000" y="279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50" name="Címkocka">
            <a:extLst>
              <a:ext uri="{FF2B5EF4-FFF2-40B4-BE49-F238E27FC236}">
                <a16:creationId xmlns:a16="http://schemas.microsoft.com/office/drawing/2014/main" id="{B2692F31-3A6B-C5A5-DCA3-5B4BCD9DD15F}"/>
              </a:ext>
            </a:extLst>
          </p:cNvPr>
          <p:cNvSpPr/>
          <p:nvPr/>
        </p:nvSpPr>
        <p:spPr>
          <a:xfrm>
            <a:off x="4322000" y="279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51" name="Címkocka">
            <a:extLst>
              <a:ext uri="{FF2B5EF4-FFF2-40B4-BE49-F238E27FC236}">
                <a16:creationId xmlns:a16="http://schemas.microsoft.com/office/drawing/2014/main" id="{78251671-5EE3-4320-089D-EF800E6C0225}"/>
              </a:ext>
            </a:extLst>
          </p:cNvPr>
          <p:cNvSpPr/>
          <p:nvPr/>
        </p:nvSpPr>
        <p:spPr>
          <a:xfrm>
            <a:off x="5042000" y="279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52" name="Címkocka">
            <a:extLst>
              <a:ext uri="{FF2B5EF4-FFF2-40B4-BE49-F238E27FC236}">
                <a16:creationId xmlns:a16="http://schemas.microsoft.com/office/drawing/2014/main" id="{159AC877-82CA-6C95-23FF-F9C9A46B2533}"/>
              </a:ext>
            </a:extLst>
          </p:cNvPr>
          <p:cNvSpPr/>
          <p:nvPr/>
        </p:nvSpPr>
        <p:spPr>
          <a:xfrm>
            <a:off x="5762000" y="279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53" name="Címkocka">
            <a:extLst>
              <a:ext uri="{FF2B5EF4-FFF2-40B4-BE49-F238E27FC236}">
                <a16:creationId xmlns:a16="http://schemas.microsoft.com/office/drawing/2014/main" id="{384D4D68-3BE4-E684-7E11-AB7FD9CDD690}"/>
              </a:ext>
            </a:extLst>
          </p:cNvPr>
          <p:cNvSpPr/>
          <p:nvPr/>
        </p:nvSpPr>
        <p:spPr>
          <a:xfrm>
            <a:off x="6482000" y="279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54" name="Címkocka">
            <a:extLst>
              <a:ext uri="{FF2B5EF4-FFF2-40B4-BE49-F238E27FC236}">
                <a16:creationId xmlns:a16="http://schemas.microsoft.com/office/drawing/2014/main" id="{ECB43493-D16A-6F70-1719-740431F7555A}"/>
              </a:ext>
            </a:extLst>
          </p:cNvPr>
          <p:cNvSpPr/>
          <p:nvPr/>
        </p:nvSpPr>
        <p:spPr>
          <a:xfrm>
            <a:off x="7180422" y="279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55" name="Címkocka">
            <a:extLst>
              <a:ext uri="{FF2B5EF4-FFF2-40B4-BE49-F238E27FC236}">
                <a16:creationId xmlns:a16="http://schemas.microsoft.com/office/drawing/2014/main" id="{C9ADA820-9604-C045-B85C-107C25743DD6}"/>
              </a:ext>
            </a:extLst>
          </p:cNvPr>
          <p:cNvSpPr/>
          <p:nvPr/>
        </p:nvSpPr>
        <p:spPr>
          <a:xfrm>
            <a:off x="7901422" y="279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56" name="Címkocka">
            <a:extLst>
              <a:ext uri="{FF2B5EF4-FFF2-40B4-BE49-F238E27FC236}">
                <a16:creationId xmlns:a16="http://schemas.microsoft.com/office/drawing/2014/main" id="{A032D8AA-C9E9-F788-010A-2974C8D7B1AF}"/>
              </a:ext>
            </a:extLst>
          </p:cNvPr>
          <p:cNvSpPr/>
          <p:nvPr/>
        </p:nvSpPr>
        <p:spPr>
          <a:xfrm>
            <a:off x="8622422" y="279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57" name="Címkocka">
            <a:extLst>
              <a:ext uri="{FF2B5EF4-FFF2-40B4-BE49-F238E27FC236}">
                <a16:creationId xmlns:a16="http://schemas.microsoft.com/office/drawing/2014/main" id="{B610AE5E-896A-B409-4E14-FBF09F94040B}"/>
              </a:ext>
            </a:extLst>
          </p:cNvPr>
          <p:cNvSpPr/>
          <p:nvPr/>
        </p:nvSpPr>
        <p:spPr>
          <a:xfrm>
            <a:off x="9341422" y="279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58" name="Címkocka">
            <a:extLst>
              <a:ext uri="{FF2B5EF4-FFF2-40B4-BE49-F238E27FC236}">
                <a16:creationId xmlns:a16="http://schemas.microsoft.com/office/drawing/2014/main" id="{C66BA56D-3E8A-06FD-1AEB-2BFEAD8E66C0}"/>
              </a:ext>
            </a:extLst>
          </p:cNvPr>
          <p:cNvSpPr/>
          <p:nvPr/>
        </p:nvSpPr>
        <p:spPr>
          <a:xfrm>
            <a:off x="10061422" y="279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59" name="Téglalap 58">
            <a:extLst>
              <a:ext uri="{FF2B5EF4-FFF2-40B4-BE49-F238E27FC236}">
                <a16:creationId xmlns:a16="http://schemas.microsoft.com/office/drawing/2014/main" id="{5FEE7292-37A0-BB8E-6ECF-53132A6B1056}"/>
              </a:ext>
            </a:extLst>
          </p:cNvPr>
          <p:cNvSpPr/>
          <p:nvPr/>
        </p:nvSpPr>
        <p:spPr>
          <a:xfrm>
            <a:off x="10781422" y="279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60" name="Téglalap 59">
            <a:extLst>
              <a:ext uri="{FF2B5EF4-FFF2-40B4-BE49-F238E27FC236}">
                <a16:creationId xmlns:a16="http://schemas.microsoft.com/office/drawing/2014/main" id="{894CF7C3-1FB6-5C1F-6C14-047188E4C705}"/>
              </a:ext>
            </a:extLst>
          </p:cNvPr>
          <p:cNvSpPr/>
          <p:nvPr/>
        </p:nvSpPr>
        <p:spPr>
          <a:xfrm>
            <a:off x="11501422" y="279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64" name="Címkocka">
            <a:extLst>
              <a:ext uri="{FF2B5EF4-FFF2-40B4-BE49-F238E27FC236}">
                <a16:creationId xmlns:a16="http://schemas.microsoft.com/office/drawing/2014/main" id="{1B1C3FBE-2680-5890-E52B-8DFBD2B5CB88}"/>
              </a:ext>
            </a:extLst>
          </p:cNvPr>
          <p:cNvSpPr/>
          <p:nvPr/>
        </p:nvSpPr>
        <p:spPr>
          <a:xfrm>
            <a:off x="2162000" y="351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65" name="Címkocka">
            <a:extLst>
              <a:ext uri="{FF2B5EF4-FFF2-40B4-BE49-F238E27FC236}">
                <a16:creationId xmlns:a16="http://schemas.microsoft.com/office/drawing/2014/main" id="{8D0B6062-5443-088D-6CFD-7F0024E2ACCE}"/>
              </a:ext>
            </a:extLst>
          </p:cNvPr>
          <p:cNvSpPr/>
          <p:nvPr/>
        </p:nvSpPr>
        <p:spPr>
          <a:xfrm>
            <a:off x="2883000" y="351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388E3C"/>
                </a:solidFill>
                <a:latin typeface="Consolas" panose="020B0609020204030204" pitchFamily="49" charset="0"/>
              </a:rPr>
              <a:t>2</a:t>
            </a:r>
            <a:endParaRPr lang="hu-HU" sz="3600" b="1" dirty="0"/>
          </a:p>
        </p:txBody>
      </p:sp>
      <p:sp>
        <p:nvSpPr>
          <p:cNvPr id="66" name="Címkocka">
            <a:extLst>
              <a:ext uri="{FF2B5EF4-FFF2-40B4-BE49-F238E27FC236}">
                <a16:creationId xmlns:a16="http://schemas.microsoft.com/office/drawing/2014/main" id="{76A591FD-F01B-4232-CAC3-70533C5DC673}"/>
              </a:ext>
            </a:extLst>
          </p:cNvPr>
          <p:cNvSpPr/>
          <p:nvPr/>
        </p:nvSpPr>
        <p:spPr>
          <a:xfrm>
            <a:off x="3602000" y="351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388E3C"/>
                </a:solidFill>
                <a:latin typeface="Consolas" panose="020B0609020204030204" pitchFamily="49" charset="0"/>
              </a:rPr>
              <a:t>2</a:t>
            </a:r>
            <a:endParaRPr lang="hu-HU" sz="3600" b="1" dirty="0"/>
          </a:p>
        </p:txBody>
      </p:sp>
      <p:sp>
        <p:nvSpPr>
          <p:cNvPr id="67" name="Címkocka">
            <a:extLst>
              <a:ext uri="{FF2B5EF4-FFF2-40B4-BE49-F238E27FC236}">
                <a16:creationId xmlns:a16="http://schemas.microsoft.com/office/drawing/2014/main" id="{6415D5B7-29D5-2C8F-D5C0-12B562751F8B}"/>
              </a:ext>
            </a:extLst>
          </p:cNvPr>
          <p:cNvSpPr/>
          <p:nvPr/>
        </p:nvSpPr>
        <p:spPr>
          <a:xfrm>
            <a:off x="4322000" y="351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388E3C"/>
                </a:solidFill>
                <a:latin typeface="Consolas" panose="020B0609020204030204" pitchFamily="49" charset="0"/>
              </a:rPr>
              <a:t>2</a:t>
            </a:r>
            <a:endParaRPr lang="hu-HU" sz="3600" b="1" dirty="0"/>
          </a:p>
        </p:txBody>
      </p:sp>
      <p:sp>
        <p:nvSpPr>
          <p:cNvPr id="68" name="Címkocka">
            <a:extLst>
              <a:ext uri="{FF2B5EF4-FFF2-40B4-BE49-F238E27FC236}">
                <a16:creationId xmlns:a16="http://schemas.microsoft.com/office/drawing/2014/main" id="{893AA986-8210-6C7F-1837-124B170E8DD8}"/>
              </a:ext>
            </a:extLst>
          </p:cNvPr>
          <p:cNvSpPr/>
          <p:nvPr/>
        </p:nvSpPr>
        <p:spPr>
          <a:xfrm>
            <a:off x="5042000" y="351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69" name="Címkocka">
            <a:extLst>
              <a:ext uri="{FF2B5EF4-FFF2-40B4-BE49-F238E27FC236}">
                <a16:creationId xmlns:a16="http://schemas.microsoft.com/office/drawing/2014/main" id="{CC841966-6083-CCBF-F2FC-A09936E861AE}"/>
              </a:ext>
            </a:extLst>
          </p:cNvPr>
          <p:cNvSpPr/>
          <p:nvPr/>
        </p:nvSpPr>
        <p:spPr>
          <a:xfrm>
            <a:off x="5762000" y="351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70" name="Címkocka">
            <a:extLst>
              <a:ext uri="{FF2B5EF4-FFF2-40B4-BE49-F238E27FC236}">
                <a16:creationId xmlns:a16="http://schemas.microsoft.com/office/drawing/2014/main" id="{A4557E29-8F48-F1B8-E7BD-820DBB8EF2B3}"/>
              </a:ext>
            </a:extLst>
          </p:cNvPr>
          <p:cNvSpPr/>
          <p:nvPr/>
        </p:nvSpPr>
        <p:spPr>
          <a:xfrm>
            <a:off x="6482000" y="351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71" name="Címkocka">
            <a:extLst>
              <a:ext uri="{FF2B5EF4-FFF2-40B4-BE49-F238E27FC236}">
                <a16:creationId xmlns:a16="http://schemas.microsoft.com/office/drawing/2014/main" id="{F726EBBB-AE05-17AD-FB03-8BC0A21A4800}"/>
              </a:ext>
            </a:extLst>
          </p:cNvPr>
          <p:cNvSpPr/>
          <p:nvPr/>
        </p:nvSpPr>
        <p:spPr>
          <a:xfrm>
            <a:off x="7180422" y="351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72" name="Címkocka">
            <a:extLst>
              <a:ext uri="{FF2B5EF4-FFF2-40B4-BE49-F238E27FC236}">
                <a16:creationId xmlns:a16="http://schemas.microsoft.com/office/drawing/2014/main" id="{E8A6B44B-FEBE-A307-7346-2259789E42F3}"/>
              </a:ext>
            </a:extLst>
          </p:cNvPr>
          <p:cNvSpPr/>
          <p:nvPr/>
        </p:nvSpPr>
        <p:spPr>
          <a:xfrm>
            <a:off x="7901422" y="351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73" name="Címkocka">
            <a:extLst>
              <a:ext uri="{FF2B5EF4-FFF2-40B4-BE49-F238E27FC236}">
                <a16:creationId xmlns:a16="http://schemas.microsoft.com/office/drawing/2014/main" id="{0598F697-6455-BC2C-6B62-772BBE386423}"/>
              </a:ext>
            </a:extLst>
          </p:cNvPr>
          <p:cNvSpPr/>
          <p:nvPr/>
        </p:nvSpPr>
        <p:spPr>
          <a:xfrm>
            <a:off x="8622422" y="351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74" name="Címkocka">
            <a:extLst>
              <a:ext uri="{FF2B5EF4-FFF2-40B4-BE49-F238E27FC236}">
                <a16:creationId xmlns:a16="http://schemas.microsoft.com/office/drawing/2014/main" id="{A4EAF005-9442-5017-B79A-8FF2D55DFEE9}"/>
              </a:ext>
            </a:extLst>
          </p:cNvPr>
          <p:cNvSpPr/>
          <p:nvPr/>
        </p:nvSpPr>
        <p:spPr>
          <a:xfrm>
            <a:off x="9341422" y="351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75" name="Címkocka">
            <a:extLst>
              <a:ext uri="{FF2B5EF4-FFF2-40B4-BE49-F238E27FC236}">
                <a16:creationId xmlns:a16="http://schemas.microsoft.com/office/drawing/2014/main" id="{B31A620D-8049-3B67-7C6F-D7790571AB3A}"/>
              </a:ext>
            </a:extLst>
          </p:cNvPr>
          <p:cNvSpPr/>
          <p:nvPr/>
        </p:nvSpPr>
        <p:spPr>
          <a:xfrm>
            <a:off x="10061422" y="351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76" name="Téglalap 75">
            <a:extLst>
              <a:ext uri="{FF2B5EF4-FFF2-40B4-BE49-F238E27FC236}">
                <a16:creationId xmlns:a16="http://schemas.microsoft.com/office/drawing/2014/main" id="{DF5CC9C6-0A22-DF64-74D5-EED069D6060A}"/>
              </a:ext>
            </a:extLst>
          </p:cNvPr>
          <p:cNvSpPr/>
          <p:nvPr/>
        </p:nvSpPr>
        <p:spPr>
          <a:xfrm>
            <a:off x="10781422" y="351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77" name="Téglalap 76">
            <a:extLst>
              <a:ext uri="{FF2B5EF4-FFF2-40B4-BE49-F238E27FC236}">
                <a16:creationId xmlns:a16="http://schemas.microsoft.com/office/drawing/2014/main" id="{1DF467F6-9276-B129-CD9E-0C21D36AF422}"/>
              </a:ext>
            </a:extLst>
          </p:cNvPr>
          <p:cNvSpPr/>
          <p:nvPr/>
        </p:nvSpPr>
        <p:spPr>
          <a:xfrm>
            <a:off x="11501422" y="351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78" name="Téglalap 77">
            <a:extLst>
              <a:ext uri="{FF2B5EF4-FFF2-40B4-BE49-F238E27FC236}">
                <a16:creationId xmlns:a16="http://schemas.microsoft.com/office/drawing/2014/main" id="{19499BE3-18B4-D5CC-59B3-914B30F96C02}"/>
              </a:ext>
            </a:extLst>
          </p:cNvPr>
          <p:cNvSpPr/>
          <p:nvPr/>
        </p:nvSpPr>
        <p:spPr>
          <a:xfrm>
            <a:off x="0" y="419535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79" name="Téglalap 78">
            <a:extLst>
              <a:ext uri="{FF2B5EF4-FFF2-40B4-BE49-F238E27FC236}">
                <a16:creationId xmlns:a16="http://schemas.microsoft.com/office/drawing/2014/main" id="{158B86FD-A462-9F85-F20B-014D907EE3BF}"/>
              </a:ext>
            </a:extLst>
          </p:cNvPr>
          <p:cNvSpPr/>
          <p:nvPr/>
        </p:nvSpPr>
        <p:spPr>
          <a:xfrm>
            <a:off x="720000" y="419535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80" name="Címkocka">
            <a:extLst>
              <a:ext uri="{FF2B5EF4-FFF2-40B4-BE49-F238E27FC236}">
                <a16:creationId xmlns:a16="http://schemas.microsoft.com/office/drawing/2014/main" id="{7C236C53-5E5B-8476-EE30-A52DC465BBE2}"/>
              </a:ext>
            </a:extLst>
          </p:cNvPr>
          <p:cNvSpPr/>
          <p:nvPr/>
        </p:nvSpPr>
        <p:spPr>
          <a:xfrm>
            <a:off x="1441000" y="419535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81" name="Címkocka">
            <a:extLst>
              <a:ext uri="{FF2B5EF4-FFF2-40B4-BE49-F238E27FC236}">
                <a16:creationId xmlns:a16="http://schemas.microsoft.com/office/drawing/2014/main" id="{30DAF999-B695-DBC0-44B6-3688ADDCEC0F}"/>
              </a:ext>
            </a:extLst>
          </p:cNvPr>
          <p:cNvSpPr/>
          <p:nvPr/>
        </p:nvSpPr>
        <p:spPr>
          <a:xfrm>
            <a:off x="2162000" y="419535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82" name="Címkocka">
            <a:extLst>
              <a:ext uri="{FF2B5EF4-FFF2-40B4-BE49-F238E27FC236}">
                <a16:creationId xmlns:a16="http://schemas.microsoft.com/office/drawing/2014/main" id="{DDB0C5CA-E422-F805-9B08-E0BFEEA3EA8E}"/>
              </a:ext>
            </a:extLst>
          </p:cNvPr>
          <p:cNvSpPr/>
          <p:nvPr/>
        </p:nvSpPr>
        <p:spPr>
          <a:xfrm>
            <a:off x="2883000" y="419535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83" name="Címkocka">
            <a:extLst>
              <a:ext uri="{FF2B5EF4-FFF2-40B4-BE49-F238E27FC236}">
                <a16:creationId xmlns:a16="http://schemas.microsoft.com/office/drawing/2014/main" id="{D0712C00-B408-3A03-5972-310E28F641AB}"/>
              </a:ext>
            </a:extLst>
          </p:cNvPr>
          <p:cNvSpPr/>
          <p:nvPr/>
        </p:nvSpPr>
        <p:spPr>
          <a:xfrm>
            <a:off x="5762000" y="419535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84" name="Címkocka">
            <a:extLst>
              <a:ext uri="{FF2B5EF4-FFF2-40B4-BE49-F238E27FC236}">
                <a16:creationId xmlns:a16="http://schemas.microsoft.com/office/drawing/2014/main" id="{AAC90908-02E0-7020-4ECE-FBC47E3D1C68}"/>
              </a:ext>
            </a:extLst>
          </p:cNvPr>
          <p:cNvSpPr/>
          <p:nvPr/>
        </p:nvSpPr>
        <p:spPr>
          <a:xfrm>
            <a:off x="6482000" y="419535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85" name="Címkocka">
            <a:extLst>
              <a:ext uri="{FF2B5EF4-FFF2-40B4-BE49-F238E27FC236}">
                <a16:creationId xmlns:a16="http://schemas.microsoft.com/office/drawing/2014/main" id="{4E9126B6-49FB-7882-C000-1534D9A4E997}"/>
              </a:ext>
            </a:extLst>
          </p:cNvPr>
          <p:cNvSpPr/>
          <p:nvPr/>
        </p:nvSpPr>
        <p:spPr>
          <a:xfrm>
            <a:off x="7180422" y="419535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86" name="Címkocka">
            <a:extLst>
              <a:ext uri="{FF2B5EF4-FFF2-40B4-BE49-F238E27FC236}">
                <a16:creationId xmlns:a16="http://schemas.microsoft.com/office/drawing/2014/main" id="{ECDB3660-635F-E229-9BE0-D369CF53B413}"/>
              </a:ext>
            </a:extLst>
          </p:cNvPr>
          <p:cNvSpPr/>
          <p:nvPr/>
        </p:nvSpPr>
        <p:spPr>
          <a:xfrm>
            <a:off x="8622422" y="419535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87" name="Címkocka">
            <a:extLst>
              <a:ext uri="{FF2B5EF4-FFF2-40B4-BE49-F238E27FC236}">
                <a16:creationId xmlns:a16="http://schemas.microsoft.com/office/drawing/2014/main" id="{9942F0E8-A176-D32B-8C83-D5FFEE800BCA}"/>
              </a:ext>
            </a:extLst>
          </p:cNvPr>
          <p:cNvSpPr/>
          <p:nvPr/>
        </p:nvSpPr>
        <p:spPr>
          <a:xfrm>
            <a:off x="9341422" y="419535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88" name="Címkocka">
            <a:extLst>
              <a:ext uri="{FF2B5EF4-FFF2-40B4-BE49-F238E27FC236}">
                <a16:creationId xmlns:a16="http://schemas.microsoft.com/office/drawing/2014/main" id="{C200DF64-E1C0-4CD5-2D8E-5838C7BC0211}"/>
              </a:ext>
            </a:extLst>
          </p:cNvPr>
          <p:cNvSpPr/>
          <p:nvPr/>
        </p:nvSpPr>
        <p:spPr>
          <a:xfrm>
            <a:off x="10061422" y="419535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89" name="Téglalap 88">
            <a:extLst>
              <a:ext uri="{FF2B5EF4-FFF2-40B4-BE49-F238E27FC236}">
                <a16:creationId xmlns:a16="http://schemas.microsoft.com/office/drawing/2014/main" id="{362BE7DA-86A4-B1C6-D984-3D74919785A6}"/>
              </a:ext>
            </a:extLst>
          </p:cNvPr>
          <p:cNvSpPr/>
          <p:nvPr/>
        </p:nvSpPr>
        <p:spPr>
          <a:xfrm>
            <a:off x="10781422" y="419535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90" name="Téglalap 89">
            <a:extLst>
              <a:ext uri="{FF2B5EF4-FFF2-40B4-BE49-F238E27FC236}">
                <a16:creationId xmlns:a16="http://schemas.microsoft.com/office/drawing/2014/main" id="{6E13AC5F-ECB8-A282-E74B-03B39C6D2FDD}"/>
              </a:ext>
            </a:extLst>
          </p:cNvPr>
          <p:cNvSpPr/>
          <p:nvPr/>
        </p:nvSpPr>
        <p:spPr>
          <a:xfrm>
            <a:off x="11501422" y="419535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91" name="Téglalap 90">
            <a:extLst>
              <a:ext uri="{FF2B5EF4-FFF2-40B4-BE49-F238E27FC236}">
                <a16:creationId xmlns:a16="http://schemas.microsoft.com/office/drawing/2014/main" id="{79DB2FB3-452C-234E-01A3-6F5B429FE3D3}"/>
              </a:ext>
            </a:extLst>
          </p:cNvPr>
          <p:cNvSpPr/>
          <p:nvPr/>
        </p:nvSpPr>
        <p:spPr>
          <a:xfrm>
            <a:off x="0" y="491535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92" name="Téglalap 91">
            <a:extLst>
              <a:ext uri="{FF2B5EF4-FFF2-40B4-BE49-F238E27FC236}">
                <a16:creationId xmlns:a16="http://schemas.microsoft.com/office/drawing/2014/main" id="{F99AEB06-9926-2B5F-5580-D2D282D891FC}"/>
              </a:ext>
            </a:extLst>
          </p:cNvPr>
          <p:cNvSpPr/>
          <p:nvPr/>
        </p:nvSpPr>
        <p:spPr>
          <a:xfrm>
            <a:off x="720000" y="491535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93" name="Címkocka">
            <a:extLst>
              <a:ext uri="{FF2B5EF4-FFF2-40B4-BE49-F238E27FC236}">
                <a16:creationId xmlns:a16="http://schemas.microsoft.com/office/drawing/2014/main" id="{33B58EE4-FA4D-3F32-C118-66C7B37C744A}"/>
              </a:ext>
            </a:extLst>
          </p:cNvPr>
          <p:cNvSpPr/>
          <p:nvPr/>
        </p:nvSpPr>
        <p:spPr>
          <a:xfrm>
            <a:off x="1441000" y="491535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94" name="Címkocka">
            <a:extLst>
              <a:ext uri="{FF2B5EF4-FFF2-40B4-BE49-F238E27FC236}">
                <a16:creationId xmlns:a16="http://schemas.microsoft.com/office/drawing/2014/main" id="{A9287063-953D-7B10-EAA8-7BB6989D2807}"/>
              </a:ext>
            </a:extLst>
          </p:cNvPr>
          <p:cNvSpPr/>
          <p:nvPr/>
        </p:nvSpPr>
        <p:spPr>
          <a:xfrm>
            <a:off x="2162000" y="491535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95" name="Címkocka">
            <a:extLst>
              <a:ext uri="{FF2B5EF4-FFF2-40B4-BE49-F238E27FC236}">
                <a16:creationId xmlns:a16="http://schemas.microsoft.com/office/drawing/2014/main" id="{5C33E90F-D5E4-D220-0D5D-E872FDBE096D}"/>
              </a:ext>
            </a:extLst>
          </p:cNvPr>
          <p:cNvSpPr/>
          <p:nvPr/>
        </p:nvSpPr>
        <p:spPr>
          <a:xfrm>
            <a:off x="2883000" y="491535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96" name="Címkocka">
            <a:extLst>
              <a:ext uri="{FF2B5EF4-FFF2-40B4-BE49-F238E27FC236}">
                <a16:creationId xmlns:a16="http://schemas.microsoft.com/office/drawing/2014/main" id="{F8116C8B-63F1-7CD3-E481-9222CCB11336}"/>
              </a:ext>
            </a:extLst>
          </p:cNvPr>
          <p:cNvSpPr/>
          <p:nvPr/>
        </p:nvSpPr>
        <p:spPr>
          <a:xfrm>
            <a:off x="4322000" y="491535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388E3C"/>
                </a:solidFill>
                <a:latin typeface="Consolas" panose="020B0609020204030204" pitchFamily="49" charset="0"/>
              </a:rPr>
              <a:t>2</a:t>
            </a:r>
            <a:endParaRPr lang="hu-HU" sz="3600" b="1" dirty="0"/>
          </a:p>
        </p:txBody>
      </p:sp>
      <p:sp>
        <p:nvSpPr>
          <p:cNvPr id="97" name="Címkocka">
            <a:extLst>
              <a:ext uri="{FF2B5EF4-FFF2-40B4-BE49-F238E27FC236}">
                <a16:creationId xmlns:a16="http://schemas.microsoft.com/office/drawing/2014/main" id="{0CC27DD6-41D8-DF6E-E16A-F66C98285DB5}"/>
              </a:ext>
            </a:extLst>
          </p:cNvPr>
          <p:cNvSpPr/>
          <p:nvPr/>
        </p:nvSpPr>
        <p:spPr>
          <a:xfrm>
            <a:off x="5042000" y="491535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98" name="Címkocka">
            <a:extLst>
              <a:ext uri="{FF2B5EF4-FFF2-40B4-BE49-F238E27FC236}">
                <a16:creationId xmlns:a16="http://schemas.microsoft.com/office/drawing/2014/main" id="{5FAE73FF-7377-1D4F-EBC3-C821BF45459E}"/>
              </a:ext>
            </a:extLst>
          </p:cNvPr>
          <p:cNvSpPr/>
          <p:nvPr/>
        </p:nvSpPr>
        <p:spPr>
          <a:xfrm>
            <a:off x="5762000" y="491535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99" name="Címkocka">
            <a:extLst>
              <a:ext uri="{FF2B5EF4-FFF2-40B4-BE49-F238E27FC236}">
                <a16:creationId xmlns:a16="http://schemas.microsoft.com/office/drawing/2014/main" id="{9CB1C0C8-2544-497F-8A1C-19B40637D4BD}"/>
              </a:ext>
            </a:extLst>
          </p:cNvPr>
          <p:cNvSpPr/>
          <p:nvPr/>
        </p:nvSpPr>
        <p:spPr>
          <a:xfrm>
            <a:off x="6482000" y="491535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00" name="Címkocka">
            <a:extLst>
              <a:ext uri="{FF2B5EF4-FFF2-40B4-BE49-F238E27FC236}">
                <a16:creationId xmlns:a16="http://schemas.microsoft.com/office/drawing/2014/main" id="{344D0306-AEB0-AD27-0873-74CEBC9CA381}"/>
              </a:ext>
            </a:extLst>
          </p:cNvPr>
          <p:cNvSpPr/>
          <p:nvPr/>
        </p:nvSpPr>
        <p:spPr>
          <a:xfrm>
            <a:off x="7180422" y="491535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01" name="Címkocka">
            <a:extLst>
              <a:ext uri="{FF2B5EF4-FFF2-40B4-BE49-F238E27FC236}">
                <a16:creationId xmlns:a16="http://schemas.microsoft.com/office/drawing/2014/main" id="{E70AAAFB-9068-6DDC-C3A9-97FE32A57BE4}"/>
              </a:ext>
            </a:extLst>
          </p:cNvPr>
          <p:cNvSpPr/>
          <p:nvPr/>
        </p:nvSpPr>
        <p:spPr>
          <a:xfrm>
            <a:off x="7901422" y="491535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02" name="Címkocka">
            <a:extLst>
              <a:ext uri="{FF2B5EF4-FFF2-40B4-BE49-F238E27FC236}">
                <a16:creationId xmlns:a16="http://schemas.microsoft.com/office/drawing/2014/main" id="{42E2CE56-21F6-82C9-A41C-478FB21D7D14}"/>
              </a:ext>
            </a:extLst>
          </p:cNvPr>
          <p:cNvSpPr/>
          <p:nvPr/>
        </p:nvSpPr>
        <p:spPr>
          <a:xfrm>
            <a:off x="8622422" y="491535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03" name="Címkocka">
            <a:extLst>
              <a:ext uri="{FF2B5EF4-FFF2-40B4-BE49-F238E27FC236}">
                <a16:creationId xmlns:a16="http://schemas.microsoft.com/office/drawing/2014/main" id="{C1D65727-7E42-CDF0-487C-52E3EEAE294E}"/>
              </a:ext>
            </a:extLst>
          </p:cNvPr>
          <p:cNvSpPr/>
          <p:nvPr/>
        </p:nvSpPr>
        <p:spPr>
          <a:xfrm>
            <a:off x="9341422" y="491535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04" name="Címkocka">
            <a:extLst>
              <a:ext uri="{FF2B5EF4-FFF2-40B4-BE49-F238E27FC236}">
                <a16:creationId xmlns:a16="http://schemas.microsoft.com/office/drawing/2014/main" id="{E9D61332-F15C-5593-FE19-F3E0B06971A4}"/>
              </a:ext>
            </a:extLst>
          </p:cNvPr>
          <p:cNvSpPr/>
          <p:nvPr/>
        </p:nvSpPr>
        <p:spPr>
          <a:xfrm>
            <a:off x="10061422" y="491535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05" name="Téglalap 104">
            <a:extLst>
              <a:ext uri="{FF2B5EF4-FFF2-40B4-BE49-F238E27FC236}">
                <a16:creationId xmlns:a16="http://schemas.microsoft.com/office/drawing/2014/main" id="{F0238B56-2DFD-6629-9ACB-523D34DDF9A4}"/>
              </a:ext>
            </a:extLst>
          </p:cNvPr>
          <p:cNvSpPr/>
          <p:nvPr/>
        </p:nvSpPr>
        <p:spPr>
          <a:xfrm>
            <a:off x="10781422" y="491535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06" name="Téglalap 105">
            <a:extLst>
              <a:ext uri="{FF2B5EF4-FFF2-40B4-BE49-F238E27FC236}">
                <a16:creationId xmlns:a16="http://schemas.microsoft.com/office/drawing/2014/main" id="{0ACB3874-E054-8E2B-F9B2-4389AD85B3DF}"/>
              </a:ext>
            </a:extLst>
          </p:cNvPr>
          <p:cNvSpPr/>
          <p:nvPr/>
        </p:nvSpPr>
        <p:spPr>
          <a:xfrm>
            <a:off x="11501422" y="491535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07" name="Téglalap 106">
            <a:extLst>
              <a:ext uri="{FF2B5EF4-FFF2-40B4-BE49-F238E27FC236}">
                <a16:creationId xmlns:a16="http://schemas.microsoft.com/office/drawing/2014/main" id="{4267114E-A79A-654A-23FE-EE0BBF9451FE}"/>
              </a:ext>
            </a:extLst>
          </p:cNvPr>
          <p:cNvSpPr/>
          <p:nvPr/>
        </p:nvSpPr>
        <p:spPr>
          <a:xfrm>
            <a:off x="0" y="556395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08" name="Téglalap 107">
            <a:extLst>
              <a:ext uri="{FF2B5EF4-FFF2-40B4-BE49-F238E27FC236}">
                <a16:creationId xmlns:a16="http://schemas.microsoft.com/office/drawing/2014/main" id="{787B129B-4A5F-68FC-E81B-3E3D752C657B}"/>
              </a:ext>
            </a:extLst>
          </p:cNvPr>
          <p:cNvSpPr/>
          <p:nvPr/>
        </p:nvSpPr>
        <p:spPr>
          <a:xfrm>
            <a:off x="720000" y="556395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09" name="Téglalap 108">
            <a:extLst>
              <a:ext uri="{FF2B5EF4-FFF2-40B4-BE49-F238E27FC236}">
                <a16:creationId xmlns:a16="http://schemas.microsoft.com/office/drawing/2014/main" id="{9F9FC25D-7870-3419-9410-6D12997D7D71}"/>
              </a:ext>
            </a:extLst>
          </p:cNvPr>
          <p:cNvSpPr/>
          <p:nvPr/>
        </p:nvSpPr>
        <p:spPr>
          <a:xfrm>
            <a:off x="1441000" y="556395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10" name="Téglalap 109">
            <a:extLst>
              <a:ext uri="{FF2B5EF4-FFF2-40B4-BE49-F238E27FC236}">
                <a16:creationId xmlns:a16="http://schemas.microsoft.com/office/drawing/2014/main" id="{E3B629FB-F2D4-F423-BB36-224DF87111E0}"/>
              </a:ext>
            </a:extLst>
          </p:cNvPr>
          <p:cNvSpPr/>
          <p:nvPr/>
        </p:nvSpPr>
        <p:spPr>
          <a:xfrm>
            <a:off x="2162000" y="556395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11" name="Téglalap 110">
            <a:extLst>
              <a:ext uri="{FF2B5EF4-FFF2-40B4-BE49-F238E27FC236}">
                <a16:creationId xmlns:a16="http://schemas.microsoft.com/office/drawing/2014/main" id="{405B2E01-7B7D-ACAB-B73B-61AED089A5CD}"/>
              </a:ext>
            </a:extLst>
          </p:cNvPr>
          <p:cNvSpPr/>
          <p:nvPr/>
        </p:nvSpPr>
        <p:spPr>
          <a:xfrm>
            <a:off x="2883000" y="556395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12" name="Téglalap 111">
            <a:extLst>
              <a:ext uri="{FF2B5EF4-FFF2-40B4-BE49-F238E27FC236}">
                <a16:creationId xmlns:a16="http://schemas.microsoft.com/office/drawing/2014/main" id="{D17A26B1-7C85-11A0-E8EC-B3616F32D14C}"/>
              </a:ext>
            </a:extLst>
          </p:cNvPr>
          <p:cNvSpPr/>
          <p:nvPr/>
        </p:nvSpPr>
        <p:spPr>
          <a:xfrm>
            <a:off x="4322000" y="5563954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13" name="Téglalap 112">
            <a:extLst>
              <a:ext uri="{FF2B5EF4-FFF2-40B4-BE49-F238E27FC236}">
                <a16:creationId xmlns:a16="http://schemas.microsoft.com/office/drawing/2014/main" id="{96F7C3CC-B896-9232-1A13-C643C5B64BBC}"/>
              </a:ext>
            </a:extLst>
          </p:cNvPr>
          <p:cNvSpPr/>
          <p:nvPr/>
        </p:nvSpPr>
        <p:spPr>
          <a:xfrm>
            <a:off x="5042000" y="5563954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14" name="Téglalap 113">
            <a:extLst>
              <a:ext uri="{FF2B5EF4-FFF2-40B4-BE49-F238E27FC236}">
                <a16:creationId xmlns:a16="http://schemas.microsoft.com/office/drawing/2014/main" id="{4F7AEAA6-559B-A29A-07B7-DDE071598497}"/>
              </a:ext>
            </a:extLst>
          </p:cNvPr>
          <p:cNvSpPr/>
          <p:nvPr/>
        </p:nvSpPr>
        <p:spPr>
          <a:xfrm>
            <a:off x="5762000" y="5563954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15" name="Téglalap 114">
            <a:extLst>
              <a:ext uri="{FF2B5EF4-FFF2-40B4-BE49-F238E27FC236}">
                <a16:creationId xmlns:a16="http://schemas.microsoft.com/office/drawing/2014/main" id="{B23C22B1-43CD-02C6-9338-B7F02A06131F}"/>
              </a:ext>
            </a:extLst>
          </p:cNvPr>
          <p:cNvSpPr/>
          <p:nvPr/>
        </p:nvSpPr>
        <p:spPr>
          <a:xfrm>
            <a:off x="6482000" y="5563954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16" name="Téglalap 115">
            <a:extLst>
              <a:ext uri="{FF2B5EF4-FFF2-40B4-BE49-F238E27FC236}">
                <a16:creationId xmlns:a16="http://schemas.microsoft.com/office/drawing/2014/main" id="{BB20348D-82B3-0B07-D803-EDC8A7259BDF}"/>
              </a:ext>
            </a:extLst>
          </p:cNvPr>
          <p:cNvSpPr/>
          <p:nvPr/>
        </p:nvSpPr>
        <p:spPr>
          <a:xfrm>
            <a:off x="7180422" y="5563954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17" name="Téglalap 116">
            <a:extLst>
              <a:ext uri="{FF2B5EF4-FFF2-40B4-BE49-F238E27FC236}">
                <a16:creationId xmlns:a16="http://schemas.microsoft.com/office/drawing/2014/main" id="{70D7641F-0F40-C5E8-106D-7DB0221BF42E}"/>
              </a:ext>
            </a:extLst>
          </p:cNvPr>
          <p:cNvSpPr/>
          <p:nvPr/>
        </p:nvSpPr>
        <p:spPr>
          <a:xfrm>
            <a:off x="7901422" y="5563954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18" name="Téglalap 117">
            <a:extLst>
              <a:ext uri="{FF2B5EF4-FFF2-40B4-BE49-F238E27FC236}">
                <a16:creationId xmlns:a16="http://schemas.microsoft.com/office/drawing/2014/main" id="{8EC32ABA-CBEC-1DDD-7F8F-45AF865B7C72}"/>
              </a:ext>
            </a:extLst>
          </p:cNvPr>
          <p:cNvSpPr/>
          <p:nvPr/>
        </p:nvSpPr>
        <p:spPr>
          <a:xfrm>
            <a:off x="8622422" y="5563954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19" name="Téglalap 118">
            <a:extLst>
              <a:ext uri="{FF2B5EF4-FFF2-40B4-BE49-F238E27FC236}">
                <a16:creationId xmlns:a16="http://schemas.microsoft.com/office/drawing/2014/main" id="{14753A00-BA01-864F-EE40-DA578D8FB11D}"/>
              </a:ext>
            </a:extLst>
          </p:cNvPr>
          <p:cNvSpPr/>
          <p:nvPr/>
        </p:nvSpPr>
        <p:spPr>
          <a:xfrm>
            <a:off x="9341422" y="5563954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20" name="Téglalap 119">
            <a:extLst>
              <a:ext uri="{FF2B5EF4-FFF2-40B4-BE49-F238E27FC236}">
                <a16:creationId xmlns:a16="http://schemas.microsoft.com/office/drawing/2014/main" id="{FDEEEEEA-7FAB-5F2A-4649-82DCFFD6C348}"/>
              </a:ext>
            </a:extLst>
          </p:cNvPr>
          <p:cNvSpPr/>
          <p:nvPr/>
        </p:nvSpPr>
        <p:spPr>
          <a:xfrm>
            <a:off x="10061422" y="5563954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21" name="Téglalap 120">
            <a:extLst>
              <a:ext uri="{FF2B5EF4-FFF2-40B4-BE49-F238E27FC236}">
                <a16:creationId xmlns:a16="http://schemas.microsoft.com/office/drawing/2014/main" id="{4D3DDB11-9BB9-8058-CAE5-C417ACCB87AC}"/>
              </a:ext>
            </a:extLst>
          </p:cNvPr>
          <p:cNvSpPr/>
          <p:nvPr/>
        </p:nvSpPr>
        <p:spPr>
          <a:xfrm>
            <a:off x="10781422" y="5563954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22" name="Téglalap 121">
            <a:extLst>
              <a:ext uri="{FF2B5EF4-FFF2-40B4-BE49-F238E27FC236}">
                <a16:creationId xmlns:a16="http://schemas.microsoft.com/office/drawing/2014/main" id="{DAB9B755-4857-9F43-BE53-28296662E9F5}"/>
              </a:ext>
            </a:extLst>
          </p:cNvPr>
          <p:cNvSpPr/>
          <p:nvPr/>
        </p:nvSpPr>
        <p:spPr>
          <a:xfrm>
            <a:off x="11501422" y="5563954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23" name="Téglalap 122">
            <a:extLst>
              <a:ext uri="{FF2B5EF4-FFF2-40B4-BE49-F238E27FC236}">
                <a16:creationId xmlns:a16="http://schemas.microsoft.com/office/drawing/2014/main" id="{3461FAD9-56D1-9109-7F30-AA4DAF0AC25E}"/>
              </a:ext>
            </a:extLst>
          </p:cNvPr>
          <p:cNvSpPr/>
          <p:nvPr/>
        </p:nvSpPr>
        <p:spPr>
          <a:xfrm>
            <a:off x="0" y="628395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24" name="Téglalap 123">
            <a:extLst>
              <a:ext uri="{FF2B5EF4-FFF2-40B4-BE49-F238E27FC236}">
                <a16:creationId xmlns:a16="http://schemas.microsoft.com/office/drawing/2014/main" id="{003662EF-4036-2DDE-B99A-37C2209FDD25}"/>
              </a:ext>
            </a:extLst>
          </p:cNvPr>
          <p:cNvSpPr/>
          <p:nvPr/>
        </p:nvSpPr>
        <p:spPr>
          <a:xfrm>
            <a:off x="720000" y="628395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25" name="Téglalap 124">
            <a:extLst>
              <a:ext uri="{FF2B5EF4-FFF2-40B4-BE49-F238E27FC236}">
                <a16:creationId xmlns:a16="http://schemas.microsoft.com/office/drawing/2014/main" id="{C6C82A77-DD09-347B-99F5-D1A39DBF7515}"/>
              </a:ext>
            </a:extLst>
          </p:cNvPr>
          <p:cNvSpPr/>
          <p:nvPr/>
        </p:nvSpPr>
        <p:spPr>
          <a:xfrm>
            <a:off x="1441000" y="628395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26" name="Téglalap 125">
            <a:extLst>
              <a:ext uri="{FF2B5EF4-FFF2-40B4-BE49-F238E27FC236}">
                <a16:creationId xmlns:a16="http://schemas.microsoft.com/office/drawing/2014/main" id="{44A19C9F-621F-8B7E-47D1-EAAAA74141B5}"/>
              </a:ext>
            </a:extLst>
          </p:cNvPr>
          <p:cNvSpPr/>
          <p:nvPr/>
        </p:nvSpPr>
        <p:spPr>
          <a:xfrm>
            <a:off x="2162000" y="628395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27" name="Téglalap 126">
            <a:extLst>
              <a:ext uri="{FF2B5EF4-FFF2-40B4-BE49-F238E27FC236}">
                <a16:creationId xmlns:a16="http://schemas.microsoft.com/office/drawing/2014/main" id="{AE9413E7-F90D-27B3-3221-E627F0E5CC75}"/>
              </a:ext>
            </a:extLst>
          </p:cNvPr>
          <p:cNvSpPr/>
          <p:nvPr/>
        </p:nvSpPr>
        <p:spPr>
          <a:xfrm>
            <a:off x="2883000" y="628395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28" name="Téglalap 127">
            <a:extLst>
              <a:ext uri="{FF2B5EF4-FFF2-40B4-BE49-F238E27FC236}">
                <a16:creationId xmlns:a16="http://schemas.microsoft.com/office/drawing/2014/main" id="{AFCEDA6D-A3C7-26F4-9AE6-B7C26BFF25AD}"/>
              </a:ext>
            </a:extLst>
          </p:cNvPr>
          <p:cNvSpPr/>
          <p:nvPr/>
        </p:nvSpPr>
        <p:spPr>
          <a:xfrm>
            <a:off x="4322000" y="6283954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29" name="Téglalap 128">
            <a:extLst>
              <a:ext uri="{FF2B5EF4-FFF2-40B4-BE49-F238E27FC236}">
                <a16:creationId xmlns:a16="http://schemas.microsoft.com/office/drawing/2014/main" id="{9CCCDE02-A3E4-30C6-65E4-AD5924C63A5C}"/>
              </a:ext>
            </a:extLst>
          </p:cNvPr>
          <p:cNvSpPr/>
          <p:nvPr/>
        </p:nvSpPr>
        <p:spPr>
          <a:xfrm>
            <a:off x="5042000" y="6283954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30" name="Téglalap 129">
            <a:extLst>
              <a:ext uri="{FF2B5EF4-FFF2-40B4-BE49-F238E27FC236}">
                <a16:creationId xmlns:a16="http://schemas.microsoft.com/office/drawing/2014/main" id="{2F11D4AD-0031-90F9-5C88-126F60964058}"/>
              </a:ext>
            </a:extLst>
          </p:cNvPr>
          <p:cNvSpPr/>
          <p:nvPr/>
        </p:nvSpPr>
        <p:spPr>
          <a:xfrm>
            <a:off x="5762000" y="6283954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31" name="Téglalap 130">
            <a:extLst>
              <a:ext uri="{FF2B5EF4-FFF2-40B4-BE49-F238E27FC236}">
                <a16:creationId xmlns:a16="http://schemas.microsoft.com/office/drawing/2014/main" id="{6C47EE22-F356-7E9D-07E7-96A0221BBF96}"/>
              </a:ext>
            </a:extLst>
          </p:cNvPr>
          <p:cNvSpPr/>
          <p:nvPr/>
        </p:nvSpPr>
        <p:spPr>
          <a:xfrm>
            <a:off x="6482000" y="6283954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32" name="Téglalap 131">
            <a:extLst>
              <a:ext uri="{FF2B5EF4-FFF2-40B4-BE49-F238E27FC236}">
                <a16:creationId xmlns:a16="http://schemas.microsoft.com/office/drawing/2014/main" id="{6CD89D69-C0AE-8575-0611-CDD256E6B5ED}"/>
              </a:ext>
            </a:extLst>
          </p:cNvPr>
          <p:cNvSpPr/>
          <p:nvPr/>
        </p:nvSpPr>
        <p:spPr>
          <a:xfrm>
            <a:off x="7180422" y="6283954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33" name="Téglalap 132">
            <a:extLst>
              <a:ext uri="{FF2B5EF4-FFF2-40B4-BE49-F238E27FC236}">
                <a16:creationId xmlns:a16="http://schemas.microsoft.com/office/drawing/2014/main" id="{0F87D181-1058-CB2C-85FA-A140AD9FAC8E}"/>
              </a:ext>
            </a:extLst>
          </p:cNvPr>
          <p:cNvSpPr/>
          <p:nvPr/>
        </p:nvSpPr>
        <p:spPr>
          <a:xfrm>
            <a:off x="7901422" y="6283954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34" name="Téglalap 133">
            <a:extLst>
              <a:ext uri="{FF2B5EF4-FFF2-40B4-BE49-F238E27FC236}">
                <a16:creationId xmlns:a16="http://schemas.microsoft.com/office/drawing/2014/main" id="{596D0F41-D46B-C87A-C4BB-583973FE9FB1}"/>
              </a:ext>
            </a:extLst>
          </p:cNvPr>
          <p:cNvSpPr/>
          <p:nvPr/>
        </p:nvSpPr>
        <p:spPr>
          <a:xfrm>
            <a:off x="8622422" y="6283954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35" name="Téglalap 134">
            <a:extLst>
              <a:ext uri="{FF2B5EF4-FFF2-40B4-BE49-F238E27FC236}">
                <a16:creationId xmlns:a16="http://schemas.microsoft.com/office/drawing/2014/main" id="{E0CAFCC3-3240-FD6C-B4D2-27DD37113716}"/>
              </a:ext>
            </a:extLst>
          </p:cNvPr>
          <p:cNvSpPr/>
          <p:nvPr/>
        </p:nvSpPr>
        <p:spPr>
          <a:xfrm>
            <a:off x="9341422" y="6283954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36" name="Téglalap 135">
            <a:extLst>
              <a:ext uri="{FF2B5EF4-FFF2-40B4-BE49-F238E27FC236}">
                <a16:creationId xmlns:a16="http://schemas.microsoft.com/office/drawing/2014/main" id="{0FDB1060-3AC5-0548-473F-5B9CA1E1C1B1}"/>
              </a:ext>
            </a:extLst>
          </p:cNvPr>
          <p:cNvSpPr/>
          <p:nvPr/>
        </p:nvSpPr>
        <p:spPr>
          <a:xfrm>
            <a:off x="10061422" y="6283954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37" name="Téglalap 136">
            <a:extLst>
              <a:ext uri="{FF2B5EF4-FFF2-40B4-BE49-F238E27FC236}">
                <a16:creationId xmlns:a16="http://schemas.microsoft.com/office/drawing/2014/main" id="{8F8E56EE-DFE0-F46F-E8BE-B7AD4EC9874C}"/>
              </a:ext>
            </a:extLst>
          </p:cNvPr>
          <p:cNvSpPr/>
          <p:nvPr/>
        </p:nvSpPr>
        <p:spPr>
          <a:xfrm>
            <a:off x="10781422" y="6283954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38" name="Téglalap 137">
            <a:extLst>
              <a:ext uri="{FF2B5EF4-FFF2-40B4-BE49-F238E27FC236}">
                <a16:creationId xmlns:a16="http://schemas.microsoft.com/office/drawing/2014/main" id="{2492BE43-E8A3-38BE-43DC-5D04C40D89C8}"/>
              </a:ext>
            </a:extLst>
          </p:cNvPr>
          <p:cNvSpPr/>
          <p:nvPr/>
        </p:nvSpPr>
        <p:spPr>
          <a:xfrm>
            <a:off x="11501422" y="6283954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66" name="Címkocka">
            <a:extLst>
              <a:ext uri="{FF2B5EF4-FFF2-40B4-BE49-F238E27FC236}">
                <a16:creationId xmlns:a16="http://schemas.microsoft.com/office/drawing/2014/main" id="{9EAC2A98-0093-DC56-4527-CC7287325B6A}"/>
              </a:ext>
            </a:extLst>
          </p:cNvPr>
          <p:cNvSpPr/>
          <p:nvPr/>
        </p:nvSpPr>
        <p:spPr>
          <a:xfrm>
            <a:off x="3602000" y="419535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67" name="Címkocka">
            <a:extLst>
              <a:ext uri="{FF2B5EF4-FFF2-40B4-BE49-F238E27FC236}">
                <a16:creationId xmlns:a16="http://schemas.microsoft.com/office/drawing/2014/main" id="{B41338F0-5363-8DC9-4754-2F2BCC4E1CBF}"/>
              </a:ext>
            </a:extLst>
          </p:cNvPr>
          <p:cNvSpPr/>
          <p:nvPr/>
        </p:nvSpPr>
        <p:spPr>
          <a:xfrm>
            <a:off x="4322000" y="419535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39" name="Téglalap 138">
            <a:extLst>
              <a:ext uri="{FF2B5EF4-FFF2-40B4-BE49-F238E27FC236}">
                <a16:creationId xmlns:a16="http://schemas.microsoft.com/office/drawing/2014/main" id="{0C482676-6269-2D56-28F1-7FC75D132B00}"/>
              </a:ext>
            </a:extLst>
          </p:cNvPr>
          <p:cNvSpPr/>
          <p:nvPr/>
        </p:nvSpPr>
        <p:spPr>
          <a:xfrm>
            <a:off x="1441000" y="-3674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40" name="Téglalap 139">
            <a:extLst>
              <a:ext uri="{FF2B5EF4-FFF2-40B4-BE49-F238E27FC236}">
                <a16:creationId xmlns:a16="http://schemas.microsoft.com/office/drawing/2014/main" id="{B1121A90-1AE6-3C6C-B124-FBF56DF05CC4}"/>
              </a:ext>
            </a:extLst>
          </p:cNvPr>
          <p:cNvSpPr/>
          <p:nvPr/>
        </p:nvSpPr>
        <p:spPr>
          <a:xfrm>
            <a:off x="2162000" y="-3674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41" name="Téglalap 140">
            <a:extLst>
              <a:ext uri="{FF2B5EF4-FFF2-40B4-BE49-F238E27FC236}">
                <a16:creationId xmlns:a16="http://schemas.microsoft.com/office/drawing/2014/main" id="{BF63AEB9-A33F-3E5E-6B5E-D09AC553C441}"/>
              </a:ext>
            </a:extLst>
          </p:cNvPr>
          <p:cNvSpPr/>
          <p:nvPr/>
        </p:nvSpPr>
        <p:spPr>
          <a:xfrm>
            <a:off x="1441000" y="71632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42" name="Téglalap 141">
            <a:extLst>
              <a:ext uri="{FF2B5EF4-FFF2-40B4-BE49-F238E27FC236}">
                <a16:creationId xmlns:a16="http://schemas.microsoft.com/office/drawing/2014/main" id="{FAC0F44F-70BC-8C21-B1BF-B24120B34D90}"/>
              </a:ext>
            </a:extLst>
          </p:cNvPr>
          <p:cNvSpPr/>
          <p:nvPr/>
        </p:nvSpPr>
        <p:spPr>
          <a:xfrm>
            <a:off x="2162000" y="71632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43" name="Téglalap 142">
            <a:extLst>
              <a:ext uri="{FF2B5EF4-FFF2-40B4-BE49-F238E27FC236}">
                <a16:creationId xmlns:a16="http://schemas.microsoft.com/office/drawing/2014/main" id="{D842FF94-9C88-5142-05EC-779C57B626B8}"/>
              </a:ext>
            </a:extLst>
          </p:cNvPr>
          <p:cNvSpPr/>
          <p:nvPr/>
        </p:nvSpPr>
        <p:spPr>
          <a:xfrm>
            <a:off x="2883000" y="71632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44" name="Téglalap 143">
            <a:extLst>
              <a:ext uri="{FF2B5EF4-FFF2-40B4-BE49-F238E27FC236}">
                <a16:creationId xmlns:a16="http://schemas.microsoft.com/office/drawing/2014/main" id="{9FF22754-5F18-829D-2744-CBA619C6B01E}"/>
              </a:ext>
            </a:extLst>
          </p:cNvPr>
          <p:cNvSpPr/>
          <p:nvPr/>
        </p:nvSpPr>
        <p:spPr>
          <a:xfrm>
            <a:off x="3602000" y="71632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4000" b="1" dirty="0">
                <a:solidFill>
                  <a:srgbClr val="388E3C"/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145" name="Téglalap 144">
            <a:extLst>
              <a:ext uri="{FF2B5EF4-FFF2-40B4-BE49-F238E27FC236}">
                <a16:creationId xmlns:a16="http://schemas.microsoft.com/office/drawing/2014/main" id="{1FB508DC-AAE1-7DDF-9047-13ED6D9F517E}"/>
              </a:ext>
            </a:extLst>
          </p:cNvPr>
          <p:cNvSpPr/>
          <p:nvPr/>
        </p:nvSpPr>
        <p:spPr>
          <a:xfrm>
            <a:off x="10084000" y="71632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47" name="Téglalap 146">
            <a:extLst>
              <a:ext uri="{FF2B5EF4-FFF2-40B4-BE49-F238E27FC236}">
                <a16:creationId xmlns:a16="http://schemas.microsoft.com/office/drawing/2014/main" id="{4B1C5729-36BC-33CD-8ED6-022F581F2CE1}"/>
              </a:ext>
            </a:extLst>
          </p:cNvPr>
          <p:cNvSpPr/>
          <p:nvPr/>
        </p:nvSpPr>
        <p:spPr>
          <a:xfrm>
            <a:off x="2883000" y="-367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48" name="Téglalap 147">
            <a:extLst>
              <a:ext uri="{FF2B5EF4-FFF2-40B4-BE49-F238E27FC236}">
                <a16:creationId xmlns:a16="http://schemas.microsoft.com/office/drawing/2014/main" id="{86AD3E51-AFAE-8D68-BAA6-5995ED8CE318}"/>
              </a:ext>
            </a:extLst>
          </p:cNvPr>
          <p:cNvSpPr/>
          <p:nvPr/>
        </p:nvSpPr>
        <p:spPr>
          <a:xfrm>
            <a:off x="3602000" y="-367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49" name="Téglalap 148">
            <a:extLst>
              <a:ext uri="{FF2B5EF4-FFF2-40B4-BE49-F238E27FC236}">
                <a16:creationId xmlns:a16="http://schemas.microsoft.com/office/drawing/2014/main" id="{70B17DAF-AEC1-47E4-9A07-CB9105A2CF24}"/>
              </a:ext>
            </a:extLst>
          </p:cNvPr>
          <p:cNvSpPr/>
          <p:nvPr/>
        </p:nvSpPr>
        <p:spPr>
          <a:xfrm>
            <a:off x="4322000" y="-367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51" name="Téglalap 150">
            <a:extLst>
              <a:ext uri="{FF2B5EF4-FFF2-40B4-BE49-F238E27FC236}">
                <a16:creationId xmlns:a16="http://schemas.microsoft.com/office/drawing/2014/main" id="{997BBEC5-D8CC-756E-6552-D9A19BB3DFC7}"/>
              </a:ext>
            </a:extLst>
          </p:cNvPr>
          <p:cNvSpPr/>
          <p:nvPr/>
        </p:nvSpPr>
        <p:spPr>
          <a:xfrm>
            <a:off x="5042000" y="-367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52" name="Téglalap 151">
            <a:extLst>
              <a:ext uri="{FF2B5EF4-FFF2-40B4-BE49-F238E27FC236}">
                <a16:creationId xmlns:a16="http://schemas.microsoft.com/office/drawing/2014/main" id="{C03297FC-D1A9-BB9B-E9B8-C1685598AE72}"/>
              </a:ext>
            </a:extLst>
          </p:cNvPr>
          <p:cNvSpPr/>
          <p:nvPr/>
        </p:nvSpPr>
        <p:spPr>
          <a:xfrm>
            <a:off x="5762000" y="-367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53" name="Téglalap 152">
            <a:extLst>
              <a:ext uri="{FF2B5EF4-FFF2-40B4-BE49-F238E27FC236}">
                <a16:creationId xmlns:a16="http://schemas.microsoft.com/office/drawing/2014/main" id="{46C30664-BF49-8B54-43ED-4F0DF64D5931}"/>
              </a:ext>
            </a:extLst>
          </p:cNvPr>
          <p:cNvSpPr/>
          <p:nvPr/>
        </p:nvSpPr>
        <p:spPr>
          <a:xfrm>
            <a:off x="6482000" y="-367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54" name="Téglalap 153">
            <a:extLst>
              <a:ext uri="{FF2B5EF4-FFF2-40B4-BE49-F238E27FC236}">
                <a16:creationId xmlns:a16="http://schemas.microsoft.com/office/drawing/2014/main" id="{6235DA64-1436-FA73-3ED6-539A2D4FA97F}"/>
              </a:ext>
            </a:extLst>
          </p:cNvPr>
          <p:cNvSpPr/>
          <p:nvPr/>
        </p:nvSpPr>
        <p:spPr>
          <a:xfrm>
            <a:off x="7203000" y="-367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55" name="Téglalap 154">
            <a:extLst>
              <a:ext uri="{FF2B5EF4-FFF2-40B4-BE49-F238E27FC236}">
                <a16:creationId xmlns:a16="http://schemas.microsoft.com/office/drawing/2014/main" id="{6182777B-3018-E606-88F9-6A5542E68705}"/>
              </a:ext>
            </a:extLst>
          </p:cNvPr>
          <p:cNvSpPr/>
          <p:nvPr/>
        </p:nvSpPr>
        <p:spPr>
          <a:xfrm>
            <a:off x="7924000" y="-367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56" name="Téglalap 155">
            <a:extLst>
              <a:ext uri="{FF2B5EF4-FFF2-40B4-BE49-F238E27FC236}">
                <a16:creationId xmlns:a16="http://schemas.microsoft.com/office/drawing/2014/main" id="{C669094C-9A26-5FDC-2487-611F06DEAB43}"/>
              </a:ext>
            </a:extLst>
          </p:cNvPr>
          <p:cNvSpPr/>
          <p:nvPr/>
        </p:nvSpPr>
        <p:spPr>
          <a:xfrm>
            <a:off x="8645000" y="-367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57" name="Téglalap 156">
            <a:extLst>
              <a:ext uri="{FF2B5EF4-FFF2-40B4-BE49-F238E27FC236}">
                <a16:creationId xmlns:a16="http://schemas.microsoft.com/office/drawing/2014/main" id="{23560A11-1921-4E1C-9502-EE0C7FC200C1}"/>
              </a:ext>
            </a:extLst>
          </p:cNvPr>
          <p:cNvSpPr/>
          <p:nvPr/>
        </p:nvSpPr>
        <p:spPr>
          <a:xfrm>
            <a:off x="9364000" y="-367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58" name="Téglalap 157">
            <a:extLst>
              <a:ext uri="{FF2B5EF4-FFF2-40B4-BE49-F238E27FC236}">
                <a16:creationId xmlns:a16="http://schemas.microsoft.com/office/drawing/2014/main" id="{67E52676-2FAC-E1B1-9A91-3688B82157E6}"/>
              </a:ext>
            </a:extLst>
          </p:cNvPr>
          <p:cNvSpPr/>
          <p:nvPr/>
        </p:nvSpPr>
        <p:spPr>
          <a:xfrm>
            <a:off x="10084000" y="-367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59" name="Téglalap 158">
            <a:extLst>
              <a:ext uri="{FF2B5EF4-FFF2-40B4-BE49-F238E27FC236}">
                <a16:creationId xmlns:a16="http://schemas.microsoft.com/office/drawing/2014/main" id="{9FCF3EC6-E9D5-B3E6-F5F7-21FC13601153}"/>
              </a:ext>
            </a:extLst>
          </p:cNvPr>
          <p:cNvSpPr/>
          <p:nvPr/>
        </p:nvSpPr>
        <p:spPr>
          <a:xfrm>
            <a:off x="5042000" y="716326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60" name="Téglalap 159">
            <a:extLst>
              <a:ext uri="{FF2B5EF4-FFF2-40B4-BE49-F238E27FC236}">
                <a16:creationId xmlns:a16="http://schemas.microsoft.com/office/drawing/2014/main" id="{DDB417C1-EAFE-4A3D-A9F8-23405510AA36}"/>
              </a:ext>
            </a:extLst>
          </p:cNvPr>
          <p:cNvSpPr/>
          <p:nvPr/>
        </p:nvSpPr>
        <p:spPr>
          <a:xfrm>
            <a:off x="5762000" y="716326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61" name="Téglalap 160">
            <a:extLst>
              <a:ext uri="{FF2B5EF4-FFF2-40B4-BE49-F238E27FC236}">
                <a16:creationId xmlns:a16="http://schemas.microsoft.com/office/drawing/2014/main" id="{B5EC7892-A840-1810-3FC2-91D7FC8E4D55}"/>
              </a:ext>
            </a:extLst>
          </p:cNvPr>
          <p:cNvSpPr/>
          <p:nvPr/>
        </p:nvSpPr>
        <p:spPr>
          <a:xfrm>
            <a:off x="6482000" y="716326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62" name="Téglalap 161">
            <a:extLst>
              <a:ext uri="{FF2B5EF4-FFF2-40B4-BE49-F238E27FC236}">
                <a16:creationId xmlns:a16="http://schemas.microsoft.com/office/drawing/2014/main" id="{D7CB6610-FF62-B631-191B-8A6B16700D03}"/>
              </a:ext>
            </a:extLst>
          </p:cNvPr>
          <p:cNvSpPr/>
          <p:nvPr/>
        </p:nvSpPr>
        <p:spPr>
          <a:xfrm>
            <a:off x="7203000" y="716326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63" name="Téglalap 162">
            <a:extLst>
              <a:ext uri="{FF2B5EF4-FFF2-40B4-BE49-F238E27FC236}">
                <a16:creationId xmlns:a16="http://schemas.microsoft.com/office/drawing/2014/main" id="{1CD8637A-F4E3-0DD0-DA62-FB68F8421481}"/>
              </a:ext>
            </a:extLst>
          </p:cNvPr>
          <p:cNvSpPr/>
          <p:nvPr/>
        </p:nvSpPr>
        <p:spPr>
          <a:xfrm>
            <a:off x="7924000" y="716326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64" name="Téglalap 163">
            <a:extLst>
              <a:ext uri="{FF2B5EF4-FFF2-40B4-BE49-F238E27FC236}">
                <a16:creationId xmlns:a16="http://schemas.microsoft.com/office/drawing/2014/main" id="{A7632AFB-D69D-D9D3-FF4B-873390697B3B}"/>
              </a:ext>
            </a:extLst>
          </p:cNvPr>
          <p:cNvSpPr/>
          <p:nvPr/>
        </p:nvSpPr>
        <p:spPr>
          <a:xfrm>
            <a:off x="8645000" y="716326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65" name="Téglalap 164">
            <a:extLst>
              <a:ext uri="{FF2B5EF4-FFF2-40B4-BE49-F238E27FC236}">
                <a16:creationId xmlns:a16="http://schemas.microsoft.com/office/drawing/2014/main" id="{101D8D8D-9158-D64C-C1F1-44180C942868}"/>
              </a:ext>
            </a:extLst>
          </p:cNvPr>
          <p:cNvSpPr/>
          <p:nvPr/>
        </p:nvSpPr>
        <p:spPr>
          <a:xfrm>
            <a:off x="9364000" y="716326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68" name="Címkocka">
            <a:extLst>
              <a:ext uri="{FF2B5EF4-FFF2-40B4-BE49-F238E27FC236}">
                <a16:creationId xmlns:a16="http://schemas.microsoft.com/office/drawing/2014/main" id="{2595EAE5-AE62-7D95-2F1E-027A783EB879}"/>
              </a:ext>
            </a:extLst>
          </p:cNvPr>
          <p:cNvSpPr/>
          <p:nvPr/>
        </p:nvSpPr>
        <p:spPr>
          <a:xfrm>
            <a:off x="5042000" y="419535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69" name="Címkocka">
            <a:extLst>
              <a:ext uri="{FF2B5EF4-FFF2-40B4-BE49-F238E27FC236}">
                <a16:creationId xmlns:a16="http://schemas.microsoft.com/office/drawing/2014/main" id="{67632D03-95AD-65E5-4632-F0B2ADD167A5}"/>
              </a:ext>
            </a:extLst>
          </p:cNvPr>
          <p:cNvSpPr/>
          <p:nvPr/>
        </p:nvSpPr>
        <p:spPr>
          <a:xfrm>
            <a:off x="7901422" y="419535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70" name="Címkocka">
            <a:extLst>
              <a:ext uri="{FF2B5EF4-FFF2-40B4-BE49-F238E27FC236}">
                <a16:creationId xmlns:a16="http://schemas.microsoft.com/office/drawing/2014/main" id="{26B096A3-D4FA-EC47-0DB6-0C06B5DEFA56}"/>
              </a:ext>
            </a:extLst>
          </p:cNvPr>
          <p:cNvSpPr/>
          <p:nvPr/>
        </p:nvSpPr>
        <p:spPr>
          <a:xfrm>
            <a:off x="3602000" y="491535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71" name="Téglalap 170">
            <a:extLst>
              <a:ext uri="{FF2B5EF4-FFF2-40B4-BE49-F238E27FC236}">
                <a16:creationId xmlns:a16="http://schemas.microsoft.com/office/drawing/2014/main" id="{B6BADA11-AD65-ED37-5C47-5554727AE9B2}"/>
              </a:ext>
            </a:extLst>
          </p:cNvPr>
          <p:cNvSpPr/>
          <p:nvPr/>
        </p:nvSpPr>
        <p:spPr>
          <a:xfrm>
            <a:off x="3602000" y="556395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72" name="Téglalap 171">
            <a:extLst>
              <a:ext uri="{FF2B5EF4-FFF2-40B4-BE49-F238E27FC236}">
                <a16:creationId xmlns:a16="http://schemas.microsoft.com/office/drawing/2014/main" id="{21C3C675-9D36-8AF7-0859-5E0A7FA2DFBF}"/>
              </a:ext>
            </a:extLst>
          </p:cNvPr>
          <p:cNvSpPr/>
          <p:nvPr/>
        </p:nvSpPr>
        <p:spPr>
          <a:xfrm>
            <a:off x="3602000" y="628395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cxnSp>
        <p:nvCxnSpPr>
          <p:cNvPr id="175" name="Egyenes összekötő 174">
            <a:extLst>
              <a:ext uri="{FF2B5EF4-FFF2-40B4-BE49-F238E27FC236}">
                <a16:creationId xmlns:a16="http://schemas.microsoft.com/office/drawing/2014/main" id="{9D0B4A84-0000-65F7-2CB5-8E7320EBDDF2}"/>
              </a:ext>
            </a:extLst>
          </p:cNvPr>
          <p:cNvCxnSpPr>
            <a:cxnSpLocks/>
          </p:cNvCxnSpPr>
          <p:nvPr/>
        </p:nvCxnSpPr>
        <p:spPr>
          <a:xfrm flipH="1">
            <a:off x="739241" y="-51303"/>
            <a:ext cx="1" cy="806155"/>
          </a:xfrm>
          <a:prstGeom prst="line">
            <a:avLst/>
          </a:prstGeom>
          <a:ln w="38100">
            <a:solidFill>
              <a:srgbClr val="87A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Egyenes összekötő 176">
            <a:extLst>
              <a:ext uri="{FF2B5EF4-FFF2-40B4-BE49-F238E27FC236}">
                <a16:creationId xmlns:a16="http://schemas.microsoft.com/office/drawing/2014/main" id="{7C5D8D85-C15A-6AFB-325E-F46B5F11C896}"/>
              </a:ext>
            </a:extLst>
          </p:cNvPr>
          <p:cNvCxnSpPr>
            <a:cxnSpLocks/>
          </p:cNvCxnSpPr>
          <p:nvPr/>
        </p:nvCxnSpPr>
        <p:spPr>
          <a:xfrm flipH="1">
            <a:off x="2871377" y="-70779"/>
            <a:ext cx="1" cy="806155"/>
          </a:xfrm>
          <a:prstGeom prst="line">
            <a:avLst/>
          </a:prstGeom>
          <a:ln w="38100">
            <a:solidFill>
              <a:srgbClr val="87A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Egyenes összekötő 172">
            <a:extLst>
              <a:ext uri="{FF2B5EF4-FFF2-40B4-BE49-F238E27FC236}">
                <a16:creationId xmlns:a16="http://schemas.microsoft.com/office/drawing/2014/main" id="{D6D44C15-A2DA-BB36-CA29-80914291CC84}"/>
              </a:ext>
            </a:extLst>
          </p:cNvPr>
          <p:cNvCxnSpPr>
            <a:cxnSpLocks/>
          </p:cNvCxnSpPr>
          <p:nvPr/>
        </p:nvCxnSpPr>
        <p:spPr>
          <a:xfrm flipH="1" flipV="1">
            <a:off x="12325023" y="1357494"/>
            <a:ext cx="187210" cy="24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Egyenes összekötő 173">
            <a:extLst>
              <a:ext uri="{FF2B5EF4-FFF2-40B4-BE49-F238E27FC236}">
                <a16:creationId xmlns:a16="http://schemas.microsoft.com/office/drawing/2014/main" id="{30835BA2-E906-53B1-48D5-CD78B1EC7ED1}"/>
              </a:ext>
            </a:extLst>
          </p:cNvPr>
          <p:cNvCxnSpPr/>
          <p:nvPr/>
        </p:nvCxnSpPr>
        <p:spPr>
          <a:xfrm>
            <a:off x="0" y="735376"/>
            <a:ext cx="720000" cy="0"/>
          </a:xfrm>
          <a:prstGeom prst="line">
            <a:avLst/>
          </a:prstGeom>
          <a:ln w="38100">
            <a:solidFill>
              <a:srgbClr val="87A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Egyenes összekötő 182">
            <a:extLst>
              <a:ext uri="{FF2B5EF4-FFF2-40B4-BE49-F238E27FC236}">
                <a16:creationId xmlns:a16="http://schemas.microsoft.com/office/drawing/2014/main" id="{A61F6904-B7D9-6508-A3C3-52562C47749A}"/>
              </a:ext>
            </a:extLst>
          </p:cNvPr>
          <p:cNvCxnSpPr>
            <a:cxnSpLocks/>
          </p:cNvCxnSpPr>
          <p:nvPr/>
        </p:nvCxnSpPr>
        <p:spPr>
          <a:xfrm>
            <a:off x="-24027" y="4191362"/>
            <a:ext cx="5790807" cy="0"/>
          </a:xfrm>
          <a:prstGeom prst="line">
            <a:avLst/>
          </a:prstGeom>
          <a:ln w="38100">
            <a:solidFill>
              <a:srgbClr val="87A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6" name="Téglalap 175">
            <a:extLst>
              <a:ext uri="{FF2B5EF4-FFF2-40B4-BE49-F238E27FC236}">
                <a16:creationId xmlns:a16="http://schemas.microsoft.com/office/drawing/2014/main" id="{B37E7A05-7B22-1355-2735-976310336B45}"/>
              </a:ext>
            </a:extLst>
          </p:cNvPr>
          <p:cNvSpPr/>
          <p:nvPr/>
        </p:nvSpPr>
        <p:spPr>
          <a:xfrm>
            <a:off x="4322000" y="716326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cxnSp>
        <p:nvCxnSpPr>
          <p:cNvPr id="184" name="Egyenes összekötő 183">
            <a:extLst>
              <a:ext uri="{FF2B5EF4-FFF2-40B4-BE49-F238E27FC236}">
                <a16:creationId xmlns:a16="http://schemas.microsoft.com/office/drawing/2014/main" id="{8D1FDE35-38AD-7F95-A583-7A15C7595329}"/>
              </a:ext>
            </a:extLst>
          </p:cNvPr>
          <p:cNvCxnSpPr>
            <a:cxnSpLocks/>
          </p:cNvCxnSpPr>
          <p:nvPr/>
        </p:nvCxnSpPr>
        <p:spPr>
          <a:xfrm flipH="1">
            <a:off x="5778509" y="4172436"/>
            <a:ext cx="1" cy="742915"/>
          </a:xfrm>
          <a:prstGeom prst="line">
            <a:avLst/>
          </a:prstGeom>
          <a:ln w="38100">
            <a:solidFill>
              <a:srgbClr val="87A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Egyenes összekötő 177">
            <a:extLst>
              <a:ext uri="{FF2B5EF4-FFF2-40B4-BE49-F238E27FC236}">
                <a16:creationId xmlns:a16="http://schemas.microsoft.com/office/drawing/2014/main" id="{40AAA261-3251-9A81-7B0F-9D97CD8BFA65}"/>
              </a:ext>
            </a:extLst>
          </p:cNvPr>
          <p:cNvCxnSpPr>
            <a:cxnSpLocks/>
          </p:cNvCxnSpPr>
          <p:nvPr/>
        </p:nvCxnSpPr>
        <p:spPr>
          <a:xfrm>
            <a:off x="2853193" y="735376"/>
            <a:ext cx="1468807" cy="0"/>
          </a:xfrm>
          <a:prstGeom prst="line">
            <a:avLst/>
          </a:prstGeom>
          <a:ln w="38100">
            <a:solidFill>
              <a:srgbClr val="87A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Egyenes összekötő 178">
            <a:extLst>
              <a:ext uri="{FF2B5EF4-FFF2-40B4-BE49-F238E27FC236}">
                <a16:creationId xmlns:a16="http://schemas.microsoft.com/office/drawing/2014/main" id="{325A04ED-F39F-86ED-A904-D2FAC50B4FDD}"/>
              </a:ext>
            </a:extLst>
          </p:cNvPr>
          <p:cNvCxnSpPr>
            <a:cxnSpLocks/>
          </p:cNvCxnSpPr>
          <p:nvPr/>
        </p:nvCxnSpPr>
        <p:spPr>
          <a:xfrm>
            <a:off x="4302755" y="735376"/>
            <a:ext cx="1" cy="700950"/>
          </a:xfrm>
          <a:prstGeom prst="line">
            <a:avLst/>
          </a:prstGeom>
          <a:ln w="38100">
            <a:solidFill>
              <a:srgbClr val="87A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Egyenes összekötő 179">
            <a:extLst>
              <a:ext uri="{FF2B5EF4-FFF2-40B4-BE49-F238E27FC236}">
                <a16:creationId xmlns:a16="http://schemas.microsoft.com/office/drawing/2014/main" id="{140165AC-9BE8-965D-1542-76F0D33573EA}"/>
              </a:ext>
            </a:extLst>
          </p:cNvPr>
          <p:cNvCxnSpPr>
            <a:cxnSpLocks/>
          </p:cNvCxnSpPr>
          <p:nvPr/>
        </p:nvCxnSpPr>
        <p:spPr>
          <a:xfrm>
            <a:off x="4293193" y="1440182"/>
            <a:ext cx="5790807" cy="0"/>
          </a:xfrm>
          <a:prstGeom prst="line">
            <a:avLst/>
          </a:prstGeom>
          <a:ln w="38100">
            <a:solidFill>
              <a:srgbClr val="87A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Egyenes összekötő 180">
            <a:extLst>
              <a:ext uri="{FF2B5EF4-FFF2-40B4-BE49-F238E27FC236}">
                <a16:creationId xmlns:a16="http://schemas.microsoft.com/office/drawing/2014/main" id="{92854EBA-3EDA-0121-BCD5-95FCB27E792A}"/>
              </a:ext>
            </a:extLst>
          </p:cNvPr>
          <p:cNvCxnSpPr>
            <a:cxnSpLocks/>
          </p:cNvCxnSpPr>
          <p:nvPr/>
        </p:nvCxnSpPr>
        <p:spPr>
          <a:xfrm>
            <a:off x="10084000" y="735376"/>
            <a:ext cx="2160000" cy="0"/>
          </a:xfrm>
          <a:prstGeom prst="line">
            <a:avLst/>
          </a:prstGeom>
          <a:ln w="38100">
            <a:solidFill>
              <a:srgbClr val="87A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Egyenes összekötő 181">
            <a:extLst>
              <a:ext uri="{FF2B5EF4-FFF2-40B4-BE49-F238E27FC236}">
                <a16:creationId xmlns:a16="http://schemas.microsoft.com/office/drawing/2014/main" id="{AC449BF9-CD65-5425-54CA-39CADD46C7C3}"/>
              </a:ext>
            </a:extLst>
          </p:cNvPr>
          <p:cNvCxnSpPr>
            <a:cxnSpLocks/>
          </p:cNvCxnSpPr>
          <p:nvPr/>
        </p:nvCxnSpPr>
        <p:spPr>
          <a:xfrm>
            <a:off x="10103244" y="735376"/>
            <a:ext cx="40" cy="724760"/>
          </a:xfrm>
          <a:prstGeom prst="line">
            <a:avLst/>
          </a:prstGeom>
          <a:ln w="38100">
            <a:solidFill>
              <a:srgbClr val="87A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Egyenes összekötő 184">
            <a:extLst>
              <a:ext uri="{FF2B5EF4-FFF2-40B4-BE49-F238E27FC236}">
                <a16:creationId xmlns:a16="http://schemas.microsoft.com/office/drawing/2014/main" id="{52BAB70C-BB42-5C80-954E-0E49E84C0CC3}"/>
              </a:ext>
            </a:extLst>
          </p:cNvPr>
          <p:cNvCxnSpPr>
            <a:cxnSpLocks/>
          </p:cNvCxnSpPr>
          <p:nvPr/>
        </p:nvCxnSpPr>
        <p:spPr>
          <a:xfrm>
            <a:off x="4322000" y="4934531"/>
            <a:ext cx="1475950" cy="0"/>
          </a:xfrm>
          <a:prstGeom prst="line">
            <a:avLst/>
          </a:prstGeom>
          <a:ln w="38100">
            <a:solidFill>
              <a:srgbClr val="87A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Egyenes összekötő 185">
            <a:extLst>
              <a:ext uri="{FF2B5EF4-FFF2-40B4-BE49-F238E27FC236}">
                <a16:creationId xmlns:a16="http://schemas.microsoft.com/office/drawing/2014/main" id="{15E97B97-122A-7E96-C4CF-ABAD71786046}"/>
              </a:ext>
            </a:extLst>
          </p:cNvPr>
          <p:cNvCxnSpPr>
            <a:cxnSpLocks/>
          </p:cNvCxnSpPr>
          <p:nvPr/>
        </p:nvCxnSpPr>
        <p:spPr>
          <a:xfrm flipH="1">
            <a:off x="4339975" y="4947867"/>
            <a:ext cx="1" cy="2176833"/>
          </a:xfrm>
          <a:prstGeom prst="line">
            <a:avLst/>
          </a:prstGeom>
          <a:ln w="38100">
            <a:solidFill>
              <a:srgbClr val="87A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Egyenes összekötő 186">
            <a:extLst>
              <a:ext uri="{FF2B5EF4-FFF2-40B4-BE49-F238E27FC236}">
                <a16:creationId xmlns:a16="http://schemas.microsoft.com/office/drawing/2014/main" id="{D743F78E-6F7B-B381-4C07-A86C798A387B}"/>
              </a:ext>
            </a:extLst>
          </p:cNvPr>
          <p:cNvCxnSpPr>
            <a:cxnSpLocks/>
          </p:cNvCxnSpPr>
          <p:nvPr/>
        </p:nvCxnSpPr>
        <p:spPr>
          <a:xfrm>
            <a:off x="7883875" y="4194465"/>
            <a:ext cx="1368" cy="753402"/>
          </a:xfrm>
          <a:prstGeom prst="line">
            <a:avLst/>
          </a:prstGeom>
          <a:ln w="38100">
            <a:solidFill>
              <a:srgbClr val="87A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Egyenes összekötő 187">
            <a:extLst>
              <a:ext uri="{FF2B5EF4-FFF2-40B4-BE49-F238E27FC236}">
                <a16:creationId xmlns:a16="http://schemas.microsoft.com/office/drawing/2014/main" id="{826BECF5-5577-5557-7C10-215EF673DD1D}"/>
              </a:ext>
            </a:extLst>
          </p:cNvPr>
          <p:cNvCxnSpPr>
            <a:cxnSpLocks/>
          </p:cNvCxnSpPr>
          <p:nvPr/>
        </p:nvCxnSpPr>
        <p:spPr>
          <a:xfrm>
            <a:off x="8641112" y="4172436"/>
            <a:ext cx="0" cy="764943"/>
          </a:xfrm>
          <a:prstGeom prst="line">
            <a:avLst/>
          </a:prstGeom>
          <a:ln w="38100">
            <a:solidFill>
              <a:srgbClr val="87A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Egyenes összekötő 188">
            <a:extLst>
              <a:ext uri="{FF2B5EF4-FFF2-40B4-BE49-F238E27FC236}">
                <a16:creationId xmlns:a16="http://schemas.microsoft.com/office/drawing/2014/main" id="{87969F62-E97E-961C-25C6-9BB55656A9C9}"/>
              </a:ext>
            </a:extLst>
          </p:cNvPr>
          <p:cNvCxnSpPr>
            <a:cxnSpLocks/>
          </p:cNvCxnSpPr>
          <p:nvPr/>
        </p:nvCxnSpPr>
        <p:spPr>
          <a:xfrm flipV="1">
            <a:off x="7863550" y="4177319"/>
            <a:ext cx="777561" cy="2383"/>
          </a:xfrm>
          <a:prstGeom prst="line">
            <a:avLst/>
          </a:prstGeom>
          <a:ln w="38100">
            <a:solidFill>
              <a:srgbClr val="87A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Egyenes összekötő 189">
            <a:extLst>
              <a:ext uri="{FF2B5EF4-FFF2-40B4-BE49-F238E27FC236}">
                <a16:creationId xmlns:a16="http://schemas.microsoft.com/office/drawing/2014/main" id="{5BA451CE-AB09-04D2-B127-5A1934991DBE}"/>
              </a:ext>
            </a:extLst>
          </p:cNvPr>
          <p:cNvCxnSpPr>
            <a:cxnSpLocks/>
          </p:cNvCxnSpPr>
          <p:nvPr/>
        </p:nvCxnSpPr>
        <p:spPr>
          <a:xfrm flipV="1">
            <a:off x="7879731" y="4926611"/>
            <a:ext cx="777561" cy="2383"/>
          </a:xfrm>
          <a:prstGeom prst="line">
            <a:avLst/>
          </a:prstGeom>
          <a:ln w="38100">
            <a:solidFill>
              <a:srgbClr val="87A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Egyenes összekötő 190">
            <a:extLst>
              <a:ext uri="{FF2B5EF4-FFF2-40B4-BE49-F238E27FC236}">
                <a16:creationId xmlns:a16="http://schemas.microsoft.com/office/drawing/2014/main" id="{FB2F60AF-CA90-A9FD-B119-7D8D1984E27E}"/>
              </a:ext>
            </a:extLst>
          </p:cNvPr>
          <p:cNvCxnSpPr>
            <a:cxnSpLocks/>
          </p:cNvCxnSpPr>
          <p:nvPr/>
        </p:nvCxnSpPr>
        <p:spPr>
          <a:xfrm>
            <a:off x="10757341" y="4895077"/>
            <a:ext cx="1464081" cy="0"/>
          </a:xfrm>
          <a:prstGeom prst="line">
            <a:avLst/>
          </a:prstGeom>
          <a:ln w="38100">
            <a:solidFill>
              <a:srgbClr val="87A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Egyenes összekötő 191">
            <a:extLst>
              <a:ext uri="{FF2B5EF4-FFF2-40B4-BE49-F238E27FC236}">
                <a16:creationId xmlns:a16="http://schemas.microsoft.com/office/drawing/2014/main" id="{B1CA8FC0-CE06-7064-0A2F-F9FAEBA3F830}"/>
              </a:ext>
            </a:extLst>
          </p:cNvPr>
          <p:cNvCxnSpPr>
            <a:cxnSpLocks/>
          </p:cNvCxnSpPr>
          <p:nvPr/>
        </p:nvCxnSpPr>
        <p:spPr>
          <a:xfrm>
            <a:off x="10762103" y="4876800"/>
            <a:ext cx="0" cy="723900"/>
          </a:xfrm>
          <a:prstGeom prst="line">
            <a:avLst/>
          </a:prstGeom>
          <a:ln w="38100">
            <a:solidFill>
              <a:srgbClr val="87A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Egyenes összekötő 192">
            <a:extLst>
              <a:ext uri="{FF2B5EF4-FFF2-40B4-BE49-F238E27FC236}">
                <a16:creationId xmlns:a16="http://schemas.microsoft.com/office/drawing/2014/main" id="{C62C28D8-685C-0C06-D100-9715ADB57566}"/>
              </a:ext>
            </a:extLst>
          </p:cNvPr>
          <p:cNvCxnSpPr>
            <a:cxnSpLocks/>
          </p:cNvCxnSpPr>
          <p:nvPr/>
        </p:nvCxnSpPr>
        <p:spPr>
          <a:xfrm>
            <a:off x="10757341" y="5583259"/>
            <a:ext cx="1464081" cy="0"/>
          </a:xfrm>
          <a:prstGeom prst="line">
            <a:avLst/>
          </a:prstGeom>
          <a:ln w="38100">
            <a:solidFill>
              <a:srgbClr val="87A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5" name="Téglalap 424">
            <a:extLst>
              <a:ext uri="{FF2B5EF4-FFF2-40B4-BE49-F238E27FC236}">
                <a16:creationId xmlns:a16="http://schemas.microsoft.com/office/drawing/2014/main" id="{11253FC9-4589-2178-F32F-54715609C9E8}"/>
              </a:ext>
            </a:extLst>
          </p:cNvPr>
          <p:cNvSpPr/>
          <p:nvPr/>
        </p:nvSpPr>
        <p:spPr>
          <a:xfrm>
            <a:off x="6404" y="3520156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26" name="Téglalap 425">
            <a:extLst>
              <a:ext uri="{FF2B5EF4-FFF2-40B4-BE49-F238E27FC236}">
                <a16:creationId xmlns:a16="http://schemas.microsoft.com/office/drawing/2014/main" id="{2354A183-42C5-5F6E-E0E1-C047280AAE4C}"/>
              </a:ext>
            </a:extLst>
          </p:cNvPr>
          <p:cNvSpPr/>
          <p:nvPr/>
        </p:nvSpPr>
        <p:spPr>
          <a:xfrm>
            <a:off x="726404" y="3520156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66" name="Téglalap 365">
            <a:extLst>
              <a:ext uri="{FF2B5EF4-FFF2-40B4-BE49-F238E27FC236}">
                <a16:creationId xmlns:a16="http://schemas.microsoft.com/office/drawing/2014/main" id="{28198B44-19D4-A926-BEE9-F998EE4F9F7B}"/>
              </a:ext>
            </a:extLst>
          </p:cNvPr>
          <p:cNvSpPr/>
          <p:nvPr/>
        </p:nvSpPr>
        <p:spPr>
          <a:xfrm>
            <a:off x="6404" y="806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67" name="Téglalap 366">
            <a:extLst>
              <a:ext uri="{FF2B5EF4-FFF2-40B4-BE49-F238E27FC236}">
                <a16:creationId xmlns:a16="http://schemas.microsoft.com/office/drawing/2014/main" id="{05C8271F-3AD2-0FDA-8D2A-1656C59AF64A}"/>
              </a:ext>
            </a:extLst>
          </p:cNvPr>
          <p:cNvSpPr/>
          <p:nvPr/>
        </p:nvSpPr>
        <p:spPr>
          <a:xfrm>
            <a:off x="726404" y="806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68" name="Téglalap 367">
            <a:extLst>
              <a:ext uri="{FF2B5EF4-FFF2-40B4-BE49-F238E27FC236}">
                <a16:creationId xmlns:a16="http://schemas.microsoft.com/office/drawing/2014/main" id="{0E5A479E-707B-D193-662F-CABE96B9142C}"/>
              </a:ext>
            </a:extLst>
          </p:cNvPr>
          <p:cNvSpPr/>
          <p:nvPr/>
        </p:nvSpPr>
        <p:spPr>
          <a:xfrm>
            <a:off x="10810404" y="806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69" name="Téglalap 368">
            <a:extLst>
              <a:ext uri="{FF2B5EF4-FFF2-40B4-BE49-F238E27FC236}">
                <a16:creationId xmlns:a16="http://schemas.microsoft.com/office/drawing/2014/main" id="{238376EF-99DF-598B-061E-27AC8F540FAF}"/>
              </a:ext>
            </a:extLst>
          </p:cNvPr>
          <p:cNvSpPr/>
          <p:nvPr/>
        </p:nvSpPr>
        <p:spPr>
          <a:xfrm>
            <a:off x="11530404" y="806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70" name="Téglalap 369">
            <a:extLst>
              <a:ext uri="{FF2B5EF4-FFF2-40B4-BE49-F238E27FC236}">
                <a16:creationId xmlns:a16="http://schemas.microsoft.com/office/drawing/2014/main" id="{FA6543CC-9822-88AE-1295-50924E979893}"/>
              </a:ext>
            </a:extLst>
          </p:cNvPr>
          <p:cNvSpPr/>
          <p:nvPr/>
        </p:nvSpPr>
        <p:spPr>
          <a:xfrm>
            <a:off x="6404" y="720806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71" name="Téglalap 370">
            <a:extLst>
              <a:ext uri="{FF2B5EF4-FFF2-40B4-BE49-F238E27FC236}">
                <a16:creationId xmlns:a16="http://schemas.microsoft.com/office/drawing/2014/main" id="{50EE00B7-FD64-5ECC-E372-EA4B24A44B91}"/>
              </a:ext>
            </a:extLst>
          </p:cNvPr>
          <p:cNvSpPr>
            <a:spLocks/>
          </p:cNvSpPr>
          <p:nvPr/>
        </p:nvSpPr>
        <p:spPr>
          <a:xfrm>
            <a:off x="726404" y="720806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72" name="Téglalap 371">
            <a:extLst>
              <a:ext uri="{FF2B5EF4-FFF2-40B4-BE49-F238E27FC236}">
                <a16:creationId xmlns:a16="http://schemas.microsoft.com/office/drawing/2014/main" id="{7B8C1A62-BFEE-5B5A-2EC2-5BB7D47740E0}"/>
              </a:ext>
            </a:extLst>
          </p:cNvPr>
          <p:cNvSpPr/>
          <p:nvPr/>
        </p:nvSpPr>
        <p:spPr>
          <a:xfrm>
            <a:off x="10810404" y="720806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73" name="Téglalap 372">
            <a:extLst>
              <a:ext uri="{FF2B5EF4-FFF2-40B4-BE49-F238E27FC236}">
                <a16:creationId xmlns:a16="http://schemas.microsoft.com/office/drawing/2014/main" id="{443914C4-1EB1-750E-7E36-8D46E4E9AB03}"/>
              </a:ext>
            </a:extLst>
          </p:cNvPr>
          <p:cNvSpPr/>
          <p:nvPr/>
        </p:nvSpPr>
        <p:spPr>
          <a:xfrm>
            <a:off x="11530404" y="720806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74" name="Téglalap 373">
            <a:extLst>
              <a:ext uri="{FF2B5EF4-FFF2-40B4-BE49-F238E27FC236}">
                <a16:creationId xmlns:a16="http://schemas.microsoft.com/office/drawing/2014/main" id="{C568B365-6255-2B9C-639C-469D3AD30A0B}"/>
              </a:ext>
            </a:extLst>
          </p:cNvPr>
          <p:cNvSpPr/>
          <p:nvPr/>
        </p:nvSpPr>
        <p:spPr>
          <a:xfrm>
            <a:off x="6404" y="140048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75" name="Téglalap 374">
            <a:extLst>
              <a:ext uri="{FF2B5EF4-FFF2-40B4-BE49-F238E27FC236}">
                <a16:creationId xmlns:a16="http://schemas.microsoft.com/office/drawing/2014/main" id="{8F3ECE18-C721-B930-5DFF-A1A9BA473F0A}"/>
              </a:ext>
            </a:extLst>
          </p:cNvPr>
          <p:cNvSpPr/>
          <p:nvPr/>
        </p:nvSpPr>
        <p:spPr>
          <a:xfrm>
            <a:off x="726404" y="140048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76" name="Címkocka">
            <a:extLst>
              <a:ext uri="{FF2B5EF4-FFF2-40B4-BE49-F238E27FC236}">
                <a16:creationId xmlns:a16="http://schemas.microsoft.com/office/drawing/2014/main" id="{33CBFF3E-3CF0-51EB-378D-79FEFF8AA835}"/>
              </a:ext>
            </a:extLst>
          </p:cNvPr>
          <p:cNvSpPr/>
          <p:nvPr/>
        </p:nvSpPr>
        <p:spPr>
          <a:xfrm>
            <a:off x="1447404" y="140048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77" name="Címkocka">
            <a:extLst>
              <a:ext uri="{FF2B5EF4-FFF2-40B4-BE49-F238E27FC236}">
                <a16:creationId xmlns:a16="http://schemas.microsoft.com/office/drawing/2014/main" id="{6AF04550-E197-8E4C-A539-3F1C0D40879F}"/>
              </a:ext>
            </a:extLst>
          </p:cNvPr>
          <p:cNvSpPr/>
          <p:nvPr/>
        </p:nvSpPr>
        <p:spPr>
          <a:xfrm>
            <a:off x="2168404" y="140048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78" name="Címkocka">
            <a:extLst>
              <a:ext uri="{FF2B5EF4-FFF2-40B4-BE49-F238E27FC236}">
                <a16:creationId xmlns:a16="http://schemas.microsoft.com/office/drawing/2014/main" id="{F961BED1-0343-B453-1480-F3DC35D2DD89}"/>
              </a:ext>
            </a:extLst>
          </p:cNvPr>
          <p:cNvSpPr/>
          <p:nvPr/>
        </p:nvSpPr>
        <p:spPr>
          <a:xfrm>
            <a:off x="2889404" y="140048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79" name="Címkocka">
            <a:extLst>
              <a:ext uri="{FF2B5EF4-FFF2-40B4-BE49-F238E27FC236}">
                <a16:creationId xmlns:a16="http://schemas.microsoft.com/office/drawing/2014/main" id="{794B7587-D8D5-A20D-1AC4-8F44E0079A40}"/>
              </a:ext>
            </a:extLst>
          </p:cNvPr>
          <p:cNvSpPr/>
          <p:nvPr/>
        </p:nvSpPr>
        <p:spPr>
          <a:xfrm>
            <a:off x="3608404" y="140048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80" name="Címkocka">
            <a:extLst>
              <a:ext uri="{FF2B5EF4-FFF2-40B4-BE49-F238E27FC236}">
                <a16:creationId xmlns:a16="http://schemas.microsoft.com/office/drawing/2014/main" id="{17D3FE14-2800-A212-0A07-98EBE14670F6}"/>
              </a:ext>
            </a:extLst>
          </p:cNvPr>
          <p:cNvSpPr/>
          <p:nvPr/>
        </p:nvSpPr>
        <p:spPr>
          <a:xfrm>
            <a:off x="4328404" y="140048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81" name="Címkocka">
            <a:extLst>
              <a:ext uri="{FF2B5EF4-FFF2-40B4-BE49-F238E27FC236}">
                <a16:creationId xmlns:a16="http://schemas.microsoft.com/office/drawing/2014/main" id="{E8B34218-CB5D-14ED-5FD6-A82D236CEB41}"/>
              </a:ext>
            </a:extLst>
          </p:cNvPr>
          <p:cNvSpPr/>
          <p:nvPr/>
        </p:nvSpPr>
        <p:spPr>
          <a:xfrm>
            <a:off x="5048404" y="140048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82" name="Címkocka">
            <a:extLst>
              <a:ext uri="{FF2B5EF4-FFF2-40B4-BE49-F238E27FC236}">
                <a16:creationId xmlns:a16="http://schemas.microsoft.com/office/drawing/2014/main" id="{7C6F1354-B2CD-42F9-EAE8-9E4A867B8FD1}"/>
              </a:ext>
            </a:extLst>
          </p:cNvPr>
          <p:cNvSpPr/>
          <p:nvPr/>
        </p:nvSpPr>
        <p:spPr>
          <a:xfrm>
            <a:off x="5768404" y="140048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83" name="Címkocka">
            <a:extLst>
              <a:ext uri="{FF2B5EF4-FFF2-40B4-BE49-F238E27FC236}">
                <a16:creationId xmlns:a16="http://schemas.microsoft.com/office/drawing/2014/main" id="{491968F6-1EEC-179C-5161-F008081B7EFC}"/>
              </a:ext>
            </a:extLst>
          </p:cNvPr>
          <p:cNvSpPr/>
          <p:nvPr/>
        </p:nvSpPr>
        <p:spPr>
          <a:xfrm>
            <a:off x="6488404" y="140048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84" name="Címkocka">
            <a:extLst>
              <a:ext uri="{FF2B5EF4-FFF2-40B4-BE49-F238E27FC236}">
                <a16:creationId xmlns:a16="http://schemas.microsoft.com/office/drawing/2014/main" id="{813230CF-78C9-5260-1052-F52A06E152F4}"/>
              </a:ext>
            </a:extLst>
          </p:cNvPr>
          <p:cNvSpPr/>
          <p:nvPr/>
        </p:nvSpPr>
        <p:spPr>
          <a:xfrm>
            <a:off x="7186826" y="140048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85" name="Címkocka">
            <a:extLst>
              <a:ext uri="{FF2B5EF4-FFF2-40B4-BE49-F238E27FC236}">
                <a16:creationId xmlns:a16="http://schemas.microsoft.com/office/drawing/2014/main" id="{5A862031-5808-084E-4CCC-A734DCA963AA}"/>
              </a:ext>
            </a:extLst>
          </p:cNvPr>
          <p:cNvSpPr/>
          <p:nvPr/>
        </p:nvSpPr>
        <p:spPr>
          <a:xfrm>
            <a:off x="7907826" y="140048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86" name="Címkocka">
            <a:extLst>
              <a:ext uri="{FF2B5EF4-FFF2-40B4-BE49-F238E27FC236}">
                <a16:creationId xmlns:a16="http://schemas.microsoft.com/office/drawing/2014/main" id="{0985B7DF-BBF8-2EAB-404C-575EFCDC8AA4}"/>
              </a:ext>
            </a:extLst>
          </p:cNvPr>
          <p:cNvSpPr/>
          <p:nvPr/>
        </p:nvSpPr>
        <p:spPr>
          <a:xfrm>
            <a:off x="8628826" y="140048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87" name="Címkocka">
            <a:extLst>
              <a:ext uri="{FF2B5EF4-FFF2-40B4-BE49-F238E27FC236}">
                <a16:creationId xmlns:a16="http://schemas.microsoft.com/office/drawing/2014/main" id="{1A679732-3092-9D45-B2B0-1B7B92F2E301}"/>
              </a:ext>
            </a:extLst>
          </p:cNvPr>
          <p:cNvSpPr/>
          <p:nvPr/>
        </p:nvSpPr>
        <p:spPr>
          <a:xfrm>
            <a:off x="9347826" y="140048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88" name="Címkocka">
            <a:extLst>
              <a:ext uri="{FF2B5EF4-FFF2-40B4-BE49-F238E27FC236}">
                <a16:creationId xmlns:a16="http://schemas.microsoft.com/office/drawing/2014/main" id="{93245559-AF2A-ED2C-CDB8-C6B3C6E811E2}"/>
              </a:ext>
            </a:extLst>
          </p:cNvPr>
          <p:cNvSpPr/>
          <p:nvPr/>
        </p:nvSpPr>
        <p:spPr>
          <a:xfrm>
            <a:off x="10067826" y="140048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89" name="Téglalap 388">
            <a:extLst>
              <a:ext uri="{FF2B5EF4-FFF2-40B4-BE49-F238E27FC236}">
                <a16:creationId xmlns:a16="http://schemas.microsoft.com/office/drawing/2014/main" id="{76909144-22D3-4295-43E9-0B692C71FE64}"/>
              </a:ext>
            </a:extLst>
          </p:cNvPr>
          <p:cNvSpPr/>
          <p:nvPr/>
        </p:nvSpPr>
        <p:spPr>
          <a:xfrm>
            <a:off x="10787826" y="140048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90" name="Téglalap 389">
            <a:extLst>
              <a:ext uri="{FF2B5EF4-FFF2-40B4-BE49-F238E27FC236}">
                <a16:creationId xmlns:a16="http://schemas.microsoft.com/office/drawing/2014/main" id="{6B15FB72-F485-B63A-384E-3C6246FC514D}"/>
              </a:ext>
            </a:extLst>
          </p:cNvPr>
          <p:cNvSpPr/>
          <p:nvPr/>
        </p:nvSpPr>
        <p:spPr>
          <a:xfrm>
            <a:off x="11507826" y="140048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91" name="Téglalap 390">
            <a:extLst>
              <a:ext uri="{FF2B5EF4-FFF2-40B4-BE49-F238E27FC236}">
                <a16:creationId xmlns:a16="http://schemas.microsoft.com/office/drawing/2014/main" id="{A95D6718-EAFA-BE2C-AD8D-7CB9CDB4A531}"/>
              </a:ext>
            </a:extLst>
          </p:cNvPr>
          <p:cNvSpPr/>
          <p:nvPr/>
        </p:nvSpPr>
        <p:spPr>
          <a:xfrm>
            <a:off x="6404" y="212048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92" name="Téglalap 391">
            <a:extLst>
              <a:ext uri="{FF2B5EF4-FFF2-40B4-BE49-F238E27FC236}">
                <a16:creationId xmlns:a16="http://schemas.microsoft.com/office/drawing/2014/main" id="{C6B08579-E441-ADB8-92B3-28E7A2CEA313}"/>
              </a:ext>
            </a:extLst>
          </p:cNvPr>
          <p:cNvSpPr/>
          <p:nvPr/>
        </p:nvSpPr>
        <p:spPr>
          <a:xfrm>
            <a:off x="726404" y="212048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93" name="Címkocka">
            <a:extLst>
              <a:ext uri="{FF2B5EF4-FFF2-40B4-BE49-F238E27FC236}">
                <a16:creationId xmlns:a16="http://schemas.microsoft.com/office/drawing/2014/main" id="{11B4DF54-7A35-BA59-0A07-CA0D599017E8}"/>
              </a:ext>
            </a:extLst>
          </p:cNvPr>
          <p:cNvSpPr/>
          <p:nvPr/>
        </p:nvSpPr>
        <p:spPr>
          <a:xfrm>
            <a:off x="1447404" y="212048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94" name="Címkocka">
            <a:extLst>
              <a:ext uri="{FF2B5EF4-FFF2-40B4-BE49-F238E27FC236}">
                <a16:creationId xmlns:a16="http://schemas.microsoft.com/office/drawing/2014/main" id="{82564407-3492-4FD5-C299-8A6D35ED3C27}"/>
              </a:ext>
            </a:extLst>
          </p:cNvPr>
          <p:cNvSpPr/>
          <p:nvPr/>
        </p:nvSpPr>
        <p:spPr>
          <a:xfrm>
            <a:off x="2168404" y="212048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95" name="Címkocka">
            <a:extLst>
              <a:ext uri="{FF2B5EF4-FFF2-40B4-BE49-F238E27FC236}">
                <a16:creationId xmlns:a16="http://schemas.microsoft.com/office/drawing/2014/main" id="{5FD870FA-D872-36DB-CCA9-091E7C399B45}"/>
              </a:ext>
            </a:extLst>
          </p:cNvPr>
          <p:cNvSpPr/>
          <p:nvPr/>
        </p:nvSpPr>
        <p:spPr>
          <a:xfrm>
            <a:off x="2889404" y="212048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96" name="Címkocka">
            <a:extLst>
              <a:ext uri="{FF2B5EF4-FFF2-40B4-BE49-F238E27FC236}">
                <a16:creationId xmlns:a16="http://schemas.microsoft.com/office/drawing/2014/main" id="{50237C2D-7A11-2E54-09CF-68015B29032C}"/>
              </a:ext>
            </a:extLst>
          </p:cNvPr>
          <p:cNvSpPr/>
          <p:nvPr/>
        </p:nvSpPr>
        <p:spPr>
          <a:xfrm>
            <a:off x="3608404" y="212048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97" name="Címkocka">
            <a:extLst>
              <a:ext uri="{FF2B5EF4-FFF2-40B4-BE49-F238E27FC236}">
                <a16:creationId xmlns:a16="http://schemas.microsoft.com/office/drawing/2014/main" id="{68C81D8C-A57E-3D94-709A-153A9EEAC232}"/>
              </a:ext>
            </a:extLst>
          </p:cNvPr>
          <p:cNvSpPr/>
          <p:nvPr/>
        </p:nvSpPr>
        <p:spPr>
          <a:xfrm>
            <a:off x="4328404" y="212048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98" name="Címkocka">
            <a:extLst>
              <a:ext uri="{FF2B5EF4-FFF2-40B4-BE49-F238E27FC236}">
                <a16:creationId xmlns:a16="http://schemas.microsoft.com/office/drawing/2014/main" id="{2109907D-6E4B-0142-0875-CE87FC998749}"/>
              </a:ext>
            </a:extLst>
          </p:cNvPr>
          <p:cNvSpPr/>
          <p:nvPr/>
        </p:nvSpPr>
        <p:spPr>
          <a:xfrm>
            <a:off x="5048404" y="212048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99" name="Címkocka">
            <a:extLst>
              <a:ext uri="{FF2B5EF4-FFF2-40B4-BE49-F238E27FC236}">
                <a16:creationId xmlns:a16="http://schemas.microsoft.com/office/drawing/2014/main" id="{3F3F0A34-EC02-BE60-AC16-E4704E8DCD6B}"/>
              </a:ext>
            </a:extLst>
          </p:cNvPr>
          <p:cNvSpPr/>
          <p:nvPr/>
        </p:nvSpPr>
        <p:spPr>
          <a:xfrm>
            <a:off x="5768404" y="212048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00" name="Címkocka">
            <a:extLst>
              <a:ext uri="{FF2B5EF4-FFF2-40B4-BE49-F238E27FC236}">
                <a16:creationId xmlns:a16="http://schemas.microsoft.com/office/drawing/2014/main" id="{6104D9FC-F236-44F2-4B02-399797610FD5}"/>
              </a:ext>
            </a:extLst>
          </p:cNvPr>
          <p:cNvSpPr/>
          <p:nvPr/>
        </p:nvSpPr>
        <p:spPr>
          <a:xfrm>
            <a:off x="6488404" y="212048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01" name="Címkocka">
            <a:extLst>
              <a:ext uri="{FF2B5EF4-FFF2-40B4-BE49-F238E27FC236}">
                <a16:creationId xmlns:a16="http://schemas.microsoft.com/office/drawing/2014/main" id="{72A19FCC-AAD0-17AB-0E83-A4B03A267E4B}"/>
              </a:ext>
            </a:extLst>
          </p:cNvPr>
          <p:cNvSpPr/>
          <p:nvPr/>
        </p:nvSpPr>
        <p:spPr>
          <a:xfrm>
            <a:off x="7186826" y="212048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02" name="Címkocka">
            <a:extLst>
              <a:ext uri="{FF2B5EF4-FFF2-40B4-BE49-F238E27FC236}">
                <a16:creationId xmlns:a16="http://schemas.microsoft.com/office/drawing/2014/main" id="{B78963DD-BC4D-4C97-E7B9-55AE26A0D894}"/>
              </a:ext>
            </a:extLst>
          </p:cNvPr>
          <p:cNvSpPr/>
          <p:nvPr/>
        </p:nvSpPr>
        <p:spPr>
          <a:xfrm>
            <a:off x="7907826" y="212048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03" name="Címkocka">
            <a:extLst>
              <a:ext uri="{FF2B5EF4-FFF2-40B4-BE49-F238E27FC236}">
                <a16:creationId xmlns:a16="http://schemas.microsoft.com/office/drawing/2014/main" id="{C687B11D-A177-0C27-57F3-E9D3E0953F4C}"/>
              </a:ext>
            </a:extLst>
          </p:cNvPr>
          <p:cNvSpPr/>
          <p:nvPr/>
        </p:nvSpPr>
        <p:spPr>
          <a:xfrm>
            <a:off x="8628826" y="212048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04" name="Címkocka">
            <a:extLst>
              <a:ext uri="{FF2B5EF4-FFF2-40B4-BE49-F238E27FC236}">
                <a16:creationId xmlns:a16="http://schemas.microsoft.com/office/drawing/2014/main" id="{8CE09BD1-82D0-307F-B6D9-8808253838B1}"/>
              </a:ext>
            </a:extLst>
          </p:cNvPr>
          <p:cNvSpPr/>
          <p:nvPr/>
        </p:nvSpPr>
        <p:spPr>
          <a:xfrm>
            <a:off x="9347826" y="212048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05" name="Címkocka">
            <a:extLst>
              <a:ext uri="{FF2B5EF4-FFF2-40B4-BE49-F238E27FC236}">
                <a16:creationId xmlns:a16="http://schemas.microsoft.com/office/drawing/2014/main" id="{7BD591CB-E214-D19E-F14A-0940FB800D17}"/>
              </a:ext>
            </a:extLst>
          </p:cNvPr>
          <p:cNvSpPr/>
          <p:nvPr/>
        </p:nvSpPr>
        <p:spPr>
          <a:xfrm>
            <a:off x="10067826" y="212048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06" name="Téglalap 405">
            <a:extLst>
              <a:ext uri="{FF2B5EF4-FFF2-40B4-BE49-F238E27FC236}">
                <a16:creationId xmlns:a16="http://schemas.microsoft.com/office/drawing/2014/main" id="{0C316FDA-EE08-947E-5E46-330921A28A9C}"/>
              </a:ext>
            </a:extLst>
          </p:cNvPr>
          <p:cNvSpPr/>
          <p:nvPr/>
        </p:nvSpPr>
        <p:spPr>
          <a:xfrm>
            <a:off x="10787826" y="212048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07" name="Téglalap 406">
            <a:extLst>
              <a:ext uri="{FF2B5EF4-FFF2-40B4-BE49-F238E27FC236}">
                <a16:creationId xmlns:a16="http://schemas.microsoft.com/office/drawing/2014/main" id="{D490F446-729D-7E9E-F22F-EB56C65F734A}"/>
              </a:ext>
            </a:extLst>
          </p:cNvPr>
          <p:cNvSpPr/>
          <p:nvPr/>
        </p:nvSpPr>
        <p:spPr>
          <a:xfrm>
            <a:off x="11507826" y="212048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08" name="Téglalap 407">
            <a:extLst>
              <a:ext uri="{FF2B5EF4-FFF2-40B4-BE49-F238E27FC236}">
                <a16:creationId xmlns:a16="http://schemas.microsoft.com/office/drawing/2014/main" id="{84301F43-133E-B2DC-1A99-7CD5114FE321}"/>
              </a:ext>
            </a:extLst>
          </p:cNvPr>
          <p:cNvSpPr/>
          <p:nvPr/>
        </p:nvSpPr>
        <p:spPr>
          <a:xfrm>
            <a:off x="6404" y="2800156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09" name="Téglalap 408">
            <a:extLst>
              <a:ext uri="{FF2B5EF4-FFF2-40B4-BE49-F238E27FC236}">
                <a16:creationId xmlns:a16="http://schemas.microsoft.com/office/drawing/2014/main" id="{1E5A96C4-AC8E-FFA2-6D15-66742FE4FCF7}"/>
              </a:ext>
            </a:extLst>
          </p:cNvPr>
          <p:cNvSpPr/>
          <p:nvPr/>
        </p:nvSpPr>
        <p:spPr>
          <a:xfrm>
            <a:off x="726404" y="2800156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10" name="Címkocka">
            <a:extLst>
              <a:ext uri="{FF2B5EF4-FFF2-40B4-BE49-F238E27FC236}">
                <a16:creationId xmlns:a16="http://schemas.microsoft.com/office/drawing/2014/main" id="{BD5E8328-1D8B-C374-0D04-8DF8508DFEE0}"/>
              </a:ext>
            </a:extLst>
          </p:cNvPr>
          <p:cNvSpPr/>
          <p:nvPr/>
        </p:nvSpPr>
        <p:spPr>
          <a:xfrm>
            <a:off x="1447404" y="2800156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11" name="Címkocka">
            <a:extLst>
              <a:ext uri="{FF2B5EF4-FFF2-40B4-BE49-F238E27FC236}">
                <a16:creationId xmlns:a16="http://schemas.microsoft.com/office/drawing/2014/main" id="{180F5904-181F-28EC-1A0B-64A75780C18B}"/>
              </a:ext>
            </a:extLst>
          </p:cNvPr>
          <p:cNvSpPr/>
          <p:nvPr/>
        </p:nvSpPr>
        <p:spPr>
          <a:xfrm>
            <a:off x="2168404" y="2800156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12" name="Címkocka">
            <a:extLst>
              <a:ext uri="{FF2B5EF4-FFF2-40B4-BE49-F238E27FC236}">
                <a16:creationId xmlns:a16="http://schemas.microsoft.com/office/drawing/2014/main" id="{E0988237-94D1-868F-BD8A-2C14BB38D8DA}"/>
              </a:ext>
            </a:extLst>
          </p:cNvPr>
          <p:cNvSpPr/>
          <p:nvPr/>
        </p:nvSpPr>
        <p:spPr>
          <a:xfrm>
            <a:off x="2889404" y="2800156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13" name="Címkocka">
            <a:extLst>
              <a:ext uri="{FF2B5EF4-FFF2-40B4-BE49-F238E27FC236}">
                <a16:creationId xmlns:a16="http://schemas.microsoft.com/office/drawing/2014/main" id="{C9EAC580-640F-5E8B-C93F-273AEBAC7C97}"/>
              </a:ext>
            </a:extLst>
          </p:cNvPr>
          <p:cNvSpPr/>
          <p:nvPr/>
        </p:nvSpPr>
        <p:spPr>
          <a:xfrm>
            <a:off x="3608404" y="2800156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14" name="Címkocka">
            <a:extLst>
              <a:ext uri="{FF2B5EF4-FFF2-40B4-BE49-F238E27FC236}">
                <a16:creationId xmlns:a16="http://schemas.microsoft.com/office/drawing/2014/main" id="{FDCABC48-8AF9-92DF-982D-0B0C435B837E}"/>
              </a:ext>
            </a:extLst>
          </p:cNvPr>
          <p:cNvSpPr/>
          <p:nvPr/>
        </p:nvSpPr>
        <p:spPr>
          <a:xfrm>
            <a:off x="4328404" y="2800156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15" name="Címkocka">
            <a:extLst>
              <a:ext uri="{FF2B5EF4-FFF2-40B4-BE49-F238E27FC236}">
                <a16:creationId xmlns:a16="http://schemas.microsoft.com/office/drawing/2014/main" id="{B6171683-86E6-B85A-E905-D9D1DB14F56D}"/>
              </a:ext>
            </a:extLst>
          </p:cNvPr>
          <p:cNvSpPr/>
          <p:nvPr/>
        </p:nvSpPr>
        <p:spPr>
          <a:xfrm>
            <a:off x="5048404" y="2800156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16" name="Címkocka">
            <a:extLst>
              <a:ext uri="{FF2B5EF4-FFF2-40B4-BE49-F238E27FC236}">
                <a16:creationId xmlns:a16="http://schemas.microsoft.com/office/drawing/2014/main" id="{993D049A-532F-EF8C-0AA6-CC363ED54AB1}"/>
              </a:ext>
            </a:extLst>
          </p:cNvPr>
          <p:cNvSpPr/>
          <p:nvPr/>
        </p:nvSpPr>
        <p:spPr>
          <a:xfrm>
            <a:off x="5768404" y="2800156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17" name="Címkocka">
            <a:extLst>
              <a:ext uri="{FF2B5EF4-FFF2-40B4-BE49-F238E27FC236}">
                <a16:creationId xmlns:a16="http://schemas.microsoft.com/office/drawing/2014/main" id="{F3743476-8EF0-5E5B-E386-5EB7004C03BF}"/>
              </a:ext>
            </a:extLst>
          </p:cNvPr>
          <p:cNvSpPr/>
          <p:nvPr/>
        </p:nvSpPr>
        <p:spPr>
          <a:xfrm>
            <a:off x="6488404" y="2800156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18" name="Címkocka">
            <a:extLst>
              <a:ext uri="{FF2B5EF4-FFF2-40B4-BE49-F238E27FC236}">
                <a16:creationId xmlns:a16="http://schemas.microsoft.com/office/drawing/2014/main" id="{3550FCE4-083D-6191-1F37-74DCDC1F3AB5}"/>
              </a:ext>
            </a:extLst>
          </p:cNvPr>
          <p:cNvSpPr/>
          <p:nvPr/>
        </p:nvSpPr>
        <p:spPr>
          <a:xfrm>
            <a:off x="7186826" y="2800156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19" name="Címkocka">
            <a:extLst>
              <a:ext uri="{FF2B5EF4-FFF2-40B4-BE49-F238E27FC236}">
                <a16:creationId xmlns:a16="http://schemas.microsoft.com/office/drawing/2014/main" id="{9DF38D2E-3BFB-B9D5-5CB8-92ECC7C50676}"/>
              </a:ext>
            </a:extLst>
          </p:cNvPr>
          <p:cNvSpPr/>
          <p:nvPr/>
        </p:nvSpPr>
        <p:spPr>
          <a:xfrm>
            <a:off x="7907826" y="2800156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20" name="Címkocka">
            <a:extLst>
              <a:ext uri="{FF2B5EF4-FFF2-40B4-BE49-F238E27FC236}">
                <a16:creationId xmlns:a16="http://schemas.microsoft.com/office/drawing/2014/main" id="{05B4C966-63B4-C35C-E064-479686C71DA0}"/>
              </a:ext>
            </a:extLst>
          </p:cNvPr>
          <p:cNvSpPr/>
          <p:nvPr/>
        </p:nvSpPr>
        <p:spPr>
          <a:xfrm>
            <a:off x="8628826" y="2800156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21" name="Címkocka">
            <a:extLst>
              <a:ext uri="{FF2B5EF4-FFF2-40B4-BE49-F238E27FC236}">
                <a16:creationId xmlns:a16="http://schemas.microsoft.com/office/drawing/2014/main" id="{3303546B-A17F-14A6-4C80-6ACA7A4D45D7}"/>
              </a:ext>
            </a:extLst>
          </p:cNvPr>
          <p:cNvSpPr/>
          <p:nvPr/>
        </p:nvSpPr>
        <p:spPr>
          <a:xfrm>
            <a:off x="9347826" y="2800156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22" name="Címkocka">
            <a:extLst>
              <a:ext uri="{FF2B5EF4-FFF2-40B4-BE49-F238E27FC236}">
                <a16:creationId xmlns:a16="http://schemas.microsoft.com/office/drawing/2014/main" id="{90345375-C638-D8B4-5A4A-68EDDF930D79}"/>
              </a:ext>
            </a:extLst>
          </p:cNvPr>
          <p:cNvSpPr/>
          <p:nvPr/>
        </p:nvSpPr>
        <p:spPr>
          <a:xfrm>
            <a:off x="10067826" y="2800156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23" name="Téglalap 422">
            <a:extLst>
              <a:ext uri="{FF2B5EF4-FFF2-40B4-BE49-F238E27FC236}">
                <a16:creationId xmlns:a16="http://schemas.microsoft.com/office/drawing/2014/main" id="{EA4645FB-2CDB-E036-8298-7ED0C965F471}"/>
              </a:ext>
            </a:extLst>
          </p:cNvPr>
          <p:cNvSpPr/>
          <p:nvPr/>
        </p:nvSpPr>
        <p:spPr>
          <a:xfrm>
            <a:off x="10787826" y="2800156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24" name="Téglalap 423">
            <a:extLst>
              <a:ext uri="{FF2B5EF4-FFF2-40B4-BE49-F238E27FC236}">
                <a16:creationId xmlns:a16="http://schemas.microsoft.com/office/drawing/2014/main" id="{D9DCD5AB-C406-4F89-33BC-0D903F29D8C3}"/>
              </a:ext>
            </a:extLst>
          </p:cNvPr>
          <p:cNvSpPr/>
          <p:nvPr/>
        </p:nvSpPr>
        <p:spPr>
          <a:xfrm>
            <a:off x="11507826" y="2800156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27" name="Címkocka">
            <a:extLst>
              <a:ext uri="{FF2B5EF4-FFF2-40B4-BE49-F238E27FC236}">
                <a16:creationId xmlns:a16="http://schemas.microsoft.com/office/drawing/2014/main" id="{F03CB03A-6087-BB65-9AD8-38BC1D254C8D}"/>
              </a:ext>
            </a:extLst>
          </p:cNvPr>
          <p:cNvSpPr/>
          <p:nvPr/>
        </p:nvSpPr>
        <p:spPr>
          <a:xfrm>
            <a:off x="1447404" y="3520156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28" name="Címkocka">
            <a:extLst>
              <a:ext uri="{FF2B5EF4-FFF2-40B4-BE49-F238E27FC236}">
                <a16:creationId xmlns:a16="http://schemas.microsoft.com/office/drawing/2014/main" id="{B817DCA9-7A67-1426-66B2-F484690EDC0B}"/>
              </a:ext>
            </a:extLst>
          </p:cNvPr>
          <p:cNvSpPr/>
          <p:nvPr/>
        </p:nvSpPr>
        <p:spPr>
          <a:xfrm>
            <a:off x="2168404" y="3520156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29" name="Címkocka">
            <a:extLst>
              <a:ext uri="{FF2B5EF4-FFF2-40B4-BE49-F238E27FC236}">
                <a16:creationId xmlns:a16="http://schemas.microsoft.com/office/drawing/2014/main" id="{C9BDF07D-6478-8C20-53EF-B1297862ADD1}"/>
              </a:ext>
            </a:extLst>
          </p:cNvPr>
          <p:cNvSpPr/>
          <p:nvPr/>
        </p:nvSpPr>
        <p:spPr>
          <a:xfrm>
            <a:off x="2889404" y="3520156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30" name="Címkocka">
            <a:extLst>
              <a:ext uri="{FF2B5EF4-FFF2-40B4-BE49-F238E27FC236}">
                <a16:creationId xmlns:a16="http://schemas.microsoft.com/office/drawing/2014/main" id="{71832715-80CF-F696-9044-2FF3A12A85EE}"/>
              </a:ext>
            </a:extLst>
          </p:cNvPr>
          <p:cNvSpPr/>
          <p:nvPr/>
        </p:nvSpPr>
        <p:spPr>
          <a:xfrm>
            <a:off x="3608404" y="3520156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31" name="Címkocka">
            <a:extLst>
              <a:ext uri="{FF2B5EF4-FFF2-40B4-BE49-F238E27FC236}">
                <a16:creationId xmlns:a16="http://schemas.microsoft.com/office/drawing/2014/main" id="{7D4BF4DE-ECDE-85C6-62E1-1F2422CEC249}"/>
              </a:ext>
            </a:extLst>
          </p:cNvPr>
          <p:cNvSpPr/>
          <p:nvPr/>
        </p:nvSpPr>
        <p:spPr>
          <a:xfrm>
            <a:off x="4328404" y="3520156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32" name="Címkocka">
            <a:extLst>
              <a:ext uri="{FF2B5EF4-FFF2-40B4-BE49-F238E27FC236}">
                <a16:creationId xmlns:a16="http://schemas.microsoft.com/office/drawing/2014/main" id="{A8129B5A-2250-946E-E429-260F19CA1A51}"/>
              </a:ext>
            </a:extLst>
          </p:cNvPr>
          <p:cNvSpPr/>
          <p:nvPr/>
        </p:nvSpPr>
        <p:spPr>
          <a:xfrm>
            <a:off x="5048404" y="3520156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33" name="Címkocka">
            <a:extLst>
              <a:ext uri="{FF2B5EF4-FFF2-40B4-BE49-F238E27FC236}">
                <a16:creationId xmlns:a16="http://schemas.microsoft.com/office/drawing/2014/main" id="{2BA46ADD-64D2-23F8-779D-A7F55A3F35D4}"/>
              </a:ext>
            </a:extLst>
          </p:cNvPr>
          <p:cNvSpPr/>
          <p:nvPr/>
        </p:nvSpPr>
        <p:spPr>
          <a:xfrm>
            <a:off x="5768404" y="3520156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34" name="Címkocka">
            <a:extLst>
              <a:ext uri="{FF2B5EF4-FFF2-40B4-BE49-F238E27FC236}">
                <a16:creationId xmlns:a16="http://schemas.microsoft.com/office/drawing/2014/main" id="{17742212-9F51-5B8F-23F7-8DF4B9CBFAA9}"/>
              </a:ext>
            </a:extLst>
          </p:cNvPr>
          <p:cNvSpPr/>
          <p:nvPr/>
        </p:nvSpPr>
        <p:spPr>
          <a:xfrm>
            <a:off x="6488404" y="3520156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35" name="Címkocka">
            <a:extLst>
              <a:ext uri="{FF2B5EF4-FFF2-40B4-BE49-F238E27FC236}">
                <a16:creationId xmlns:a16="http://schemas.microsoft.com/office/drawing/2014/main" id="{623AAF56-B442-CA47-BC65-43586C2A8C95}"/>
              </a:ext>
            </a:extLst>
          </p:cNvPr>
          <p:cNvSpPr/>
          <p:nvPr/>
        </p:nvSpPr>
        <p:spPr>
          <a:xfrm>
            <a:off x="7186826" y="3520156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36" name="Címkocka">
            <a:extLst>
              <a:ext uri="{FF2B5EF4-FFF2-40B4-BE49-F238E27FC236}">
                <a16:creationId xmlns:a16="http://schemas.microsoft.com/office/drawing/2014/main" id="{4AC705FC-7659-F681-29CF-8AFFBDB26EB5}"/>
              </a:ext>
            </a:extLst>
          </p:cNvPr>
          <p:cNvSpPr/>
          <p:nvPr/>
        </p:nvSpPr>
        <p:spPr>
          <a:xfrm>
            <a:off x="7907826" y="3520156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37" name="Címkocka">
            <a:extLst>
              <a:ext uri="{FF2B5EF4-FFF2-40B4-BE49-F238E27FC236}">
                <a16:creationId xmlns:a16="http://schemas.microsoft.com/office/drawing/2014/main" id="{4CB91139-B13B-B895-F07B-A2B97205CC75}"/>
              </a:ext>
            </a:extLst>
          </p:cNvPr>
          <p:cNvSpPr/>
          <p:nvPr/>
        </p:nvSpPr>
        <p:spPr>
          <a:xfrm>
            <a:off x="8628826" y="3520156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38" name="Címkocka">
            <a:extLst>
              <a:ext uri="{FF2B5EF4-FFF2-40B4-BE49-F238E27FC236}">
                <a16:creationId xmlns:a16="http://schemas.microsoft.com/office/drawing/2014/main" id="{B79714A6-C5A6-E286-2C45-E17A0711D8B5}"/>
              </a:ext>
            </a:extLst>
          </p:cNvPr>
          <p:cNvSpPr/>
          <p:nvPr/>
        </p:nvSpPr>
        <p:spPr>
          <a:xfrm>
            <a:off x="9347826" y="3520156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39" name="Címkocka">
            <a:extLst>
              <a:ext uri="{FF2B5EF4-FFF2-40B4-BE49-F238E27FC236}">
                <a16:creationId xmlns:a16="http://schemas.microsoft.com/office/drawing/2014/main" id="{82F39CF3-9884-0405-11A2-CD5EB6A589EE}"/>
              </a:ext>
            </a:extLst>
          </p:cNvPr>
          <p:cNvSpPr/>
          <p:nvPr/>
        </p:nvSpPr>
        <p:spPr>
          <a:xfrm>
            <a:off x="10067826" y="3520156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40" name="Téglalap 439">
            <a:extLst>
              <a:ext uri="{FF2B5EF4-FFF2-40B4-BE49-F238E27FC236}">
                <a16:creationId xmlns:a16="http://schemas.microsoft.com/office/drawing/2014/main" id="{FF5CD78F-A205-4E65-B367-596AE9A5B0E8}"/>
              </a:ext>
            </a:extLst>
          </p:cNvPr>
          <p:cNvSpPr/>
          <p:nvPr/>
        </p:nvSpPr>
        <p:spPr>
          <a:xfrm>
            <a:off x="10787826" y="3520156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41" name="Téglalap 440">
            <a:extLst>
              <a:ext uri="{FF2B5EF4-FFF2-40B4-BE49-F238E27FC236}">
                <a16:creationId xmlns:a16="http://schemas.microsoft.com/office/drawing/2014/main" id="{96A3F118-CF6A-57B9-86A1-F5DA239CC74C}"/>
              </a:ext>
            </a:extLst>
          </p:cNvPr>
          <p:cNvSpPr/>
          <p:nvPr/>
        </p:nvSpPr>
        <p:spPr>
          <a:xfrm>
            <a:off x="11507826" y="3520156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42" name="Téglalap 441">
            <a:extLst>
              <a:ext uri="{FF2B5EF4-FFF2-40B4-BE49-F238E27FC236}">
                <a16:creationId xmlns:a16="http://schemas.microsoft.com/office/drawing/2014/main" id="{BB2FAAEA-A775-F9DA-B7EA-A4922850FFF6}"/>
              </a:ext>
            </a:extLst>
          </p:cNvPr>
          <p:cNvSpPr/>
          <p:nvPr/>
        </p:nvSpPr>
        <p:spPr>
          <a:xfrm>
            <a:off x="6404" y="419983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43" name="Téglalap 442">
            <a:extLst>
              <a:ext uri="{FF2B5EF4-FFF2-40B4-BE49-F238E27FC236}">
                <a16:creationId xmlns:a16="http://schemas.microsoft.com/office/drawing/2014/main" id="{7538A46E-4D0F-DCA9-B574-79475CAE2C01}"/>
              </a:ext>
            </a:extLst>
          </p:cNvPr>
          <p:cNvSpPr/>
          <p:nvPr/>
        </p:nvSpPr>
        <p:spPr>
          <a:xfrm>
            <a:off x="726404" y="419983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44" name="Címkocka">
            <a:extLst>
              <a:ext uri="{FF2B5EF4-FFF2-40B4-BE49-F238E27FC236}">
                <a16:creationId xmlns:a16="http://schemas.microsoft.com/office/drawing/2014/main" id="{88081801-1643-7188-57F8-DDF5A7409F61}"/>
              </a:ext>
            </a:extLst>
          </p:cNvPr>
          <p:cNvSpPr/>
          <p:nvPr/>
        </p:nvSpPr>
        <p:spPr>
          <a:xfrm>
            <a:off x="1447404" y="419983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45" name="Címkocka">
            <a:extLst>
              <a:ext uri="{FF2B5EF4-FFF2-40B4-BE49-F238E27FC236}">
                <a16:creationId xmlns:a16="http://schemas.microsoft.com/office/drawing/2014/main" id="{8158BEA4-F2F0-0C99-05CC-612DFC2DE0F8}"/>
              </a:ext>
            </a:extLst>
          </p:cNvPr>
          <p:cNvSpPr/>
          <p:nvPr/>
        </p:nvSpPr>
        <p:spPr>
          <a:xfrm>
            <a:off x="2168404" y="419983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46" name="Címkocka">
            <a:extLst>
              <a:ext uri="{FF2B5EF4-FFF2-40B4-BE49-F238E27FC236}">
                <a16:creationId xmlns:a16="http://schemas.microsoft.com/office/drawing/2014/main" id="{E7AC569A-71C8-18CC-92DF-7F7322DE376E}"/>
              </a:ext>
            </a:extLst>
          </p:cNvPr>
          <p:cNvSpPr/>
          <p:nvPr/>
        </p:nvSpPr>
        <p:spPr>
          <a:xfrm>
            <a:off x="2889404" y="419983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47" name="Címkocka">
            <a:extLst>
              <a:ext uri="{FF2B5EF4-FFF2-40B4-BE49-F238E27FC236}">
                <a16:creationId xmlns:a16="http://schemas.microsoft.com/office/drawing/2014/main" id="{8099B11F-1E98-FD6B-5FDB-B60305D71EAB}"/>
              </a:ext>
            </a:extLst>
          </p:cNvPr>
          <p:cNvSpPr/>
          <p:nvPr/>
        </p:nvSpPr>
        <p:spPr>
          <a:xfrm>
            <a:off x="3608404" y="419983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48" name="Címkocka">
            <a:extLst>
              <a:ext uri="{FF2B5EF4-FFF2-40B4-BE49-F238E27FC236}">
                <a16:creationId xmlns:a16="http://schemas.microsoft.com/office/drawing/2014/main" id="{3A104ED3-E04C-DB95-4FBF-D0DD92528602}"/>
              </a:ext>
            </a:extLst>
          </p:cNvPr>
          <p:cNvSpPr/>
          <p:nvPr/>
        </p:nvSpPr>
        <p:spPr>
          <a:xfrm>
            <a:off x="4328404" y="419983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49" name="Címkocka">
            <a:extLst>
              <a:ext uri="{FF2B5EF4-FFF2-40B4-BE49-F238E27FC236}">
                <a16:creationId xmlns:a16="http://schemas.microsoft.com/office/drawing/2014/main" id="{BFEC40A7-5CBE-CD7B-185D-B69554ED0714}"/>
              </a:ext>
            </a:extLst>
          </p:cNvPr>
          <p:cNvSpPr/>
          <p:nvPr/>
        </p:nvSpPr>
        <p:spPr>
          <a:xfrm>
            <a:off x="5048404" y="419983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50" name="Címkocka">
            <a:extLst>
              <a:ext uri="{FF2B5EF4-FFF2-40B4-BE49-F238E27FC236}">
                <a16:creationId xmlns:a16="http://schemas.microsoft.com/office/drawing/2014/main" id="{7E846735-1C22-F61B-C6F2-9FDA028BC454}"/>
              </a:ext>
            </a:extLst>
          </p:cNvPr>
          <p:cNvSpPr/>
          <p:nvPr/>
        </p:nvSpPr>
        <p:spPr>
          <a:xfrm>
            <a:off x="5768404" y="419983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51" name="Címkocka">
            <a:extLst>
              <a:ext uri="{FF2B5EF4-FFF2-40B4-BE49-F238E27FC236}">
                <a16:creationId xmlns:a16="http://schemas.microsoft.com/office/drawing/2014/main" id="{F1E0EE34-614A-D835-6274-71612358945B}"/>
              </a:ext>
            </a:extLst>
          </p:cNvPr>
          <p:cNvSpPr/>
          <p:nvPr/>
        </p:nvSpPr>
        <p:spPr>
          <a:xfrm>
            <a:off x="6488404" y="419983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52" name="Címkocka">
            <a:extLst>
              <a:ext uri="{FF2B5EF4-FFF2-40B4-BE49-F238E27FC236}">
                <a16:creationId xmlns:a16="http://schemas.microsoft.com/office/drawing/2014/main" id="{72021C70-F172-F829-D983-AAF560783628}"/>
              </a:ext>
            </a:extLst>
          </p:cNvPr>
          <p:cNvSpPr/>
          <p:nvPr/>
        </p:nvSpPr>
        <p:spPr>
          <a:xfrm>
            <a:off x="7186826" y="419983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53" name="Címkocka">
            <a:extLst>
              <a:ext uri="{FF2B5EF4-FFF2-40B4-BE49-F238E27FC236}">
                <a16:creationId xmlns:a16="http://schemas.microsoft.com/office/drawing/2014/main" id="{5E3E1359-3FAA-BC03-5489-067F03D28C14}"/>
              </a:ext>
            </a:extLst>
          </p:cNvPr>
          <p:cNvSpPr/>
          <p:nvPr/>
        </p:nvSpPr>
        <p:spPr>
          <a:xfrm>
            <a:off x="7907826" y="419983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54" name="Címkocka">
            <a:extLst>
              <a:ext uri="{FF2B5EF4-FFF2-40B4-BE49-F238E27FC236}">
                <a16:creationId xmlns:a16="http://schemas.microsoft.com/office/drawing/2014/main" id="{8FBEA9FC-B524-D141-DCBD-8ACB335B7CA4}"/>
              </a:ext>
            </a:extLst>
          </p:cNvPr>
          <p:cNvSpPr/>
          <p:nvPr/>
        </p:nvSpPr>
        <p:spPr>
          <a:xfrm>
            <a:off x="8628826" y="419983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55" name="Címkocka">
            <a:extLst>
              <a:ext uri="{FF2B5EF4-FFF2-40B4-BE49-F238E27FC236}">
                <a16:creationId xmlns:a16="http://schemas.microsoft.com/office/drawing/2014/main" id="{FCA9C8B1-FE26-F760-EA49-B32CFB1DE31F}"/>
              </a:ext>
            </a:extLst>
          </p:cNvPr>
          <p:cNvSpPr/>
          <p:nvPr/>
        </p:nvSpPr>
        <p:spPr>
          <a:xfrm>
            <a:off x="9347826" y="419983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56" name="Címkocka">
            <a:extLst>
              <a:ext uri="{FF2B5EF4-FFF2-40B4-BE49-F238E27FC236}">
                <a16:creationId xmlns:a16="http://schemas.microsoft.com/office/drawing/2014/main" id="{0F83E8EF-DD3E-0212-FC1D-D0ADC9EA0BBF}"/>
              </a:ext>
            </a:extLst>
          </p:cNvPr>
          <p:cNvSpPr/>
          <p:nvPr/>
        </p:nvSpPr>
        <p:spPr>
          <a:xfrm>
            <a:off x="10067826" y="419983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57" name="Téglalap 456">
            <a:extLst>
              <a:ext uri="{FF2B5EF4-FFF2-40B4-BE49-F238E27FC236}">
                <a16:creationId xmlns:a16="http://schemas.microsoft.com/office/drawing/2014/main" id="{5EB3F280-507C-DD5A-4156-62616FE32E8E}"/>
              </a:ext>
            </a:extLst>
          </p:cNvPr>
          <p:cNvSpPr/>
          <p:nvPr/>
        </p:nvSpPr>
        <p:spPr>
          <a:xfrm>
            <a:off x="10787826" y="419983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58" name="Téglalap 457">
            <a:extLst>
              <a:ext uri="{FF2B5EF4-FFF2-40B4-BE49-F238E27FC236}">
                <a16:creationId xmlns:a16="http://schemas.microsoft.com/office/drawing/2014/main" id="{DEC0B754-8F8E-11F4-17CB-3E8C050D9CC6}"/>
              </a:ext>
            </a:extLst>
          </p:cNvPr>
          <p:cNvSpPr/>
          <p:nvPr/>
        </p:nvSpPr>
        <p:spPr>
          <a:xfrm>
            <a:off x="11507826" y="419983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59" name="Téglalap 458">
            <a:extLst>
              <a:ext uri="{FF2B5EF4-FFF2-40B4-BE49-F238E27FC236}">
                <a16:creationId xmlns:a16="http://schemas.microsoft.com/office/drawing/2014/main" id="{17D5B444-1D11-2E3F-E46B-A1D84BC0B548}"/>
              </a:ext>
            </a:extLst>
          </p:cNvPr>
          <p:cNvSpPr/>
          <p:nvPr/>
        </p:nvSpPr>
        <p:spPr>
          <a:xfrm>
            <a:off x="6404" y="491983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60" name="Téglalap 459">
            <a:extLst>
              <a:ext uri="{FF2B5EF4-FFF2-40B4-BE49-F238E27FC236}">
                <a16:creationId xmlns:a16="http://schemas.microsoft.com/office/drawing/2014/main" id="{02BD4AC8-462E-0053-9FE8-9F4D74D13ED2}"/>
              </a:ext>
            </a:extLst>
          </p:cNvPr>
          <p:cNvSpPr/>
          <p:nvPr/>
        </p:nvSpPr>
        <p:spPr>
          <a:xfrm>
            <a:off x="726404" y="491983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61" name="Címkocka">
            <a:extLst>
              <a:ext uri="{FF2B5EF4-FFF2-40B4-BE49-F238E27FC236}">
                <a16:creationId xmlns:a16="http://schemas.microsoft.com/office/drawing/2014/main" id="{71773336-15F8-300C-FCFC-E0EE659E0B60}"/>
              </a:ext>
            </a:extLst>
          </p:cNvPr>
          <p:cNvSpPr/>
          <p:nvPr/>
        </p:nvSpPr>
        <p:spPr>
          <a:xfrm>
            <a:off x="1447404" y="491983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62" name="Címkocka">
            <a:extLst>
              <a:ext uri="{FF2B5EF4-FFF2-40B4-BE49-F238E27FC236}">
                <a16:creationId xmlns:a16="http://schemas.microsoft.com/office/drawing/2014/main" id="{DE4F1FEF-F7CE-90E2-9DD4-3CDB479448E0}"/>
              </a:ext>
            </a:extLst>
          </p:cNvPr>
          <p:cNvSpPr/>
          <p:nvPr/>
        </p:nvSpPr>
        <p:spPr>
          <a:xfrm>
            <a:off x="2168404" y="491983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63" name="Címkocka">
            <a:extLst>
              <a:ext uri="{FF2B5EF4-FFF2-40B4-BE49-F238E27FC236}">
                <a16:creationId xmlns:a16="http://schemas.microsoft.com/office/drawing/2014/main" id="{1327C395-4ABE-CA92-7D81-50BF286DDCCE}"/>
              </a:ext>
            </a:extLst>
          </p:cNvPr>
          <p:cNvSpPr/>
          <p:nvPr/>
        </p:nvSpPr>
        <p:spPr>
          <a:xfrm>
            <a:off x="2889404" y="491983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64" name="Címkocka">
            <a:extLst>
              <a:ext uri="{FF2B5EF4-FFF2-40B4-BE49-F238E27FC236}">
                <a16:creationId xmlns:a16="http://schemas.microsoft.com/office/drawing/2014/main" id="{9DB66810-D329-B5F3-CE0B-9D25C28B5F34}"/>
              </a:ext>
            </a:extLst>
          </p:cNvPr>
          <p:cNvSpPr/>
          <p:nvPr/>
        </p:nvSpPr>
        <p:spPr>
          <a:xfrm>
            <a:off x="3608404" y="491983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65" name="Címkocka">
            <a:extLst>
              <a:ext uri="{FF2B5EF4-FFF2-40B4-BE49-F238E27FC236}">
                <a16:creationId xmlns:a16="http://schemas.microsoft.com/office/drawing/2014/main" id="{B185153F-15B6-942C-1B87-787D7D52A2FB}"/>
              </a:ext>
            </a:extLst>
          </p:cNvPr>
          <p:cNvSpPr/>
          <p:nvPr/>
        </p:nvSpPr>
        <p:spPr>
          <a:xfrm>
            <a:off x="4328404" y="491983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66" name="Címkocka">
            <a:extLst>
              <a:ext uri="{FF2B5EF4-FFF2-40B4-BE49-F238E27FC236}">
                <a16:creationId xmlns:a16="http://schemas.microsoft.com/office/drawing/2014/main" id="{F6ABC00B-4B7F-DF06-9C8B-2079965C8D3C}"/>
              </a:ext>
            </a:extLst>
          </p:cNvPr>
          <p:cNvSpPr/>
          <p:nvPr/>
        </p:nvSpPr>
        <p:spPr>
          <a:xfrm>
            <a:off x="5048404" y="491983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67" name="Címkocka">
            <a:extLst>
              <a:ext uri="{FF2B5EF4-FFF2-40B4-BE49-F238E27FC236}">
                <a16:creationId xmlns:a16="http://schemas.microsoft.com/office/drawing/2014/main" id="{C22DAB2B-E8F9-18E3-65C4-2A5321EA6D06}"/>
              </a:ext>
            </a:extLst>
          </p:cNvPr>
          <p:cNvSpPr/>
          <p:nvPr/>
        </p:nvSpPr>
        <p:spPr>
          <a:xfrm>
            <a:off x="5768404" y="491983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68" name="Címkocka">
            <a:extLst>
              <a:ext uri="{FF2B5EF4-FFF2-40B4-BE49-F238E27FC236}">
                <a16:creationId xmlns:a16="http://schemas.microsoft.com/office/drawing/2014/main" id="{18409DF3-5950-DE57-628E-E87BB1C16451}"/>
              </a:ext>
            </a:extLst>
          </p:cNvPr>
          <p:cNvSpPr/>
          <p:nvPr/>
        </p:nvSpPr>
        <p:spPr>
          <a:xfrm>
            <a:off x="6488404" y="491983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69" name="Címkocka">
            <a:extLst>
              <a:ext uri="{FF2B5EF4-FFF2-40B4-BE49-F238E27FC236}">
                <a16:creationId xmlns:a16="http://schemas.microsoft.com/office/drawing/2014/main" id="{95EBE87C-1DAF-CB8C-D9BF-8882A53C27A4}"/>
              </a:ext>
            </a:extLst>
          </p:cNvPr>
          <p:cNvSpPr/>
          <p:nvPr/>
        </p:nvSpPr>
        <p:spPr>
          <a:xfrm>
            <a:off x="7186826" y="491983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70" name="Címkocka">
            <a:extLst>
              <a:ext uri="{FF2B5EF4-FFF2-40B4-BE49-F238E27FC236}">
                <a16:creationId xmlns:a16="http://schemas.microsoft.com/office/drawing/2014/main" id="{473DDD2A-BB0C-5F64-743B-2B12B449D27A}"/>
              </a:ext>
            </a:extLst>
          </p:cNvPr>
          <p:cNvSpPr/>
          <p:nvPr/>
        </p:nvSpPr>
        <p:spPr>
          <a:xfrm>
            <a:off x="7907826" y="491983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71" name="Címkocka">
            <a:extLst>
              <a:ext uri="{FF2B5EF4-FFF2-40B4-BE49-F238E27FC236}">
                <a16:creationId xmlns:a16="http://schemas.microsoft.com/office/drawing/2014/main" id="{ED7BFED1-A43C-59B7-4936-2E5B279522A7}"/>
              </a:ext>
            </a:extLst>
          </p:cNvPr>
          <p:cNvSpPr/>
          <p:nvPr/>
        </p:nvSpPr>
        <p:spPr>
          <a:xfrm>
            <a:off x="8628826" y="491983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72" name="Címkocka">
            <a:extLst>
              <a:ext uri="{FF2B5EF4-FFF2-40B4-BE49-F238E27FC236}">
                <a16:creationId xmlns:a16="http://schemas.microsoft.com/office/drawing/2014/main" id="{F293E09C-E852-BF39-8E2E-999DA542B0BA}"/>
              </a:ext>
            </a:extLst>
          </p:cNvPr>
          <p:cNvSpPr/>
          <p:nvPr/>
        </p:nvSpPr>
        <p:spPr>
          <a:xfrm>
            <a:off x="9347826" y="491983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73" name="Címkocka">
            <a:extLst>
              <a:ext uri="{FF2B5EF4-FFF2-40B4-BE49-F238E27FC236}">
                <a16:creationId xmlns:a16="http://schemas.microsoft.com/office/drawing/2014/main" id="{38AC22B7-05D7-1D95-AE09-3BE979F99929}"/>
              </a:ext>
            </a:extLst>
          </p:cNvPr>
          <p:cNvSpPr/>
          <p:nvPr/>
        </p:nvSpPr>
        <p:spPr>
          <a:xfrm>
            <a:off x="10067826" y="491983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74" name="Téglalap 473">
            <a:extLst>
              <a:ext uri="{FF2B5EF4-FFF2-40B4-BE49-F238E27FC236}">
                <a16:creationId xmlns:a16="http://schemas.microsoft.com/office/drawing/2014/main" id="{548DBE52-3B84-00C3-0117-65627F0A60DD}"/>
              </a:ext>
            </a:extLst>
          </p:cNvPr>
          <p:cNvSpPr/>
          <p:nvPr/>
        </p:nvSpPr>
        <p:spPr>
          <a:xfrm>
            <a:off x="10787826" y="491983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75" name="Téglalap 474">
            <a:extLst>
              <a:ext uri="{FF2B5EF4-FFF2-40B4-BE49-F238E27FC236}">
                <a16:creationId xmlns:a16="http://schemas.microsoft.com/office/drawing/2014/main" id="{6087F577-6756-6CEA-28FE-E3C31272EC2C}"/>
              </a:ext>
            </a:extLst>
          </p:cNvPr>
          <p:cNvSpPr/>
          <p:nvPr/>
        </p:nvSpPr>
        <p:spPr>
          <a:xfrm>
            <a:off x="11507826" y="491983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76" name="Téglalap 475">
            <a:extLst>
              <a:ext uri="{FF2B5EF4-FFF2-40B4-BE49-F238E27FC236}">
                <a16:creationId xmlns:a16="http://schemas.microsoft.com/office/drawing/2014/main" id="{D3FE8787-CF47-C996-44BB-6162E35A1B25}"/>
              </a:ext>
            </a:extLst>
          </p:cNvPr>
          <p:cNvSpPr/>
          <p:nvPr/>
        </p:nvSpPr>
        <p:spPr>
          <a:xfrm>
            <a:off x="6404" y="556843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77" name="Téglalap 476">
            <a:extLst>
              <a:ext uri="{FF2B5EF4-FFF2-40B4-BE49-F238E27FC236}">
                <a16:creationId xmlns:a16="http://schemas.microsoft.com/office/drawing/2014/main" id="{653077AB-08C7-645A-8086-A4C4A3152E82}"/>
              </a:ext>
            </a:extLst>
          </p:cNvPr>
          <p:cNvSpPr/>
          <p:nvPr/>
        </p:nvSpPr>
        <p:spPr>
          <a:xfrm>
            <a:off x="726404" y="556843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78" name="Téglalap 477">
            <a:extLst>
              <a:ext uri="{FF2B5EF4-FFF2-40B4-BE49-F238E27FC236}">
                <a16:creationId xmlns:a16="http://schemas.microsoft.com/office/drawing/2014/main" id="{70669110-F14C-DB7B-3E9D-2E675398F319}"/>
              </a:ext>
            </a:extLst>
          </p:cNvPr>
          <p:cNvSpPr/>
          <p:nvPr/>
        </p:nvSpPr>
        <p:spPr>
          <a:xfrm>
            <a:off x="1447404" y="556843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79" name="Téglalap 478">
            <a:extLst>
              <a:ext uri="{FF2B5EF4-FFF2-40B4-BE49-F238E27FC236}">
                <a16:creationId xmlns:a16="http://schemas.microsoft.com/office/drawing/2014/main" id="{381B8F63-54B3-858D-B277-30B31A933422}"/>
              </a:ext>
            </a:extLst>
          </p:cNvPr>
          <p:cNvSpPr/>
          <p:nvPr/>
        </p:nvSpPr>
        <p:spPr>
          <a:xfrm>
            <a:off x="2168404" y="556843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80" name="Téglalap 479">
            <a:extLst>
              <a:ext uri="{FF2B5EF4-FFF2-40B4-BE49-F238E27FC236}">
                <a16:creationId xmlns:a16="http://schemas.microsoft.com/office/drawing/2014/main" id="{895EF681-E78D-C292-620E-8A8785F2969B}"/>
              </a:ext>
            </a:extLst>
          </p:cNvPr>
          <p:cNvSpPr/>
          <p:nvPr/>
        </p:nvSpPr>
        <p:spPr>
          <a:xfrm>
            <a:off x="2889404" y="556843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81" name="Téglalap 480">
            <a:extLst>
              <a:ext uri="{FF2B5EF4-FFF2-40B4-BE49-F238E27FC236}">
                <a16:creationId xmlns:a16="http://schemas.microsoft.com/office/drawing/2014/main" id="{98C473B3-BF34-1997-D9AE-07DD920E14A5}"/>
              </a:ext>
            </a:extLst>
          </p:cNvPr>
          <p:cNvSpPr/>
          <p:nvPr/>
        </p:nvSpPr>
        <p:spPr>
          <a:xfrm>
            <a:off x="3608404" y="556843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82" name="Téglalap 481">
            <a:extLst>
              <a:ext uri="{FF2B5EF4-FFF2-40B4-BE49-F238E27FC236}">
                <a16:creationId xmlns:a16="http://schemas.microsoft.com/office/drawing/2014/main" id="{49A46A01-2EDA-8B04-E1B5-C49E72B1F9A7}"/>
              </a:ext>
            </a:extLst>
          </p:cNvPr>
          <p:cNvSpPr/>
          <p:nvPr/>
        </p:nvSpPr>
        <p:spPr>
          <a:xfrm>
            <a:off x="4328404" y="556843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83" name="Téglalap 482">
            <a:extLst>
              <a:ext uri="{FF2B5EF4-FFF2-40B4-BE49-F238E27FC236}">
                <a16:creationId xmlns:a16="http://schemas.microsoft.com/office/drawing/2014/main" id="{055DB8CE-9BB5-B16B-C38E-D0A2C49C9296}"/>
              </a:ext>
            </a:extLst>
          </p:cNvPr>
          <p:cNvSpPr/>
          <p:nvPr/>
        </p:nvSpPr>
        <p:spPr>
          <a:xfrm>
            <a:off x="5048404" y="556843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84" name="Téglalap 483">
            <a:extLst>
              <a:ext uri="{FF2B5EF4-FFF2-40B4-BE49-F238E27FC236}">
                <a16:creationId xmlns:a16="http://schemas.microsoft.com/office/drawing/2014/main" id="{8B705C39-EAA9-B27B-D537-2C9CBCC65DB0}"/>
              </a:ext>
            </a:extLst>
          </p:cNvPr>
          <p:cNvSpPr/>
          <p:nvPr/>
        </p:nvSpPr>
        <p:spPr>
          <a:xfrm>
            <a:off x="5768404" y="556843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85" name="Téglalap 484">
            <a:extLst>
              <a:ext uri="{FF2B5EF4-FFF2-40B4-BE49-F238E27FC236}">
                <a16:creationId xmlns:a16="http://schemas.microsoft.com/office/drawing/2014/main" id="{9A02A71E-5AD1-6207-2989-F7A7694A037B}"/>
              </a:ext>
            </a:extLst>
          </p:cNvPr>
          <p:cNvSpPr/>
          <p:nvPr/>
        </p:nvSpPr>
        <p:spPr>
          <a:xfrm>
            <a:off x="6488404" y="556843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86" name="Téglalap 485">
            <a:extLst>
              <a:ext uri="{FF2B5EF4-FFF2-40B4-BE49-F238E27FC236}">
                <a16:creationId xmlns:a16="http://schemas.microsoft.com/office/drawing/2014/main" id="{7743F28A-CEE3-310C-0669-F01E5EBDC49D}"/>
              </a:ext>
            </a:extLst>
          </p:cNvPr>
          <p:cNvSpPr/>
          <p:nvPr/>
        </p:nvSpPr>
        <p:spPr>
          <a:xfrm>
            <a:off x="7186826" y="556843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87" name="Téglalap 486">
            <a:extLst>
              <a:ext uri="{FF2B5EF4-FFF2-40B4-BE49-F238E27FC236}">
                <a16:creationId xmlns:a16="http://schemas.microsoft.com/office/drawing/2014/main" id="{11715828-2B4F-3E86-F316-4C7D6B6E4314}"/>
              </a:ext>
            </a:extLst>
          </p:cNvPr>
          <p:cNvSpPr/>
          <p:nvPr/>
        </p:nvSpPr>
        <p:spPr>
          <a:xfrm>
            <a:off x="7907826" y="556843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88" name="Téglalap 487">
            <a:extLst>
              <a:ext uri="{FF2B5EF4-FFF2-40B4-BE49-F238E27FC236}">
                <a16:creationId xmlns:a16="http://schemas.microsoft.com/office/drawing/2014/main" id="{0B11528A-1EC1-4207-9CB0-BB3387DF5BCA}"/>
              </a:ext>
            </a:extLst>
          </p:cNvPr>
          <p:cNvSpPr/>
          <p:nvPr/>
        </p:nvSpPr>
        <p:spPr>
          <a:xfrm>
            <a:off x="8628826" y="556843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89" name="Téglalap 488">
            <a:extLst>
              <a:ext uri="{FF2B5EF4-FFF2-40B4-BE49-F238E27FC236}">
                <a16:creationId xmlns:a16="http://schemas.microsoft.com/office/drawing/2014/main" id="{68E8A42F-ED6E-64A9-B4D7-BDD65670CA77}"/>
              </a:ext>
            </a:extLst>
          </p:cNvPr>
          <p:cNvSpPr/>
          <p:nvPr/>
        </p:nvSpPr>
        <p:spPr>
          <a:xfrm>
            <a:off x="9347826" y="556843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90" name="Téglalap 489">
            <a:extLst>
              <a:ext uri="{FF2B5EF4-FFF2-40B4-BE49-F238E27FC236}">
                <a16:creationId xmlns:a16="http://schemas.microsoft.com/office/drawing/2014/main" id="{A4CDC2CD-C1A2-A2CA-208A-76E0347C4876}"/>
              </a:ext>
            </a:extLst>
          </p:cNvPr>
          <p:cNvSpPr/>
          <p:nvPr/>
        </p:nvSpPr>
        <p:spPr>
          <a:xfrm>
            <a:off x="10067826" y="556843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91" name="Téglalap 490">
            <a:extLst>
              <a:ext uri="{FF2B5EF4-FFF2-40B4-BE49-F238E27FC236}">
                <a16:creationId xmlns:a16="http://schemas.microsoft.com/office/drawing/2014/main" id="{71A98702-657C-22EA-8295-36FAD57809BA}"/>
              </a:ext>
            </a:extLst>
          </p:cNvPr>
          <p:cNvSpPr/>
          <p:nvPr/>
        </p:nvSpPr>
        <p:spPr>
          <a:xfrm>
            <a:off x="10787826" y="556843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92" name="Téglalap 491">
            <a:extLst>
              <a:ext uri="{FF2B5EF4-FFF2-40B4-BE49-F238E27FC236}">
                <a16:creationId xmlns:a16="http://schemas.microsoft.com/office/drawing/2014/main" id="{9D6C91BF-FF20-810F-A4D9-F5D2CB0E8FBA}"/>
              </a:ext>
            </a:extLst>
          </p:cNvPr>
          <p:cNvSpPr/>
          <p:nvPr/>
        </p:nvSpPr>
        <p:spPr>
          <a:xfrm>
            <a:off x="11507826" y="556843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93" name="Téglalap 492">
            <a:extLst>
              <a:ext uri="{FF2B5EF4-FFF2-40B4-BE49-F238E27FC236}">
                <a16:creationId xmlns:a16="http://schemas.microsoft.com/office/drawing/2014/main" id="{0FD1DF8E-2563-3426-3739-96A198C1B44B}"/>
              </a:ext>
            </a:extLst>
          </p:cNvPr>
          <p:cNvSpPr/>
          <p:nvPr/>
        </p:nvSpPr>
        <p:spPr>
          <a:xfrm>
            <a:off x="6404" y="628843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94" name="Téglalap 493">
            <a:extLst>
              <a:ext uri="{FF2B5EF4-FFF2-40B4-BE49-F238E27FC236}">
                <a16:creationId xmlns:a16="http://schemas.microsoft.com/office/drawing/2014/main" id="{5616DAD0-8873-B835-E6EA-83D713543926}"/>
              </a:ext>
            </a:extLst>
          </p:cNvPr>
          <p:cNvSpPr/>
          <p:nvPr/>
        </p:nvSpPr>
        <p:spPr>
          <a:xfrm>
            <a:off x="726404" y="628843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95" name="Téglalap 494">
            <a:extLst>
              <a:ext uri="{FF2B5EF4-FFF2-40B4-BE49-F238E27FC236}">
                <a16:creationId xmlns:a16="http://schemas.microsoft.com/office/drawing/2014/main" id="{16C8258E-A7D1-1BD4-B805-FE21B960E5F6}"/>
              </a:ext>
            </a:extLst>
          </p:cNvPr>
          <p:cNvSpPr/>
          <p:nvPr/>
        </p:nvSpPr>
        <p:spPr>
          <a:xfrm>
            <a:off x="1447404" y="628843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96" name="Téglalap 495">
            <a:extLst>
              <a:ext uri="{FF2B5EF4-FFF2-40B4-BE49-F238E27FC236}">
                <a16:creationId xmlns:a16="http://schemas.microsoft.com/office/drawing/2014/main" id="{3B458E22-DDF1-2B9A-8214-C52FE110A352}"/>
              </a:ext>
            </a:extLst>
          </p:cNvPr>
          <p:cNvSpPr/>
          <p:nvPr/>
        </p:nvSpPr>
        <p:spPr>
          <a:xfrm>
            <a:off x="2168404" y="628843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97" name="Téglalap 496">
            <a:extLst>
              <a:ext uri="{FF2B5EF4-FFF2-40B4-BE49-F238E27FC236}">
                <a16:creationId xmlns:a16="http://schemas.microsoft.com/office/drawing/2014/main" id="{C5331845-3EE9-EF67-C59D-CBA2FD9D775E}"/>
              </a:ext>
            </a:extLst>
          </p:cNvPr>
          <p:cNvSpPr/>
          <p:nvPr/>
        </p:nvSpPr>
        <p:spPr>
          <a:xfrm>
            <a:off x="2889404" y="628843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98" name="Téglalap 497">
            <a:extLst>
              <a:ext uri="{FF2B5EF4-FFF2-40B4-BE49-F238E27FC236}">
                <a16:creationId xmlns:a16="http://schemas.microsoft.com/office/drawing/2014/main" id="{6DA28800-1C42-76B6-26B9-21D2B4EF6BC3}"/>
              </a:ext>
            </a:extLst>
          </p:cNvPr>
          <p:cNvSpPr/>
          <p:nvPr/>
        </p:nvSpPr>
        <p:spPr>
          <a:xfrm>
            <a:off x="3608404" y="628843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99" name="Téglalap 498">
            <a:extLst>
              <a:ext uri="{FF2B5EF4-FFF2-40B4-BE49-F238E27FC236}">
                <a16:creationId xmlns:a16="http://schemas.microsoft.com/office/drawing/2014/main" id="{D37F9FA9-F011-2A20-5F20-E47EE10D144E}"/>
              </a:ext>
            </a:extLst>
          </p:cNvPr>
          <p:cNvSpPr/>
          <p:nvPr/>
        </p:nvSpPr>
        <p:spPr>
          <a:xfrm>
            <a:off x="4328404" y="628843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500" name="Téglalap 499">
            <a:extLst>
              <a:ext uri="{FF2B5EF4-FFF2-40B4-BE49-F238E27FC236}">
                <a16:creationId xmlns:a16="http://schemas.microsoft.com/office/drawing/2014/main" id="{1461B0C6-873E-E0F6-81CA-0430BA1F809D}"/>
              </a:ext>
            </a:extLst>
          </p:cNvPr>
          <p:cNvSpPr/>
          <p:nvPr/>
        </p:nvSpPr>
        <p:spPr>
          <a:xfrm>
            <a:off x="5048404" y="628843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501" name="Téglalap 500">
            <a:extLst>
              <a:ext uri="{FF2B5EF4-FFF2-40B4-BE49-F238E27FC236}">
                <a16:creationId xmlns:a16="http://schemas.microsoft.com/office/drawing/2014/main" id="{FA7A1AA7-5A00-E5CF-3F37-D954F9D72DFF}"/>
              </a:ext>
            </a:extLst>
          </p:cNvPr>
          <p:cNvSpPr/>
          <p:nvPr/>
        </p:nvSpPr>
        <p:spPr>
          <a:xfrm>
            <a:off x="5768404" y="628843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502" name="Téglalap 501">
            <a:extLst>
              <a:ext uri="{FF2B5EF4-FFF2-40B4-BE49-F238E27FC236}">
                <a16:creationId xmlns:a16="http://schemas.microsoft.com/office/drawing/2014/main" id="{8A419057-AD96-84EB-A055-F0F754BBC9B0}"/>
              </a:ext>
            </a:extLst>
          </p:cNvPr>
          <p:cNvSpPr/>
          <p:nvPr/>
        </p:nvSpPr>
        <p:spPr>
          <a:xfrm>
            <a:off x="6488404" y="628843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503" name="Téglalap 502">
            <a:extLst>
              <a:ext uri="{FF2B5EF4-FFF2-40B4-BE49-F238E27FC236}">
                <a16:creationId xmlns:a16="http://schemas.microsoft.com/office/drawing/2014/main" id="{BE21A88E-89AB-B506-30AE-98FBC404E473}"/>
              </a:ext>
            </a:extLst>
          </p:cNvPr>
          <p:cNvSpPr/>
          <p:nvPr/>
        </p:nvSpPr>
        <p:spPr>
          <a:xfrm>
            <a:off x="7186826" y="628843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504" name="Téglalap 503">
            <a:extLst>
              <a:ext uri="{FF2B5EF4-FFF2-40B4-BE49-F238E27FC236}">
                <a16:creationId xmlns:a16="http://schemas.microsoft.com/office/drawing/2014/main" id="{9DF2FB16-9857-C981-5C85-96E06BCEBC6C}"/>
              </a:ext>
            </a:extLst>
          </p:cNvPr>
          <p:cNvSpPr/>
          <p:nvPr/>
        </p:nvSpPr>
        <p:spPr>
          <a:xfrm>
            <a:off x="7907826" y="628843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505" name="Téglalap 504">
            <a:extLst>
              <a:ext uri="{FF2B5EF4-FFF2-40B4-BE49-F238E27FC236}">
                <a16:creationId xmlns:a16="http://schemas.microsoft.com/office/drawing/2014/main" id="{3234E164-7AFA-408B-DC69-C6804BD24215}"/>
              </a:ext>
            </a:extLst>
          </p:cNvPr>
          <p:cNvSpPr/>
          <p:nvPr/>
        </p:nvSpPr>
        <p:spPr>
          <a:xfrm>
            <a:off x="8628826" y="628843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506" name="Téglalap 505">
            <a:extLst>
              <a:ext uri="{FF2B5EF4-FFF2-40B4-BE49-F238E27FC236}">
                <a16:creationId xmlns:a16="http://schemas.microsoft.com/office/drawing/2014/main" id="{6B076669-9DCE-F761-BAA4-5F16B08D8324}"/>
              </a:ext>
            </a:extLst>
          </p:cNvPr>
          <p:cNvSpPr/>
          <p:nvPr/>
        </p:nvSpPr>
        <p:spPr>
          <a:xfrm>
            <a:off x="9347826" y="628843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507" name="Téglalap 506">
            <a:extLst>
              <a:ext uri="{FF2B5EF4-FFF2-40B4-BE49-F238E27FC236}">
                <a16:creationId xmlns:a16="http://schemas.microsoft.com/office/drawing/2014/main" id="{6C2BAE67-0C94-6CFF-B1CC-BA96F4F39A2D}"/>
              </a:ext>
            </a:extLst>
          </p:cNvPr>
          <p:cNvSpPr/>
          <p:nvPr/>
        </p:nvSpPr>
        <p:spPr>
          <a:xfrm>
            <a:off x="10067826" y="628843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508" name="Téglalap 507">
            <a:extLst>
              <a:ext uri="{FF2B5EF4-FFF2-40B4-BE49-F238E27FC236}">
                <a16:creationId xmlns:a16="http://schemas.microsoft.com/office/drawing/2014/main" id="{63C7F777-3ADC-5788-B67C-DA8275E8BF1A}"/>
              </a:ext>
            </a:extLst>
          </p:cNvPr>
          <p:cNvSpPr/>
          <p:nvPr/>
        </p:nvSpPr>
        <p:spPr>
          <a:xfrm>
            <a:off x="10787826" y="628843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509" name="Téglalap 508">
            <a:extLst>
              <a:ext uri="{FF2B5EF4-FFF2-40B4-BE49-F238E27FC236}">
                <a16:creationId xmlns:a16="http://schemas.microsoft.com/office/drawing/2014/main" id="{CA919FD3-3CEF-CF5D-B20D-9AFF32462F97}"/>
              </a:ext>
            </a:extLst>
          </p:cNvPr>
          <p:cNvSpPr/>
          <p:nvPr/>
        </p:nvSpPr>
        <p:spPr>
          <a:xfrm>
            <a:off x="11507826" y="628843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538" name="Cím 1">
            <a:extLst>
              <a:ext uri="{FF2B5EF4-FFF2-40B4-BE49-F238E27FC236}">
                <a16:creationId xmlns:a16="http://schemas.microsoft.com/office/drawing/2014/main" id="{E4030E9D-02D9-C885-D0D4-F9E09AE3BDA9}"/>
              </a:ext>
            </a:extLst>
          </p:cNvPr>
          <p:cNvSpPr txBox="1">
            <a:spLocks/>
          </p:cNvSpPr>
          <p:nvPr/>
        </p:nvSpPr>
        <p:spPr>
          <a:xfrm>
            <a:off x="1440000" y="-2597149"/>
            <a:ext cx="9144000" cy="23876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sz="11500" cap="small" dirty="0">
                <a:latin typeface="Haettenschweiler" panose="020B0706040902060204" pitchFamily="34" charset="0"/>
              </a:rPr>
              <a:t>Aknakereső</a:t>
            </a:r>
          </a:p>
        </p:txBody>
      </p:sp>
      <p:sp>
        <p:nvSpPr>
          <p:cNvPr id="539" name="Alcím 2">
            <a:extLst>
              <a:ext uri="{FF2B5EF4-FFF2-40B4-BE49-F238E27FC236}">
                <a16:creationId xmlns:a16="http://schemas.microsoft.com/office/drawing/2014/main" id="{97E44DBD-8C12-E149-5FDC-17F8EDBAF700}"/>
              </a:ext>
            </a:extLst>
          </p:cNvPr>
          <p:cNvSpPr txBox="1">
            <a:spLocks/>
          </p:cNvSpPr>
          <p:nvPr/>
        </p:nvSpPr>
        <p:spPr>
          <a:xfrm>
            <a:off x="1480343" y="-751545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dirty="0"/>
              <a:t>Készítette: Dudás Bence Sándor</a:t>
            </a:r>
          </a:p>
        </p:txBody>
      </p:sp>
      <p:sp>
        <p:nvSpPr>
          <p:cNvPr id="512" name="Téglalap 511">
            <a:extLst>
              <a:ext uri="{FF2B5EF4-FFF2-40B4-BE49-F238E27FC236}">
                <a16:creationId xmlns:a16="http://schemas.microsoft.com/office/drawing/2014/main" id="{C60D5464-8C58-1DCA-1329-9F0930C989E2}"/>
              </a:ext>
            </a:extLst>
          </p:cNvPr>
          <p:cNvSpPr/>
          <p:nvPr/>
        </p:nvSpPr>
        <p:spPr>
          <a:xfrm>
            <a:off x="1447404" y="806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513" name="Téglalap 512">
            <a:extLst>
              <a:ext uri="{FF2B5EF4-FFF2-40B4-BE49-F238E27FC236}">
                <a16:creationId xmlns:a16="http://schemas.microsoft.com/office/drawing/2014/main" id="{59F8D2D6-958B-94B6-2C38-DCE103E4589F}"/>
              </a:ext>
            </a:extLst>
          </p:cNvPr>
          <p:cNvSpPr/>
          <p:nvPr/>
        </p:nvSpPr>
        <p:spPr>
          <a:xfrm>
            <a:off x="2168404" y="806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514" name="Téglalap 513">
            <a:extLst>
              <a:ext uri="{FF2B5EF4-FFF2-40B4-BE49-F238E27FC236}">
                <a16:creationId xmlns:a16="http://schemas.microsoft.com/office/drawing/2014/main" id="{6AA4C876-E5FE-2045-89A8-F59E5D896544}"/>
              </a:ext>
            </a:extLst>
          </p:cNvPr>
          <p:cNvSpPr/>
          <p:nvPr/>
        </p:nvSpPr>
        <p:spPr>
          <a:xfrm>
            <a:off x="2889404" y="806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515" name="Téglalap 514">
            <a:extLst>
              <a:ext uri="{FF2B5EF4-FFF2-40B4-BE49-F238E27FC236}">
                <a16:creationId xmlns:a16="http://schemas.microsoft.com/office/drawing/2014/main" id="{6A5DC014-2C73-2AB3-97E4-048A5B0ABFDB}"/>
              </a:ext>
            </a:extLst>
          </p:cNvPr>
          <p:cNvSpPr/>
          <p:nvPr/>
        </p:nvSpPr>
        <p:spPr>
          <a:xfrm>
            <a:off x="3608404" y="806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516" name="Téglalap 515">
            <a:extLst>
              <a:ext uri="{FF2B5EF4-FFF2-40B4-BE49-F238E27FC236}">
                <a16:creationId xmlns:a16="http://schemas.microsoft.com/office/drawing/2014/main" id="{E7787AF9-8665-EBCF-78C7-A6A6A456A411}"/>
              </a:ext>
            </a:extLst>
          </p:cNvPr>
          <p:cNvSpPr/>
          <p:nvPr/>
        </p:nvSpPr>
        <p:spPr>
          <a:xfrm>
            <a:off x="4328404" y="806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517" name="Téglalap 516">
            <a:extLst>
              <a:ext uri="{FF2B5EF4-FFF2-40B4-BE49-F238E27FC236}">
                <a16:creationId xmlns:a16="http://schemas.microsoft.com/office/drawing/2014/main" id="{F5D86358-6988-B598-A638-5D3B8B7AE560}"/>
              </a:ext>
            </a:extLst>
          </p:cNvPr>
          <p:cNvSpPr/>
          <p:nvPr/>
        </p:nvSpPr>
        <p:spPr>
          <a:xfrm>
            <a:off x="5048404" y="806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518" name="Téglalap 517">
            <a:extLst>
              <a:ext uri="{FF2B5EF4-FFF2-40B4-BE49-F238E27FC236}">
                <a16:creationId xmlns:a16="http://schemas.microsoft.com/office/drawing/2014/main" id="{73B16B24-D91F-A7A3-6BD2-43A40D871B44}"/>
              </a:ext>
            </a:extLst>
          </p:cNvPr>
          <p:cNvSpPr/>
          <p:nvPr/>
        </p:nvSpPr>
        <p:spPr>
          <a:xfrm>
            <a:off x="5768404" y="806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519" name="Téglalap 518">
            <a:extLst>
              <a:ext uri="{FF2B5EF4-FFF2-40B4-BE49-F238E27FC236}">
                <a16:creationId xmlns:a16="http://schemas.microsoft.com/office/drawing/2014/main" id="{9557047E-8E10-C77C-6117-B53EDC453820}"/>
              </a:ext>
            </a:extLst>
          </p:cNvPr>
          <p:cNvSpPr/>
          <p:nvPr/>
        </p:nvSpPr>
        <p:spPr>
          <a:xfrm>
            <a:off x="6488404" y="806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520" name="Téglalap 519">
            <a:extLst>
              <a:ext uri="{FF2B5EF4-FFF2-40B4-BE49-F238E27FC236}">
                <a16:creationId xmlns:a16="http://schemas.microsoft.com/office/drawing/2014/main" id="{B7D75E2B-93B9-0D2A-8A27-5A998D5EC9AB}"/>
              </a:ext>
            </a:extLst>
          </p:cNvPr>
          <p:cNvSpPr/>
          <p:nvPr/>
        </p:nvSpPr>
        <p:spPr>
          <a:xfrm>
            <a:off x="7209404" y="806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521" name="Téglalap 520">
            <a:extLst>
              <a:ext uri="{FF2B5EF4-FFF2-40B4-BE49-F238E27FC236}">
                <a16:creationId xmlns:a16="http://schemas.microsoft.com/office/drawing/2014/main" id="{851F669A-AE2A-A1C7-468F-1CD207452D8C}"/>
              </a:ext>
            </a:extLst>
          </p:cNvPr>
          <p:cNvSpPr/>
          <p:nvPr/>
        </p:nvSpPr>
        <p:spPr>
          <a:xfrm>
            <a:off x="7930404" y="806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522" name="Téglalap 521">
            <a:extLst>
              <a:ext uri="{FF2B5EF4-FFF2-40B4-BE49-F238E27FC236}">
                <a16:creationId xmlns:a16="http://schemas.microsoft.com/office/drawing/2014/main" id="{D36E2AA1-6984-5AEC-A81B-B4009DF2F000}"/>
              </a:ext>
            </a:extLst>
          </p:cNvPr>
          <p:cNvSpPr/>
          <p:nvPr/>
        </p:nvSpPr>
        <p:spPr>
          <a:xfrm>
            <a:off x="8651404" y="806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523" name="Téglalap 522">
            <a:extLst>
              <a:ext uri="{FF2B5EF4-FFF2-40B4-BE49-F238E27FC236}">
                <a16:creationId xmlns:a16="http://schemas.microsoft.com/office/drawing/2014/main" id="{40B2585B-5390-0F70-6901-BF06C64E4861}"/>
              </a:ext>
            </a:extLst>
          </p:cNvPr>
          <p:cNvSpPr/>
          <p:nvPr/>
        </p:nvSpPr>
        <p:spPr>
          <a:xfrm>
            <a:off x="9370404" y="806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524" name="Téglalap 523">
            <a:extLst>
              <a:ext uri="{FF2B5EF4-FFF2-40B4-BE49-F238E27FC236}">
                <a16:creationId xmlns:a16="http://schemas.microsoft.com/office/drawing/2014/main" id="{BC361E7B-3769-C855-CD54-79B4C562753E}"/>
              </a:ext>
            </a:extLst>
          </p:cNvPr>
          <p:cNvSpPr/>
          <p:nvPr/>
        </p:nvSpPr>
        <p:spPr>
          <a:xfrm>
            <a:off x="10090404" y="806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525" name="Téglalap 524">
            <a:extLst>
              <a:ext uri="{FF2B5EF4-FFF2-40B4-BE49-F238E27FC236}">
                <a16:creationId xmlns:a16="http://schemas.microsoft.com/office/drawing/2014/main" id="{5F24F179-81D6-5875-3E65-5980096EF294}"/>
              </a:ext>
            </a:extLst>
          </p:cNvPr>
          <p:cNvSpPr/>
          <p:nvPr/>
        </p:nvSpPr>
        <p:spPr>
          <a:xfrm>
            <a:off x="1447404" y="720806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526" name="Téglalap 525">
            <a:extLst>
              <a:ext uri="{FF2B5EF4-FFF2-40B4-BE49-F238E27FC236}">
                <a16:creationId xmlns:a16="http://schemas.microsoft.com/office/drawing/2014/main" id="{85E8F426-2886-C380-7E60-0FEF67DEE37D}"/>
              </a:ext>
            </a:extLst>
          </p:cNvPr>
          <p:cNvSpPr/>
          <p:nvPr/>
        </p:nvSpPr>
        <p:spPr>
          <a:xfrm>
            <a:off x="2168404" y="720806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527" name="Téglalap 526">
            <a:extLst>
              <a:ext uri="{FF2B5EF4-FFF2-40B4-BE49-F238E27FC236}">
                <a16:creationId xmlns:a16="http://schemas.microsoft.com/office/drawing/2014/main" id="{43B7D5C5-23C0-7817-269B-17989986CF85}"/>
              </a:ext>
            </a:extLst>
          </p:cNvPr>
          <p:cNvSpPr/>
          <p:nvPr/>
        </p:nvSpPr>
        <p:spPr>
          <a:xfrm>
            <a:off x="2889404" y="720806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528" name="Téglalap 527">
            <a:extLst>
              <a:ext uri="{FF2B5EF4-FFF2-40B4-BE49-F238E27FC236}">
                <a16:creationId xmlns:a16="http://schemas.microsoft.com/office/drawing/2014/main" id="{E2DFF022-3201-19F1-BFA6-95F486367BB7}"/>
              </a:ext>
            </a:extLst>
          </p:cNvPr>
          <p:cNvSpPr/>
          <p:nvPr/>
        </p:nvSpPr>
        <p:spPr>
          <a:xfrm>
            <a:off x="3608404" y="720806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529" name="Téglalap 528">
            <a:extLst>
              <a:ext uri="{FF2B5EF4-FFF2-40B4-BE49-F238E27FC236}">
                <a16:creationId xmlns:a16="http://schemas.microsoft.com/office/drawing/2014/main" id="{AECB2C6C-0024-4DBE-5165-12B19C12DDF3}"/>
              </a:ext>
            </a:extLst>
          </p:cNvPr>
          <p:cNvSpPr/>
          <p:nvPr/>
        </p:nvSpPr>
        <p:spPr>
          <a:xfrm>
            <a:off x="4328404" y="720806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530" name="Téglalap 529">
            <a:extLst>
              <a:ext uri="{FF2B5EF4-FFF2-40B4-BE49-F238E27FC236}">
                <a16:creationId xmlns:a16="http://schemas.microsoft.com/office/drawing/2014/main" id="{008B17A9-F91E-7A9A-C3E7-7B99D5F55D52}"/>
              </a:ext>
            </a:extLst>
          </p:cNvPr>
          <p:cNvSpPr/>
          <p:nvPr/>
        </p:nvSpPr>
        <p:spPr>
          <a:xfrm>
            <a:off x="5048404" y="720806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531" name="Téglalap 530">
            <a:extLst>
              <a:ext uri="{FF2B5EF4-FFF2-40B4-BE49-F238E27FC236}">
                <a16:creationId xmlns:a16="http://schemas.microsoft.com/office/drawing/2014/main" id="{D040D75F-B878-7B05-5B32-F5B4BFC7EC87}"/>
              </a:ext>
            </a:extLst>
          </p:cNvPr>
          <p:cNvSpPr/>
          <p:nvPr/>
        </p:nvSpPr>
        <p:spPr>
          <a:xfrm>
            <a:off x="5710001" y="716326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532" name="Téglalap 531">
            <a:extLst>
              <a:ext uri="{FF2B5EF4-FFF2-40B4-BE49-F238E27FC236}">
                <a16:creationId xmlns:a16="http://schemas.microsoft.com/office/drawing/2014/main" id="{9654B94D-2182-940C-2C18-406F105D423E}"/>
              </a:ext>
            </a:extLst>
          </p:cNvPr>
          <p:cNvSpPr/>
          <p:nvPr/>
        </p:nvSpPr>
        <p:spPr>
          <a:xfrm>
            <a:off x="6488404" y="720806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533" name="Téglalap 532">
            <a:extLst>
              <a:ext uri="{FF2B5EF4-FFF2-40B4-BE49-F238E27FC236}">
                <a16:creationId xmlns:a16="http://schemas.microsoft.com/office/drawing/2014/main" id="{B0343D16-84B9-4CBF-CB1A-1DFBF76020A0}"/>
              </a:ext>
            </a:extLst>
          </p:cNvPr>
          <p:cNvSpPr/>
          <p:nvPr/>
        </p:nvSpPr>
        <p:spPr>
          <a:xfrm>
            <a:off x="7209404" y="720806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534" name="Téglalap 533">
            <a:extLst>
              <a:ext uri="{FF2B5EF4-FFF2-40B4-BE49-F238E27FC236}">
                <a16:creationId xmlns:a16="http://schemas.microsoft.com/office/drawing/2014/main" id="{E11F7365-327E-13B5-2197-E6EAEAC162C5}"/>
              </a:ext>
            </a:extLst>
          </p:cNvPr>
          <p:cNvSpPr/>
          <p:nvPr/>
        </p:nvSpPr>
        <p:spPr>
          <a:xfrm>
            <a:off x="7930404" y="720806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535" name="Téglalap 534">
            <a:extLst>
              <a:ext uri="{FF2B5EF4-FFF2-40B4-BE49-F238E27FC236}">
                <a16:creationId xmlns:a16="http://schemas.microsoft.com/office/drawing/2014/main" id="{FBECE04C-62F6-0F4A-1E7C-5C72D229D019}"/>
              </a:ext>
            </a:extLst>
          </p:cNvPr>
          <p:cNvSpPr/>
          <p:nvPr/>
        </p:nvSpPr>
        <p:spPr>
          <a:xfrm>
            <a:off x="8651404" y="720806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536" name="Téglalap 535">
            <a:extLst>
              <a:ext uri="{FF2B5EF4-FFF2-40B4-BE49-F238E27FC236}">
                <a16:creationId xmlns:a16="http://schemas.microsoft.com/office/drawing/2014/main" id="{554911E1-1609-9940-5F69-CF317D7566FA}"/>
              </a:ext>
            </a:extLst>
          </p:cNvPr>
          <p:cNvSpPr/>
          <p:nvPr/>
        </p:nvSpPr>
        <p:spPr>
          <a:xfrm>
            <a:off x="9370404" y="720806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537" name="Téglalap 536">
            <a:extLst>
              <a:ext uri="{FF2B5EF4-FFF2-40B4-BE49-F238E27FC236}">
                <a16:creationId xmlns:a16="http://schemas.microsoft.com/office/drawing/2014/main" id="{DCC4EF79-4B8C-A314-6B19-17AEA0B959F6}"/>
              </a:ext>
            </a:extLst>
          </p:cNvPr>
          <p:cNvSpPr/>
          <p:nvPr/>
        </p:nvSpPr>
        <p:spPr>
          <a:xfrm>
            <a:off x="10090404" y="720806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grpSp>
        <p:nvGrpSpPr>
          <p:cNvPr id="646" name="Csoportba foglalás 645">
            <a:extLst>
              <a:ext uri="{FF2B5EF4-FFF2-40B4-BE49-F238E27FC236}">
                <a16:creationId xmlns:a16="http://schemas.microsoft.com/office/drawing/2014/main" id="{5035DF65-DB0C-A16A-0930-ADD0B3848812}"/>
              </a:ext>
            </a:extLst>
          </p:cNvPr>
          <p:cNvGrpSpPr/>
          <p:nvPr/>
        </p:nvGrpSpPr>
        <p:grpSpPr>
          <a:xfrm>
            <a:off x="2882524" y="-17705"/>
            <a:ext cx="9361000" cy="1440000"/>
            <a:chOff x="2881550" y="61612"/>
            <a:chExt cx="9361000" cy="1440000"/>
          </a:xfrm>
        </p:grpSpPr>
        <p:sp>
          <p:nvSpPr>
            <p:cNvPr id="647" name="Téglalap 646">
              <a:extLst>
                <a:ext uri="{FF2B5EF4-FFF2-40B4-BE49-F238E27FC236}">
                  <a16:creationId xmlns:a16="http://schemas.microsoft.com/office/drawing/2014/main" id="{45B6EA3B-1F03-06AD-C111-B5C6C8372A3E}"/>
                </a:ext>
              </a:extLst>
            </p:cNvPr>
            <p:cNvSpPr/>
            <p:nvPr/>
          </p:nvSpPr>
          <p:spPr>
            <a:xfrm>
              <a:off x="10802550" y="61612"/>
              <a:ext cx="720000" cy="720000"/>
            </a:xfrm>
            <a:prstGeom prst="rect">
              <a:avLst/>
            </a:prstGeom>
            <a:solidFill>
              <a:srgbClr val="A2D14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3600" dirty="0"/>
            </a:p>
          </p:txBody>
        </p:sp>
        <p:sp>
          <p:nvSpPr>
            <p:cNvPr id="648" name="Téglalap 647">
              <a:extLst>
                <a:ext uri="{FF2B5EF4-FFF2-40B4-BE49-F238E27FC236}">
                  <a16:creationId xmlns:a16="http://schemas.microsoft.com/office/drawing/2014/main" id="{EB7AB3D8-0276-1962-3FF7-FB04CF966CE0}"/>
                </a:ext>
              </a:extLst>
            </p:cNvPr>
            <p:cNvSpPr/>
            <p:nvPr/>
          </p:nvSpPr>
          <p:spPr>
            <a:xfrm>
              <a:off x="11522550" y="61612"/>
              <a:ext cx="720000" cy="720000"/>
            </a:xfrm>
            <a:prstGeom prst="rect">
              <a:avLst/>
            </a:prstGeom>
            <a:solidFill>
              <a:srgbClr val="AAD6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3600" dirty="0"/>
            </a:p>
          </p:txBody>
        </p:sp>
        <p:sp>
          <p:nvSpPr>
            <p:cNvPr id="649" name="Téglalap 648">
              <a:extLst>
                <a:ext uri="{FF2B5EF4-FFF2-40B4-BE49-F238E27FC236}">
                  <a16:creationId xmlns:a16="http://schemas.microsoft.com/office/drawing/2014/main" id="{050DA827-F4BB-EE6E-2C7E-BEB9AA5C0F6B}"/>
                </a:ext>
              </a:extLst>
            </p:cNvPr>
            <p:cNvSpPr/>
            <p:nvPr/>
          </p:nvSpPr>
          <p:spPr>
            <a:xfrm>
              <a:off x="2881550" y="61612"/>
              <a:ext cx="720000" cy="720000"/>
            </a:xfrm>
            <a:prstGeom prst="rect">
              <a:avLst/>
            </a:prstGeom>
            <a:solidFill>
              <a:srgbClr val="AAD6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3600" dirty="0"/>
            </a:p>
          </p:txBody>
        </p:sp>
        <p:sp>
          <p:nvSpPr>
            <p:cNvPr id="650" name="Téglalap 649">
              <a:extLst>
                <a:ext uri="{FF2B5EF4-FFF2-40B4-BE49-F238E27FC236}">
                  <a16:creationId xmlns:a16="http://schemas.microsoft.com/office/drawing/2014/main" id="{15C79902-B6C0-5FA4-7453-F6111B0CF3BC}"/>
                </a:ext>
              </a:extLst>
            </p:cNvPr>
            <p:cNvSpPr/>
            <p:nvPr/>
          </p:nvSpPr>
          <p:spPr>
            <a:xfrm>
              <a:off x="3600550" y="61612"/>
              <a:ext cx="720000" cy="720000"/>
            </a:xfrm>
            <a:prstGeom prst="rect">
              <a:avLst/>
            </a:prstGeom>
            <a:solidFill>
              <a:srgbClr val="A2D14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3600" dirty="0"/>
            </a:p>
          </p:txBody>
        </p:sp>
        <p:sp>
          <p:nvSpPr>
            <p:cNvPr id="651" name="Téglalap 650">
              <a:extLst>
                <a:ext uri="{FF2B5EF4-FFF2-40B4-BE49-F238E27FC236}">
                  <a16:creationId xmlns:a16="http://schemas.microsoft.com/office/drawing/2014/main" id="{F934FD49-D409-831D-9EBE-0F8ADC6E5879}"/>
                </a:ext>
              </a:extLst>
            </p:cNvPr>
            <p:cNvSpPr/>
            <p:nvPr/>
          </p:nvSpPr>
          <p:spPr>
            <a:xfrm>
              <a:off x="4320550" y="61612"/>
              <a:ext cx="720000" cy="720000"/>
            </a:xfrm>
            <a:prstGeom prst="rect">
              <a:avLst/>
            </a:prstGeom>
            <a:solidFill>
              <a:srgbClr val="AAD6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3600" dirty="0"/>
            </a:p>
          </p:txBody>
        </p:sp>
        <p:sp>
          <p:nvSpPr>
            <p:cNvPr id="652" name="Téglalap 651">
              <a:extLst>
                <a:ext uri="{FF2B5EF4-FFF2-40B4-BE49-F238E27FC236}">
                  <a16:creationId xmlns:a16="http://schemas.microsoft.com/office/drawing/2014/main" id="{E151B8B2-3365-CCDB-88E0-C47A89704EC7}"/>
                </a:ext>
              </a:extLst>
            </p:cNvPr>
            <p:cNvSpPr/>
            <p:nvPr/>
          </p:nvSpPr>
          <p:spPr>
            <a:xfrm>
              <a:off x="5040550" y="61612"/>
              <a:ext cx="720000" cy="720000"/>
            </a:xfrm>
            <a:prstGeom prst="rect">
              <a:avLst/>
            </a:prstGeom>
            <a:solidFill>
              <a:srgbClr val="A2D14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3600" dirty="0"/>
            </a:p>
          </p:txBody>
        </p:sp>
        <p:sp>
          <p:nvSpPr>
            <p:cNvPr id="653" name="Téglalap 652">
              <a:extLst>
                <a:ext uri="{FF2B5EF4-FFF2-40B4-BE49-F238E27FC236}">
                  <a16:creationId xmlns:a16="http://schemas.microsoft.com/office/drawing/2014/main" id="{9E7BAEBF-CB3C-0A94-4AB2-61BCCCD95AA2}"/>
                </a:ext>
              </a:extLst>
            </p:cNvPr>
            <p:cNvSpPr/>
            <p:nvPr/>
          </p:nvSpPr>
          <p:spPr>
            <a:xfrm>
              <a:off x="5760550" y="61612"/>
              <a:ext cx="720000" cy="720000"/>
            </a:xfrm>
            <a:prstGeom prst="rect">
              <a:avLst/>
            </a:prstGeom>
            <a:solidFill>
              <a:srgbClr val="AAD6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3600" dirty="0"/>
            </a:p>
          </p:txBody>
        </p:sp>
        <p:sp>
          <p:nvSpPr>
            <p:cNvPr id="654" name="Téglalap 653">
              <a:extLst>
                <a:ext uri="{FF2B5EF4-FFF2-40B4-BE49-F238E27FC236}">
                  <a16:creationId xmlns:a16="http://schemas.microsoft.com/office/drawing/2014/main" id="{80E37E78-3893-1548-7CDE-346CF3025197}"/>
                </a:ext>
              </a:extLst>
            </p:cNvPr>
            <p:cNvSpPr/>
            <p:nvPr/>
          </p:nvSpPr>
          <p:spPr>
            <a:xfrm>
              <a:off x="6480550" y="61612"/>
              <a:ext cx="720000" cy="720000"/>
            </a:xfrm>
            <a:prstGeom prst="rect">
              <a:avLst/>
            </a:prstGeom>
            <a:solidFill>
              <a:srgbClr val="A2D14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3600" dirty="0"/>
            </a:p>
          </p:txBody>
        </p:sp>
        <p:sp>
          <p:nvSpPr>
            <p:cNvPr id="655" name="Téglalap 654">
              <a:extLst>
                <a:ext uri="{FF2B5EF4-FFF2-40B4-BE49-F238E27FC236}">
                  <a16:creationId xmlns:a16="http://schemas.microsoft.com/office/drawing/2014/main" id="{CD0F9C9D-93FD-85A9-8EC0-B0C603AE74A1}"/>
                </a:ext>
              </a:extLst>
            </p:cNvPr>
            <p:cNvSpPr/>
            <p:nvPr/>
          </p:nvSpPr>
          <p:spPr>
            <a:xfrm>
              <a:off x="7201550" y="61612"/>
              <a:ext cx="720000" cy="720000"/>
            </a:xfrm>
            <a:prstGeom prst="rect">
              <a:avLst/>
            </a:prstGeom>
            <a:solidFill>
              <a:srgbClr val="AAD6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3600" dirty="0"/>
            </a:p>
          </p:txBody>
        </p:sp>
        <p:sp>
          <p:nvSpPr>
            <p:cNvPr id="656" name="Téglalap 655">
              <a:extLst>
                <a:ext uri="{FF2B5EF4-FFF2-40B4-BE49-F238E27FC236}">
                  <a16:creationId xmlns:a16="http://schemas.microsoft.com/office/drawing/2014/main" id="{A9BADB0A-E09D-AB3B-5F5D-D1892B96BF25}"/>
                </a:ext>
              </a:extLst>
            </p:cNvPr>
            <p:cNvSpPr/>
            <p:nvPr/>
          </p:nvSpPr>
          <p:spPr>
            <a:xfrm>
              <a:off x="7922550" y="61612"/>
              <a:ext cx="720000" cy="720000"/>
            </a:xfrm>
            <a:prstGeom prst="rect">
              <a:avLst/>
            </a:prstGeom>
            <a:solidFill>
              <a:srgbClr val="A2D14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3600" dirty="0"/>
            </a:p>
          </p:txBody>
        </p:sp>
        <p:sp>
          <p:nvSpPr>
            <p:cNvPr id="657" name="Téglalap 656">
              <a:extLst>
                <a:ext uri="{FF2B5EF4-FFF2-40B4-BE49-F238E27FC236}">
                  <a16:creationId xmlns:a16="http://schemas.microsoft.com/office/drawing/2014/main" id="{B4CAFD50-7289-0E04-E92B-01236F9FEB0D}"/>
                </a:ext>
              </a:extLst>
            </p:cNvPr>
            <p:cNvSpPr/>
            <p:nvPr/>
          </p:nvSpPr>
          <p:spPr>
            <a:xfrm>
              <a:off x="8643550" y="61612"/>
              <a:ext cx="720000" cy="720000"/>
            </a:xfrm>
            <a:prstGeom prst="rect">
              <a:avLst/>
            </a:prstGeom>
            <a:solidFill>
              <a:srgbClr val="AAD6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3600" dirty="0"/>
            </a:p>
          </p:txBody>
        </p:sp>
        <p:sp>
          <p:nvSpPr>
            <p:cNvPr id="658" name="Téglalap 657">
              <a:extLst>
                <a:ext uri="{FF2B5EF4-FFF2-40B4-BE49-F238E27FC236}">
                  <a16:creationId xmlns:a16="http://schemas.microsoft.com/office/drawing/2014/main" id="{2CB04F56-F6A9-DF10-8151-8B57309A0CBB}"/>
                </a:ext>
              </a:extLst>
            </p:cNvPr>
            <p:cNvSpPr/>
            <p:nvPr/>
          </p:nvSpPr>
          <p:spPr>
            <a:xfrm>
              <a:off x="9362550" y="61612"/>
              <a:ext cx="720000" cy="720000"/>
            </a:xfrm>
            <a:prstGeom prst="rect">
              <a:avLst/>
            </a:prstGeom>
            <a:solidFill>
              <a:srgbClr val="A2D14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3600" dirty="0"/>
            </a:p>
          </p:txBody>
        </p:sp>
        <p:sp>
          <p:nvSpPr>
            <p:cNvPr id="659" name="Téglalap 658">
              <a:extLst>
                <a:ext uri="{FF2B5EF4-FFF2-40B4-BE49-F238E27FC236}">
                  <a16:creationId xmlns:a16="http://schemas.microsoft.com/office/drawing/2014/main" id="{5D364AFE-AED6-C580-F405-63571DAEC147}"/>
                </a:ext>
              </a:extLst>
            </p:cNvPr>
            <p:cNvSpPr/>
            <p:nvPr/>
          </p:nvSpPr>
          <p:spPr>
            <a:xfrm>
              <a:off x="10082550" y="61612"/>
              <a:ext cx="720000" cy="720000"/>
            </a:xfrm>
            <a:prstGeom prst="rect">
              <a:avLst/>
            </a:prstGeom>
            <a:solidFill>
              <a:srgbClr val="AAD6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3600" dirty="0"/>
            </a:p>
          </p:txBody>
        </p:sp>
        <p:sp>
          <p:nvSpPr>
            <p:cNvPr id="660" name="Téglalap 659">
              <a:extLst>
                <a:ext uri="{FF2B5EF4-FFF2-40B4-BE49-F238E27FC236}">
                  <a16:creationId xmlns:a16="http://schemas.microsoft.com/office/drawing/2014/main" id="{1E0EA26F-9D51-35A9-43B7-266B1F511FB2}"/>
                </a:ext>
              </a:extLst>
            </p:cNvPr>
            <p:cNvSpPr/>
            <p:nvPr/>
          </p:nvSpPr>
          <p:spPr>
            <a:xfrm>
              <a:off x="5040550" y="781612"/>
              <a:ext cx="720000" cy="720000"/>
            </a:xfrm>
            <a:prstGeom prst="rect">
              <a:avLst/>
            </a:prstGeom>
            <a:solidFill>
              <a:srgbClr val="AAD6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3600" dirty="0"/>
            </a:p>
          </p:txBody>
        </p:sp>
        <p:sp>
          <p:nvSpPr>
            <p:cNvPr id="661" name="Téglalap 660">
              <a:extLst>
                <a:ext uri="{FF2B5EF4-FFF2-40B4-BE49-F238E27FC236}">
                  <a16:creationId xmlns:a16="http://schemas.microsoft.com/office/drawing/2014/main" id="{4FF525DE-EA7D-C8C3-77DB-E99C6C8B9DC9}"/>
                </a:ext>
              </a:extLst>
            </p:cNvPr>
            <p:cNvSpPr/>
            <p:nvPr/>
          </p:nvSpPr>
          <p:spPr>
            <a:xfrm>
              <a:off x="5760550" y="781612"/>
              <a:ext cx="720000" cy="720000"/>
            </a:xfrm>
            <a:prstGeom prst="rect">
              <a:avLst/>
            </a:prstGeom>
            <a:solidFill>
              <a:srgbClr val="A2D14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3600" dirty="0"/>
            </a:p>
          </p:txBody>
        </p:sp>
        <p:sp>
          <p:nvSpPr>
            <p:cNvPr id="662" name="Téglalap 661">
              <a:extLst>
                <a:ext uri="{FF2B5EF4-FFF2-40B4-BE49-F238E27FC236}">
                  <a16:creationId xmlns:a16="http://schemas.microsoft.com/office/drawing/2014/main" id="{9E28DD97-C422-7B73-4AEF-C20FA5F248C1}"/>
                </a:ext>
              </a:extLst>
            </p:cNvPr>
            <p:cNvSpPr/>
            <p:nvPr/>
          </p:nvSpPr>
          <p:spPr>
            <a:xfrm>
              <a:off x="6480550" y="781612"/>
              <a:ext cx="720000" cy="720000"/>
            </a:xfrm>
            <a:prstGeom prst="rect">
              <a:avLst/>
            </a:prstGeom>
            <a:solidFill>
              <a:srgbClr val="AAD6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3600" dirty="0"/>
            </a:p>
          </p:txBody>
        </p:sp>
        <p:sp>
          <p:nvSpPr>
            <p:cNvPr id="663" name="Téglalap 662">
              <a:extLst>
                <a:ext uri="{FF2B5EF4-FFF2-40B4-BE49-F238E27FC236}">
                  <a16:creationId xmlns:a16="http://schemas.microsoft.com/office/drawing/2014/main" id="{AB9A9003-5553-316E-92E9-85CC8EDB0985}"/>
                </a:ext>
              </a:extLst>
            </p:cNvPr>
            <p:cNvSpPr/>
            <p:nvPr/>
          </p:nvSpPr>
          <p:spPr>
            <a:xfrm>
              <a:off x="7201550" y="781612"/>
              <a:ext cx="720000" cy="720000"/>
            </a:xfrm>
            <a:prstGeom prst="rect">
              <a:avLst/>
            </a:prstGeom>
            <a:solidFill>
              <a:srgbClr val="A2D14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3600" dirty="0"/>
            </a:p>
          </p:txBody>
        </p:sp>
        <p:sp>
          <p:nvSpPr>
            <p:cNvPr id="664" name="Téglalap 663">
              <a:extLst>
                <a:ext uri="{FF2B5EF4-FFF2-40B4-BE49-F238E27FC236}">
                  <a16:creationId xmlns:a16="http://schemas.microsoft.com/office/drawing/2014/main" id="{98F7FED2-52EE-F612-32D5-128B0E62AC14}"/>
                </a:ext>
              </a:extLst>
            </p:cNvPr>
            <p:cNvSpPr/>
            <p:nvPr/>
          </p:nvSpPr>
          <p:spPr>
            <a:xfrm>
              <a:off x="7922550" y="781612"/>
              <a:ext cx="720000" cy="720000"/>
            </a:xfrm>
            <a:prstGeom prst="rect">
              <a:avLst/>
            </a:prstGeom>
            <a:solidFill>
              <a:srgbClr val="AAD6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3600" dirty="0"/>
            </a:p>
          </p:txBody>
        </p:sp>
        <p:sp>
          <p:nvSpPr>
            <p:cNvPr id="665" name="Téglalap 664">
              <a:extLst>
                <a:ext uri="{FF2B5EF4-FFF2-40B4-BE49-F238E27FC236}">
                  <a16:creationId xmlns:a16="http://schemas.microsoft.com/office/drawing/2014/main" id="{F07FF255-AF92-A45A-D750-8B107E7C5DD6}"/>
                </a:ext>
              </a:extLst>
            </p:cNvPr>
            <p:cNvSpPr/>
            <p:nvPr/>
          </p:nvSpPr>
          <p:spPr>
            <a:xfrm>
              <a:off x="8643550" y="781612"/>
              <a:ext cx="720000" cy="720000"/>
            </a:xfrm>
            <a:prstGeom prst="rect">
              <a:avLst/>
            </a:prstGeom>
            <a:solidFill>
              <a:srgbClr val="A2D14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3600" dirty="0"/>
            </a:p>
          </p:txBody>
        </p:sp>
        <p:sp>
          <p:nvSpPr>
            <p:cNvPr id="666" name="Téglalap 665">
              <a:extLst>
                <a:ext uri="{FF2B5EF4-FFF2-40B4-BE49-F238E27FC236}">
                  <a16:creationId xmlns:a16="http://schemas.microsoft.com/office/drawing/2014/main" id="{31522C53-27A2-8347-4482-182663200CBE}"/>
                </a:ext>
              </a:extLst>
            </p:cNvPr>
            <p:cNvSpPr/>
            <p:nvPr/>
          </p:nvSpPr>
          <p:spPr>
            <a:xfrm>
              <a:off x="9362550" y="781612"/>
              <a:ext cx="720000" cy="720000"/>
            </a:xfrm>
            <a:prstGeom prst="rect">
              <a:avLst/>
            </a:prstGeom>
            <a:solidFill>
              <a:srgbClr val="AAD6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3600" dirty="0"/>
            </a:p>
          </p:txBody>
        </p:sp>
        <p:sp>
          <p:nvSpPr>
            <p:cNvPr id="667" name="Téglalap 666">
              <a:extLst>
                <a:ext uri="{FF2B5EF4-FFF2-40B4-BE49-F238E27FC236}">
                  <a16:creationId xmlns:a16="http://schemas.microsoft.com/office/drawing/2014/main" id="{878B07A0-C896-F2C9-975A-276F9F76C147}"/>
                </a:ext>
              </a:extLst>
            </p:cNvPr>
            <p:cNvSpPr/>
            <p:nvPr/>
          </p:nvSpPr>
          <p:spPr>
            <a:xfrm>
              <a:off x="4320550" y="781612"/>
              <a:ext cx="720000" cy="720000"/>
            </a:xfrm>
            <a:prstGeom prst="rect">
              <a:avLst/>
            </a:prstGeom>
            <a:solidFill>
              <a:srgbClr val="A2D14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3600" dirty="0"/>
            </a:p>
          </p:txBody>
        </p:sp>
      </p:grpSp>
    </p:spTree>
    <p:extLst>
      <p:ext uri="{BB962C8B-B14F-4D97-AF65-F5344CB8AC3E}">
        <p14:creationId xmlns:p14="http://schemas.microsoft.com/office/powerpoint/2010/main" val="2094410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27483-59F2-82DD-2487-1E22CDC8C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2C9B1C8F-542F-3F69-1CAD-F5C832FBA94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367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14" name="Téglalap 113">
            <a:extLst>
              <a:ext uri="{FF2B5EF4-FFF2-40B4-BE49-F238E27FC236}">
                <a16:creationId xmlns:a16="http://schemas.microsoft.com/office/drawing/2014/main" id="{C4B7E39F-A5C0-74D7-34AC-65B04FD876E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-3674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36" name="Téglalap 135">
            <a:extLst>
              <a:ext uri="{FF2B5EF4-FFF2-40B4-BE49-F238E27FC236}">
                <a16:creationId xmlns:a16="http://schemas.microsoft.com/office/drawing/2014/main" id="{325A563B-7229-9436-6596-108000FE80A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71632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37" name="Téglalap 136">
            <a:extLst>
              <a:ext uri="{FF2B5EF4-FFF2-40B4-BE49-F238E27FC236}">
                <a16:creationId xmlns:a16="http://schemas.microsoft.com/office/drawing/2014/main" id="{8C850AEC-BF3A-B962-8270-00237499D34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71632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51" name="Téglalap 150">
            <a:extLst>
              <a:ext uri="{FF2B5EF4-FFF2-40B4-BE49-F238E27FC236}">
                <a16:creationId xmlns:a16="http://schemas.microsoft.com/office/drawing/2014/main" id="{12F9052A-89FD-CDD4-CDF6-4985E337B99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71632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52" name="Téglalap 151">
            <a:extLst>
              <a:ext uri="{FF2B5EF4-FFF2-40B4-BE49-F238E27FC236}">
                <a16:creationId xmlns:a16="http://schemas.microsoft.com/office/drawing/2014/main" id="{023E522B-0723-B799-5F41-E3785A86428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71632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74" name="Téglalap 173">
            <a:extLst>
              <a:ext uri="{FF2B5EF4-FFF2-40B4-BE49-F238E27FC236}">
                <a16:creationId xmlns:a16="http://schemas.microsoft.com/office/drawing/2014/main" id="{E29709AA-00A4-F82C-A803-0DF01754718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39600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75" name="Téglalap 174">
            <a:extLst>
              <a:ext uri="{FF2B5EF4-FFF2-40B4-BE49-F238E27FC236}">
                <a16:creationId xmlns:a16="http://schemas.microsoft.com/office/drawing/2014/main" id="{4FEDD5F9-FA5F-75E0-5899-0EF80A0FF4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139600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76" name="Címkocka">
            <a:extLst>
              <a:ext uri="{FF2B5EF4-FFF2-40B4-BE49-F238E27FC236}">
                <a16:creationId xmlns:a16="http://schemas.microsoft.com/office/drawing/2014/main" id="{84694CF9-C85C-400C-CC36-98FC2A4DF35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139600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77" name="Címkocka">
            <a:extLst>
              <a:ext uri="{FF2B5EF4-FFF2-40B4-BE49-F238E27FC236}">
                <a16:creationId xmlns:a16="http://schemas.microsoft.com/office/drawing/2014/main" id="{41C02E32-6B13-2BAE-9D01-3788D5073C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139600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78" name="Címkocka">
            <a:extLst>
              <a:ext uri="{FF2B5EF4-FFF2-40B4-BE49-F238E27FC236}">
                <a16:creationId xmlns:a16="http://schemas.microsoft.com/office/drawing/2014/main" id="{4766A5F2-2604-450A-EE00-FF4EF431A51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139600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79" name="Címkocka">
            <a:extLst>
              <a:ext uri="{FF2B5EF4-FFF2-40B4-BE49-F238E27FC236}">
                <a16:creationId xmlns:a16="http://schemas.microsoft.com/office/drawing/2014/main" id="{64CFABF9-1F2F-41D2-4110-A37F3F590F5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139600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80" name="Címkocka">
            <a:extLst>
              <a:ext uri="{FF2B5EF4-FFF2-40B4-BE49-F238E27FC236}">
                <a16:creationId xmlns:a16="http://schemas.microsoft.com/office/drawing/2014/main" id="{3EE81E85-7CCF-9FDF-9E71-0D5DCF5CD13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139600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81" name="Címkocka">
            <a:extLst>
              <a:ext uri="{FF2B5EF4-FFF2-40B4-BE49-F238E27FC236}">
                <a16:creationId xmlns:a16="http://schemas.microsoft.com/office/drawing/2014/main" id="{C5BC4B12-736D-776A-E564-75485F2C6A1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139600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388E3C"/>
                </a:solidFill>
                <a:latin typeface="Consolas" panose="020B0609020204030204" pitchFamily="49" charset="0"/>
              </a:rPr>
              <a:t>2</a:t>
            </a:r>
            <a:endParaRPr lang="hu-HU" sz="3600" b="1" dirty="0"/>
          </a:p>
        </p:txBody>
      </p:sp>
      <p:sp>
        <p:nvSpPr>
          <p:cNvPr id="132" name="Téglalap 131">
            <a:extLst>
              <a:ext uri="{FF2B5EF4-FFF2-40B4-BE49-F238E27FC236}">
                <a16:creationId xmlns:a16="http://schemas.microsoft.com/office/drawing/2014/main" id="{AB1155E7-060A-9FC6-BA44-33AE9D84F88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-367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33" name="Téglalap 132">
            <a:extLst>
              <a:ext uri="{FF2B5EF4-FFF2-40B4-BE49-F238E27FC236}">
                <a16:creationId xmlns:a16="http://schemas.microsoft.com/office/drawing/2014/main" id="{01A9CEBC-8AC2-76EF-57A3-245DBB96086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-367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82" name="Címkocka">
            <a:extLst>
              <a:ext uri="{FF2B5EF4-FFF2-40B4-BE49-F238E27FC236}">
                <a16:creationId xmlns:a16="http://schemas.microsoft.com/office/drawing/2014/main" id="{83667A89-0578-34B2-3E58-B80B85009B7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139600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83" name="Címkocka">
            <a:extLst>
              <a:ext uri="{FF2B5EF4-FFF2-40B4-BE49-F238E27FC236}">
                <a16:creationId xmlns:a16="http://schemas.microsoft.com/office/drawing/2014/main" id="{39DD33EC-660E-0A46-34C7-53FA1D78DD6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139600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84" name="Címkocka">
            <a:extLst>
              <a:ext uri="{FF2B5EF4-FFF2-40B4-BE49-F238E27FC236}">
                <a16:creationId xmlns:a16="http://schemas.microsoft.com/office/drawing/2014/main" id="{AAB13407-29FD-42A5-8A48-41E53B47EDC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139600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85" name="Címkocka">
            <a:extLst>
              <a:ext uri="{FF2B5EF4-FFF2-40B4-BE49-F238E27FC236}">
                <a16:creationId xmlns:a16="http://schemas.microsoft.com/office/drawing/2014/main" id="{FBBF2269-709D-ED81-597B-EADB7FE0F0D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139600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86" name="Címkocka">
            <a:extLst>
              <a:ext uri="{FF2B5EF4-FFF2-40B4-BE49-F238E27FC236}">
                <a16:creationId xmlns:a16="http://schemas.microsoft.com/office/drawing/2014/main" id="{D7C5E39B-FCEC-2E52-6323-6A352F8B66E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139600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388E3C"/>
                </a:solidFill>
                <a:latin typeface="Consolas" panose="020B0609020204030204" pitchFamily="49" charset="0"/>
              </a:rPr>
              <a:t>2</a:t>
            </a:r>
            <a:endParaRPr lang="hu-HU" sz="3600" b="1" dirty="0"/>
          </a:p>
        </p:txBody>
      </p:sp>
      <p:sp>
        <p:nvSpPr>
          <p:cNvPr id="187" name="Címkocka">
            <a:extLst>
              <a:ext uri="{FF2B5EF4-FFF2-40B4-BE49-F238E27FC236}">
                <a16:creationId xmlns:a16="http://schemas.microsoft.com/office/drawing/2014/main" id="{383F9876-9C97-3DB5-F52B-D2D0F7810CB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139600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88" name="Címkocka">
            <a:extLst>
              <a:ext uri="{FF2B5EF4-FFF2-40B4-BE49-F238E27FC236}">
                <a16:creationId xmlns:a16="http://schemas.microsoft.com/office/drawing/2014/main" id="{57713288-E030-7782-CBE1-34C15AAC588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139600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89" name="Téglalap 188">
            <a:extLst>
              <a:ext uri="{FF2B5EF4-FFF2-40B4-BE49-F238E27FC236}">
                <a16:creationId xmlns:a16="http://schemas.microsoft.com/office/drawing/2014/main" id="{0E4EE9E7-10DC-BF8B-E20A-932880B655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139600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90" name="Téglalap 189">
            <a:extLst>
              <a:ext uri="{FF2B5EF4-FFF2-40B4-BE49-F238E27FC236}">
                <a16:creationId xmlns:a16="http://schemas.microsoft.com/office/drawing/2014/main" id="{6C91FFF7-7A56-205E-2E5A-C280745E594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139600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57" name="Téglalap 156">
            <a:extLst>
              <a:ext uri="{FF2B5EF4-FFF2-40B4-BE49-F238E27FC236}">
                <a16:creationId xmlns:a16="http://schemas.microsoft.com/office/drawing/2014/main" id="{7D6F96D5-F16E-A089-866B-3898FCC6F4A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211600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58" name="Téglalap 157">
            <a:extLst>
              <a:ext uri="{FF2B5EF4-FFF2-40B4-BE49-F238E27FC236}">
                <a16:creationId xmlns:a16="http://schemas.microsoft.com/office/drawing/2014/main" id="{1FA7C48B-D4D9-73CF-02C6-5CD2BAAE05D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211600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59" name="Címkocka">
            <a:extLst>
              <a:ext uri="{FF2B5EF4-FFF2-40B4-BE49-F238E27FC236}">
                <a16:creationId xmlns:a16="http://schemas.microsoft.com/office/drawing/2014/main" id="{F23CC0C4-6311-816E-379B-23815A44E9B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211600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60" name="Címkocka">
            <a:extLst>
              <a:ext uri="{FF2B5EF4-FFF2-40B4-BE49-F238E27FC236}">
                <a16:creationId xmlns:a16="http://schemas.microsoft.com/office/drawing/2014/main" id="{51279570-A001-8BAE-1A12-8B5B14B1776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211600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61" name="Címkocka">
            <a:extLst>
              <a:ext uri="{FF2B5EF4-FFF2-40B4-BE49-F238E27FC236}">
                <a16:creationId xmlns:a16="http://schemas.microsoft.com/office/drawing/2014/main" id="{A36D1EB4-D089-22F7-25D3-BF6FDE04FB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211600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62" name="Címkocka">
            <a:extLst>
              <a:ext uri="{FF2B5EF4-FFF2-40B4-BE49-F238E27FC236}">
                <a16:creationId xmlns:a16="http://schemas.microsoft.com/office/drawing/2014/main" id="{CC91773B-69AB-1A44-2FF3-6D16A573BCC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211600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63" name="Címkocka">
            <a:extLst>
              <a:ext uri="{FF2B5EF4-FFF2-40B4-BE49-F238E27FC236}">
                <a16:creationId xmlns:a16="http://schemas.microsoft.com/office/drawing/2014/main" id="{DD773B48-E8BB-55CF-2E0E-5814C5A1D9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211600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64" name="Címkocka">
            <a:extLst>
              <a:ext uri="{FF2B5EF4-FFF2-40B4-BE49-F238E27FC236}">
                <a16:creationId xmlns:a16="http://schemas.microsoft.com/office/drawing/2014/main" id="{7D2EEF80-A34C-7DD6-33A6-67F9567BB7B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211600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65" name="Címkocka">
            <a:extLst>
              <a:ext uri="{FF2B5EF4-FFF2-40B4-BE49-F238E27FC236}">
                <a16:creationId xmlns:a16="http://schemas.microsoft.com/office/drawing/2014/main" id="{2542E9E5-4DA0-B96B-A895-E73EFEC2CEE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211600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66" name="Címkocka">
            <a:extLst>
              <a:ext uri="{FF2B5EF4-FFF2-40B4-BE49-F238E27FC236}">
                <a16:creationId xmlns:a16="http://schemas.microsoft.com/office/drawing/2014/main" id="{7958A866-D15E-CDF9-F6AC-711E8796E2C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211600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67" name="Címkocka">
            <a:extLst>
              <a:ext uri="{FF2B5EF4-FFF2-40B4-BE49-F238E27FC236}">
                <a16:creationId xmlns:a16="http://schemas.microsoft.com/office/drawing/2014/main" id="{0C6F3712-DBC2-9448-222C-818414F3ADD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211600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68" name="Címkocka">
            <a:extLst>
              <a:ext uri="{FF2B5EF4-FFF2-40B4-BE49-F238E27FC236}">
                <a16:creationId xmlns:a16="http://schemas.microsoft.com/office/drawing/2014/main" id="{B94239FE-3C12-415B-013E-3955262FC5E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211600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69" name="Címkocka">
            <a:extLst>
              <a:ext uri="{FF2B5EF4-FFF2-40B4-BE49-F238E27FC236}">
                <a16:creationId xmlns:a16="http://schemas.microsoft.com/office/drawing/2014/main" id="{5A76218A-AF39-CCEA-449E-00FB4D21A7D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211600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70" name="Címkocka">
            <a:extLst>
              <a:ext uri="{FF2B5EF4-FFF2-40B4-BE49-F238E27FC236}">
                <a16:creationId xmlns:a16="http://schemas.microsoft.com/office/drawing/2014/main" id="{1CFD6AA7-4050-4D09-40CA-4F14BC58889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211600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71" name="Címkocka">
            <a:extLst>
              <a:ext uri="{FF2B5EF4-FFF2-40B4-BE49-F238E27FC236}">
                <a16:creationId xmlns:a16="http://schemas.microsoft.com/office/drawing/2014/main" id="{B87A10EA-164F-1DA4-89FE-4F9A8ED44ED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211600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72" name="Téglalap 171">
            <a:extLst>
              <a:ext uri="{FF2B5EF4-FFF2-40B4-BE49-F238E27FC236}">
                <a16:creationId xmlns:a16="http://schemas.microsoft.com/office/drawing/2014/main" id="{AC04A34A-2C79-01E9-2AF0-0FDE151A035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211600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73" name="Téglalap 172">
            <a:extLst>
              <a:ext uri="{FF2B5EF4-FFF2-40B4-BE49-F238E27FC236}">
                <a16:creationId xmlns:a16="http://schemas.microsoft.com/office/drawing/2014/main" id="{434F900B-34B4-5C7A-188D-4BB8B383141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211600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50" name="Téglalap 249">
            <a:extLst>
              <a:ext uri="{FF2B5EF4-FFF2-40B4-BE49-F238E27FC236}">
                <a16:creationId xmlns:a16="http://schemas.microsoft.com/office/drawing/2014/main" id="{4D3E42A2-05FB-A8FB-8BF6-5D24EBBCF59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279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51" name="Téglalap 250">
            <a:extLst>
              <a:ext uri="{FF2B5EF4-FFF2-40B4-BE49-F238E27FC236}">
                <a16:creationId xmlns:a16="http://schemas.microsoft.com/office/drawing/2014/main" id="{7729CBE8-6AAF-DFA6-B869-419217D8498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279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52" name="Címkocka">
            <a:extLst>
              <a:ext uri="{FF2B5EF4-FFF2-40B4-BE49-F238E27FC236}">
                <a16:creationId xmlns:a16="http://schemas.microsoft.com/office/drawing/2014/main" id="{835AA519-D1BD-E8D1-D54F-96A414BAB04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279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53" name="Címkocka">
            <a:extLst>
              <a:ext uri="{FF2B5EF4-FFF2-40B4-BE49-F238E27FC236}">
                <a16:creationId xmlns:a16="http://schemas.microsoft.com/office/drawing/2014/main" id="{165E7B5D-279F-3455-9DB4-7037F39AACC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279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54" name="Címkocka">
            <a:extLst>
              <a:ext uri="{FF2B5EF4-FFF2-40B4-BE49-F238E27FC236}">
                <a16:creationId xmlns:a16="http://schemas.microsoft.com/office/drawing/2014/main" id="{C61B20E1-5D03-BB92-C9D4-2AAAE5CCB17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279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55" name="Címkocka">
            <a:extLst>
              <a:ext uri="{FF2B5EF4-FFF2-40B4-BE49-F238E27FC236}">
                <a16:creationId xmlns:a16="http://schemas.microsoft.com/office/drawing/2014/main" id="{3F4519A4-0204-111B-6765-9B69AC62E8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279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56" name="Címkocka">
            <a:extLst>
              <a:ext uri="{FF2B5EF4-FFF2-40B4-BE49-F238E27FC236}">
                <a16:creationId xmlns:a16="http://schemas.microsoft.com/office/drawing/2014/main" id="{EA9811C9-9F32-D0AC-8D3F-59E49140B42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279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57" name="Címkocka">
            <a:extLst>
              <a:ext uri="{FF2B5EF4-FFF2-40B4-BE49-F238E27FC236}">
                <a16:creationId xmlns:a16="http://schemas.microsoft.com/office/drawing/2014/main" id="{88C3634B-A497-8832-4A64-FA3A6AC59BD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279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58" name="Címkocka">
            <a:extLst>
              <a:ext uri="{FF2B5EF4-FFF2-40B4-BE49-F238E27FC236}">
                <a16:creationId xmlns:a16="http://schemas.microsoft.com/office/drawing/2014/main" id="{6260FCBC-E793-6EAC-CAAE-763B9774AC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279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59" name="Címkocka">
            <a:extLst>
              <a:ext uri="{FF2B5EF4-FFF2-40B4-BE49-F238E27FC236}">
                <a16:creationId xmlns:a16="http://schemas.microsoft.com/office/drawing/2014/main" id="{734DD1E1-F9A8-C02A-7879-9082BB786B1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279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60" name="Címkocka">
            <a:extLst>
              <a:ext uri="{FF2B5EF4-FFF2-40B4-BE49-F238E27FC236}">
                <a16:creationId xmlns:a16="http://schemas.microsoft.com/office/drawing/2014/main" id="{4BFE6F4C-DE99-4DAF-EE34-134D0B548AD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279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61" name="Címkocka">
            <a:extLst>
              <a:ext uri="{FF2B5EF4-FFF2-40B4-BE49-F238E27FC236}">
                <a16:creationId xmlns:a16="http://schemas.microsoft.com/office/drawing/2014/main" id="{B44B5F46-8DF1-77D4-2133-88F02B7D90A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279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62" name="Címkocka">
            <a:extLst>
              <a:ext uri="{FF2B5EF4-FFF2-40B4-BE49-F238E27FC236}">
                <a16:creationId xmlns:a16="http://schemas.microsoft.com/office/drawing/2014/main" id="{CBEA1BD4-AF5F-DC08-9216-CFF45EBFC04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279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63" name="Címkocka">
            <a:extLst>
              <a:ext uri="{FF2B5EF4-FFF2-40B4-BE49-F238E27FC236}">
                <a16:creationId xmlns:a16="http://schemas.microsoft.com/office/drawing/2014/main" id="{F11CBF79-8904-3394-32B9-B6BF6D27843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279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64" name="Címkocka">
            <a:extLst>
              <a:ext uri="{FF2B5EF4-FFF2-40B4-BE49-F238E27FC236}">
                <a16:creationId xmlns:a16="http://schemas.microsoft.com/office/drawing/2014/main" id="{80E4F6FC-C90C-3AC0-C304-795E813D68F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279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65" name="Téglalap 264">
            <a:extLst>
              <a:ext uri="{FF2B5EF4-FFF2-40B4-BE49-F238E27FC236}">
                <a16:creationId xmlns:a16="http://schemas.microsoft.com/office/drawing/2014/main" id="{CE8A1A5C-790C-AFA2-F289-49AEBCB4F2D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279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66" name="Téglalap 265">
            <a:extLst>
              <a:ext uri="{FF2B5EF4-FFF2-40B4-BE49-F238E27FC236}">
                <a16:creationId xmlns:a16="http://schemas.microsoft.com/office/drawing/2014/main" id="{17C90C6B-8434-DFB1-6D08-0692CDDC79C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279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33" name="Téglalap 232">
            <a:extLst>
              <a:ext uri="{FF2B5EF4-FFF2-40B4-BE49-F238E27FC236}">
                <a16:creationId xmlns:a16="http://schemas.microsoft.com/office/drawing/2014/main" id="{179C559C-FE62-0EB1-3376-B30799C683E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351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34" name="Téglalap 233">
            <a:extLst>
              <a:ext uri="{FF2B5EF4-FFF2-40B4-BE49-F238E27FC236}">
                <a16:creationId xmlns:a16="http://schemas.microsoft.com/office/drawing/2014/main" id="{36AB56F2-C6E5-B432-BBE8-3115722C3E7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351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35" name="Címkocka">
            <a:extLst>
              <a:ext uri="{FF2B5EF4-FFF2-40B4-BE49-F238E27FC236}">
                <a16:creationId xmlns:a16="http://schemas.microsoft.com/office/drawing/2014/main" id="{BE4DB4AD-45A0-4E84-9C25-2F13E6B7DAF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351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36" name="Címkocka">
            <a:extLst>
              <a:ext uri="{FF2B5EF4-FFF2-40B4-BE49-F238E27FC236}">
                <a16:creationId xmlns:a16="http://schemas.microsoft.com/office/drawing/2014/main" id="{46BE6CBC-0298-F029-9303-F8812085009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351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37" name="Címkocka">
            <a:extLst>
              <a:ext uri="{FF2B5EF4-FFF2-40B4-BE49-F238E27FC236}">
                <a16:creationId xmlns:a16="http://schemas.microsoft.com/office/drawing/2014/main" id="{ECB2574B-E06C-DF60-C0AA-E83636FFB38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351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388E3C"/>
                </a:solidFill>
                <a:latin typeface="Consolas" panose="020B0609020204030204" pitchFamily="49" charset="0"/>
              </a:rPr>
              <a:t>2</a:t>
            </a:r>
            <a:endParaRPr lang="hu-HU" sz="3600" b="1" dirty="0"/>
          </a:p>
        </p:txBody>
      </p:sp>
      <p:sp>
        <p:nvSpPr>
          <p:cNvPr id="238" name="Címkocka">
            <a:extLst>
              <a:ext uri="{FF2B5EF4-FFF2-40B4-BE49-F238E27FC236}">
                <a16:creationId xmlns:a16="http://schemas.microsoft.com/office/drawing/2014/main" id="{4F9FD5A4-B07C-817F-2488-F48992B7C8E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351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388E3C"/>
                </a:solidFill>
                <a:latin typeface="Consolas" panose="020B0609020204030204" pitchFamily="49" charset="0"/>
              </a:rPr>
              <a:t>2</a:t>
            </a:r>
            <a:endParaRPr lang="hu-HU" sz="3600" b="1" dirty="0"/>
          </a:p>
        </p:txBody>
      </p:sp>
      <p:sp>
        <p:nvSpPr>
          <p:cNvPr id="239" name="Címkocka">
            <a:extLst>
              <a:ext uri="{FF2B5EF4-FFF2-40B4-BE49-F238E27FC236}">
                <a16:creationId xmlns:a16="http://schemas.microsoft.com/office/drawing/2014/main" id="{2448D3F3-A920-B67A-24C6-20865A1AA62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351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388E3C"/>
                </a:solidFill>
                <a:latin typeface="Consolas" panose="020B0609020204030204" pitchFamily="49" charset="0"/>
              </a:rPr>
              <a:t>2</a:t>
            </a:r>
            <a:endParaRPr lang="hu-HU" sz="3600" b="1" dirty="0"/>
          </a:p>
        </p:txBody>
      </p:sp>
      <p:sp>
        <p:nvSpPr>
          <p:cNvPr id="240" name="Címkocka">
            <a:extLst>
              <a:ext uri="{FF2B5EF4-FFF2-40B4-BE49-F238E27FC236}">
                <a16:creationId xmlns:a16="http://schemas.microsoft.com/office/drawing/2014/main" id="{E72D1EEF-58F3-D864-308D-E5E7E9F9B89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351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41" name="Címkocka">
            <a:extLst>
              <a:ext uri="{FF2B5EF4-FFF2-40B4-BE49-F238E27FC236}">
                <a16:creationId xmlns:a16="http://schemas.microsoft.com/office/drawing/2014/main" id="{ACB5605A-B48A-0E7C-34C9-CE1B6776FD9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351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42" name="Címkocka">
            <a:extLst>
              <a:ext uri="{FF2B5EF4-FFF2-40B4-BE49-F238E27FC236}">
                <a16:creationId xmlns:a16="http://schemas.microsoft.com/office/drawing/2014/main" id="{10130D3F-47FC-2AAD-0A33-D074F182C7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351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43" name="Címkocka">
            <a:extLst>
              <a:ext uri="{FF2B5EF4-FFF2-40B4-BE49-F238E27FC236}">
                <a16:creationId xmlns:a16="http://schemas.microsoft.com/office/drawing/2014/main" id="{E82ED010-5624-2D71-8778-761E31DB7C8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351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44" name="Címkocka">
            <a:extLst>
              <a:ext uri="{FF2B5EF4-FFF2-40B4-BE49-F238E27FC236}">
                <a16:creationId xmlns:a16="http://schemas.microsoft.com/office/drawing/2014/main" id="{92AA367F-32D0-6DD8-383E-635443E1FD5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351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45" name="Címkocka">
            <a:extLst>
              <a:ext uri="{FF2B5EF4-FFF2-40B4-BE49-F238E27FC236}">
                <a16:creationId xmlns:a16="http://schemas.microsoft.com/office/drawing/2014/main" id="{BA47CF34-DCE2-961F-642C-6D3E037125A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351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46" name="Címkocka">
            <a:extLst>
              <a:ext uri="{FF2B5EF4-FFF2-40B4-BE49-F238E27FC236}">
                <a16:creationId xmlns:a16="http://schemas.microsoft.com/office/drawing/2014/main" id="{05998FB7-CD9E-08E6-EA16-FBC5879B4C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351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47" name="Címkocka">
            <a:extLst>
              <a:ext uri="{FF2B5EF4-FFF2-40B4-BE49-F238E27FC236}">
                <a16:creationId xmlns:a16="http://schemas.microsoft.com/office/drawing/2014/main" id="{B952C82C-4909-97EC-59AF-62E0C2616ED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351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48" name="Téglalap 247">
            <a:extLst>
              <a:ext uri="{FF2B5EF4-FFF2-40B4-BE49-F238E27FC236}">
                <a16:creationId xmlns:a16="http://schemas.microsoft.com/office/drawing/2014/main" id="{9DE02AD6-7277-6C1D-0936-6E4B4643CF5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351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49" name="Téglalap 248">
            <a:extLst>
              <a:ext uri="{FF2B5EF4-FFF2-40B4-BE49-F238E27FC236}">
                <a16:creationId xmlns:a16="http://schemas.microsoft.com/office/drawing/2014/main" id="{E2C02DBF-0575-5E95-A682-4BB610BEF27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351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14" name="Téglalap 213">
            <a:extLst>
              <a:ext uri="{FF2B5EF4-FFF2-40B4-BE49-F238E27FC236}">
                <a16:creationId xmlns:a16="http://schemas.microsoft.com/office/drawing/2014/main" id="{B0BD98D1-F8C9-F584-38C6-BB5A9A9A77A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419535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15" name="Téglalap 214">
            <a:extLst>
              <a:ext uri="{FF2B5EF4-FFF2-40B4-BE49-F238E27FC236}">
                <a16:creationId xmlns:a16="http://schemas.microsoft.com/office/drawing/2014/main" id="{679E0B7A-43B5-2225-F8BC-F289E2BB134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419535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16" name="Címkocka">
            <a:extLst>
              <a:ext uri="{FF2B5EF4-FFF2-40B4-BE49-F238E27FC236}">
                <a16:creationId xmlns:a16="http://schemas.microsoft.com/office/drawing/2014/main" id="{AD0E4C53-A97F-E768-2CD9-74031C1AE8C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419535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17" name="Címkocka">
            <a:extLst>
              <a:ext uri="{FF2B5EF4-FFF2-40B4-BE49-F238E27FC236}">
                <a16:creationId xmlns:a16="http://schemas.microsoft.com/office/drawing/2014/main" id="{71C230D9-87A2-31EE-08AF-0F1C0C2FFA2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419535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18" name="Címkocka">
            <a:extLst>
              <a:ext uri="{FF2B5EF4-FFF2-40B4-BE49-F238E27FC236}">
                <a16:creationId xmlns:a16="http://schemas.microsoft.com/office/drawing/2014/main" id="{05A2D097-9588-F746-F6F7-81C0618EC82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419535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22" name="Címkocka">
            <a:extLst>
              <a:ext uri="{FF2B5EF4-FFF2-40B4-BE49-F238E27FC236}">
                <a16:creationId xmlns:a16="http://schemas.microsoft.com/office/drawing/2014/main" id="{3171962C-776F-9AE5-9662-5C34208633F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419535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23" name="Címkocka">
            <a:extLst>
              <a:ext uri="{FF2B5EF4-FFF2-40B4-BE49-F238E27FC236}">
                <a16:creationId xmlns:a16="http://schemas.microsoft.com/office/drawing/2014/main" id="{FE14183F-34BE-8D46-5553-26337EE78FA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419535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24" name="Címkocka">
            <a:extLst>
              <a:ext uri="{FF2B5EF4-FFF2-40B4-BE49-F238E27FC236}">
                <a16:creationId xmlns:a16="http://schemas.microsoft.com/office/drawing/2014/main" id="{16021086-1973-B695-7362-6F892CC15E9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419535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26" name="Címkocka">
            <a:extLst>
              <a:ext uri="{FF2B5EF4-FFF2-40B4-BE49-F238E27FC236}">
                <a16:creationId xmlns:a16="http://schemas.microsoft.com/office/drawing/2014/main" id="{7DCF3AA9-1AA3-CA49-522B-D22B9BADB0F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419535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27" name="Címkocka">
            <a:extLst>
              <a:ext uri="{FF2B5EF4-FFF2-40B4-BE49-F238E27FC236}">
                <a16:creationId xmlns:a16="http://schemas.microsoft.com/office/drawing/2014/main" id="{2BAEF094-7018-DF06-D6F5-2F128AC2E58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419535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28" name="Címkocka">
            <a:extLst>
              <a:ext uri="{FF2B5EF4-FFF2-40B4-BE49-F238E27FC236}">
                <a16:creationId xmlns:a16="http://schemas.microsoft.com/office/drawing/2014/main" id="{A6B33165-139F-8AA5-21AD-AE731E4516B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419535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29" name="Téglalap 228">
            <a:extLst>
              <a:ext uri="{FF2B5EF4-FFF2-40B4-BE49-F238E27FC236}">
                <a16:creationId xmlns:a16="http://schemas.microsoft.com/office/drawing/2014/main" id="{0171FAAA-72E5-1E89-749B-F6F9EFFD827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419535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30" name="Téglalap 229">
            <a:extLst>
              <a:ext uri="{FF2B5EF4-FFF2-40B4-BE49-F238E27FC236}">
                <a16:creationId xmlns:a16="http://schemas.microsoft.com/office/drawing/2014/main" id="{A9CD6366-8802-315D-60FA-0153D26A0EF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419535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97" name="Téglalap 196">
            <a:extLst>
              <a:ext uri="{FF2B5EF4-FFF2-40B4-BE49-F238E27FC236}">
                <a16:creationId xmlns:a16="http://schemas.microsoft.com/office/drawing/2014/main" id="{A69B561A-3943-7B83-50BC-24C02B978BA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491535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98" name="Téglalap 197">
            <a:extLst>
              <a:ext uri="{FF2B5EF4-FFF2-40B4-BE49-F238E27FC236}">
                <a16:creationId xmlns:a16="http://schemas.microsoft.com/office/drawing/2014/main" id="{A151F0F0-F3DF-4F44-DAAA-CA0817C3977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491535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99" name="Címkocka">
            <a:extLst>
              <a:ext uri="{FF2B5EF4-FFF2-40B4-BE49-F238E27FC236}">
                <a16:creationId xmlns:a16="http://schemas.microsoft.com/office/drawing/2014/main" id="{FE5201E0-4AB5-5C1E-7E03-AD041162F51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491535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00" name="Címkocka">
            <a:extLst>
              <a:ext uri="{FF2B5EF4-FFF2-40B4-BE49-F238E27FC236}">
                <a16:creationId xmlns:a16="http://schemas.microsoft.com/office/drawing/2014/main" id="{1EDCEF61-B8AA-7E1E-BB11-C99DFF77E75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491535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01" name="Címkocka">
            <a:extLst>
              <a:ext uri="{FF2B5EF4-FFF2-40B4-BE49-F238E27FC236}">
                <a16:creationId xmlns:a16="http://schemas.microsoft.com/office/drawing/2014/main" id="{F479A5FD-2B2C-EE82-F222-7E7C091576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491535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03" name="Címkocka">
            <a:extLst>
              <a:ext uri="{FF2B5EF4-FFF2-40B4-BE49-F238E27FC236}">
                <a16:creationId xmlns:a16="http://schemas.microsoft.com/office/drawing/2014/main" id="{FA408428-F9CA-794E-8741-FF732A55B33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491535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388E3C"/>
                </a:solidFill>
                <a:latin typeface="Consolas" panose="020B0609020204030204" pitchFamily="49" charset="0"/>
              </a:rPr>
              <a:t>2</a:t>
            </a:r>
            <a:endParaRPr lang="hu-HU" sz="3600" b="1" dirty="0"/>
          </a:p>
        </p:txBody>
      </p:sp>
      <p:sp>
        <p:nvSpPr>
          <p:cNvPr id="204" name="Címkocka">
            <a:extLst>
              <a:ext uri="{FF2B5EF4-FFF2-40B4-BE49-F238E27FC236}">
                <a16:creationId xmlns:a16="http://schemas.microsoft.com/office/drawing/2014/main" id="{01DB3189-571F-86D0-8D63-3955D079ED1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491535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05" name="Címkocka">
            <a:extLst>
              <a:ext uri="{FF2B5EF4-FFF2-40B4-BE49-F238E27FC236}">
                <a16:creationId xmlns:a16="http://schemas.microsoft.com/office/drawing/2014/main" id="{D863E7D5-B4C2-E712-531A-D4DF887EDDA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491535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06" name="Címkocka">
            <a:extLst>
              <a:ext uri="{FF2B5EF4-FFF2-40B4-BE49-F238E27FC236}">
                <a16:creationId xmlns:a16="http://schemas.microsoft.com/office/drawing/2014/main" id="{111CBB6B-CDF1-64FD-9408-09BA68FD98F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491535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07" name="Címkocka">
            <a:extLst>
              <a:ext uri="{FF2B5EF4-FFF2-40B4-BE49-F238E27FC236}">
                <a16:creationId xmlns:a16="http://schemas.microsoft.com/office/drawing/2014/main" id="{7400A154-4F83-0262-4693-9B496E0CC74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491535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08" name="Címkocka">
            <a:extLst>
              <a:ext uri="{FF2B5EF4-FFF2-40B4-BE49-F238E27FC236}">
                <a16:creationId xmlns:a16="http://schemas.microsoft.com/office/drawing/2014/main" id="{2322C28F-DD9D-A536-C29D-274D7C4D160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491535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09" name="Címkocka">
            <a:extLst>
              <a:ext uri="{FF2B5EF4-FFF2-40B4-BE49-F238E27FC236}">
                <a16:creationId xmlns:a16="http://schemas.microsoft.com/office/drawing/2014/main" id="{BA8F5CF6-4554-2E64-2C9A-E57FC9C8E44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491535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10" name="Címkocka">
            <a:extLst>
              <a:ext uri="{FF2B5EF4-FFF2-40B4-BE49-F238E27FC236}">
                <a16:creationId xmlns:a16="http://schemas.microsoft.com/office/drawing/2014/main" id="{6C7FF442-3DD2-655D-63F1-7C25687BAC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491535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11" name="Címkocka">
            <a:extLst>
              <a:ext uri="{FF2B5EF4-FFF2-40B4-BE49-F238E27FC236}">
                <a16:creationId xmlns:a16="http://schemas.microsoft.com/office/drawing/2014/main" id="{94A843D2-28BD-4965-7FA2-D24BA83FB29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491535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12" name="Téglalap 211">
            <a:extLst>
              <a:ext uri="{FF2B5EF4-FFF2-40B4-BE49-F238E27FC236}">
                <a16:creationId xmlns:a16="http://schemas.microsoft.com/office/drawing/2014/main" id="{9F99A961-256A-54F6-22B1-862285FA61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491535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13" name="Téglalap 212">
            <a:extLst>
              <a:ext uri="{FF2B5EF4-FFF2-40B4-BE49-F238E27FC236}">
                <a16:creationId xmlns:a16="http://schemas.microsoft.com/office/drawing/2014/main" id="{F709BDDF-61FF-EF74-F1AC-A07B7DE5995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491535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25" name="Téglalap 324">
            <a:extLst>
              <a:ext uri="{FF2B5EF4-FFF2-40B4-BE49-F238E27FC236}">
                <a16:creationId xmlns:a16="http://schemas.microsoft.com/office/drawing/2014/main" id="{1B60107D-7DA0-FD95-5EC6-24604D47613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556395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26" name="Téglalap 325">
            <a:extLst>
              <a:ext uri="{FF2B5EF4-FFF2-40B4-BE49-F238E27FC236}">
                <a16:creationId xmlns:a16="http://schemas.microsoft.com/office/drawing/2014/main" id="{D930101C-F278-DE58-5DBB-98B0BC8C6AC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556395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27" name="Téglalap 326">
            <a:extLst>
              <a:ext uri="{FF2B5EF4-FFF2-40B4-BE49-F238E27FC236}">
                <a16:creationId xmlns:a16="http://schemas.microsoft.com/office/drawing/2014/main" id="{0D6CCE13-08DB-72CB-ABB9-8E231985790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556395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28" name="Téglalap 327">
            <a:extLst>
              <a:ext uri="{FF2B5EF4-FFF2-40B4-BE49-F238E27FC236}">
                <a16:creationId xmlns:a16="http://schemas.microsoft.com/office/drawing/2014/main" id="{38694805-9A0C-774E-A938-9C1117ABBFB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556395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29" name="Téglalap 328">
            <a:extLst>
              <a:ext uri="{FF2B5EF4-FFF2-40B4-BE49-F238E27FC236}">
                <a16:creationId xmlns:a16="http://schemas.microsoft.com/office/drawing/2014/main" id="{435DEAB7-310D-F7D7-2A39-1E7A8A168A9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556395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31" name="Téglalap 330">
            <a:extLst>
              <a:ext uri="{FF2B5EF4-FFF2-40B4-BE49-F238E27FC236}">
                <a16:creationId xmlns:a16="http://schemas.microsoft.com/office/drawing/2014/main" id="{332476AF-0A67-3804-9423-A8AE61DE717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5563954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332" name="Téglalap 331">
            <a:extLst>
              <a:ext uri="{FF2B5EF4-FFF2-40B4-BE49-F238E27FC236}">
                <a16:creationId xmlns:a16="http://schemas.microsoft.com/office/drawing/2014/main" id="{C4C10826-EB58-F5E4-D963-B98BAD2943C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5563954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33" name="Téglalap 332">
            <a:extLst>
              <a:ext uri="{FF2B5EF4-FFF2-40B4-BE49-F238E27FC236}">
                <a16:creationId xmlns:a16="http://schemas.microsoft.com/office/drawing/2014/main" id="{E712FAB0-B3AD-93DC-9F88-BD3C9591CAB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5563954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34" name="Téglalap 333">
            <a:extLst>
              <a:ext uri="{FF2B5EF4-FFF2-40B4-BE49-F238E27FC236}">
                <a16:creationId xmlns:a16="http://schemas.microsoft.com/office/drawing/2014/main" id="{8EC5E949-105A-88ED-8A30-71D735E9109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5563954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35" name="Téglalap 334">
            <a:extLst>
              <a:ext uri="{FF2B5EF4-FFF2-40B4-BE49-F238E27FC236}">
                <a16:creationId xmlns:a16="http://schemas.microsoft.com/office/drawing/2014/main" id="{A1286707-977B-C109-DAF9-019614D7E76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5563954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36" name="Téglalap 335">
            <a:extLst>
              <a:ext uri="{FF2B5EF4-FFF2-40B4-BE49-F238E27FC236}">
                <a16:creationId xmlns:a16="http://schemas.microsoft.com/office/drawing/2014/main" id="{AE74E452-8EF3-9AD9-74DF-5955E80258B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5563954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37" name="Téglalap 336">
            <a:extLst>
              <a:ext uri="{FF2B5EF4-FFF2-40B4-BE49-F238E27FC236}">
                <a16:creationId xmlns:a16="http://schemas.microsoft.com/office/drawing/2014/main" id="{8ED5B630-91D4-624A-2F44-056BC1AF5D5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5563954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38" name="Téglalap 337">
            <a:extLst>
              <a:ext uri="{FF2B5EF4-FFF2-40B4-BE49-F238E27FC236}">
                <a16:creationId xmlns:a16="http://schemas.microsoft.com/office/drawing/2014/main" id="{9167A746-C368-49C4-60CF-66873F22D10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5563954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39" name="Téglalap 338">
            <a:extLst>
              <a:ext uri="{FF2B5EF4-FFF2-40B4-BE49-F238E27FC236}">
                <a16:creationId xmlns:a16="http://schemas.microsoft.com/office/drawing/2014/main" id="{513BDC74-4BBF-E019-7149-0EE4266230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5563954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340" name="Téglalap 339">
            <a:extLst>
              <a:ext uri="{FF2B5EF4-FFF2-40B4-BE49-F238E27FC236}">
                <a16:creationId xmlns:a16="http://schemas.microsoft.com/office/drawing/2014/main" id="{C63B9183-67BD-3866-152A-04B5734D42E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5563954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341" name="Téglalap 340">
            <a:extLst>
              <a:ext uri="{FF2B5EF4-FFF2-40B4-BE49-F238E27FC236}">
                <a16:creationId xmlns:a16="http://schemas.microsoft.com/office/drawing/2014/main" id="{875836BC-8CD0-7569-6017-3AF773F4E28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5563954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308" name="Téglalap 307">
            <a:extLst>
              <a:ext uri="{FF2B5EF4-FFF2-40B4-BE49-F238E27FC236}">
                <a16:creationId xmlns:a16="http://schemas.microsoft.com/office/drawing/2014/main" id="{9C046771-1470-A8BC-382E-93C4128A2FB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628395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09" name="Téglalap 308">
            <a:extLst>
              <a:ext uri="{FF2B5EF4-FFF2-40B4-BE49-F238E27FC236}">
                <a16:creationId xmlns:a16="http://schemas.microsoft.com/office/drawing/2014/main" id="{E4B6B263-F2B5-B321-8702-05582C9BFBF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628395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10" name="Téglalap 309">
            <a:extLst>
              <a:ext uri="{FF2B5EF4-FFF2-40B4-BE49-F238E27FC236}">
                <a16:creationId xmlns:a16="http://schemas.microsoft.com/office/drawing/2014/main" id="{C2541AE7-D279-50CD-E8F1-053D6460A61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628395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11" name="Téglalap 310">
            <a:extLst>
              <a:ext uri="{FF2B5EF4-FFF2-40B4-BE49-F238E27FC236}">
                <a16:creationId xmlns:a16="http://schemas.microsoft.com/office/drawing/2014/main" id="{99A308A9-C8EB-F126-8708-4975E0209C9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628395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12" name="Téglalap 311">
            <a:extLst>
              <a:ext uri="{FF2B5EF4-FFF2-40B4-BE49-F238E27FC236}">
                <a16:creationId xmlns:a16="http://schemas.microsoft.com/office/drawing/2014/main" id="{04F6784E-7FD3-F791-153F-A2028067DDB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628395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14" name="Téglalap 313">
            <a:extLst>
              <a:ext uri="{FF2B5EF4-FFF2-40B4-BE49-F238E27FC236}">
                <a16:creationId xmlns:a16="http://schemas.microsoft.com/office/drawing/2014/main" id="{E8DF321D-7ED6-61B2-6266-17F42F5B9D1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6283954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315" name="Téglalap 314">
            <a:extLst>
              <a:ext uri="{FF2B5EF4-FFF2-40B4-BE49-F238E27FC236}">
                <a16:creationId xmlns:a16="http://schemas.microsoft.com/office/drawing/2014/main" id="{DFC71F90-1A51-FCBA-C7C0-7C822F2BFC4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6283954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16" name="Téglalap 315">
            <a:extLst>
              <a:ext uri="{FF2B5EF4-FFF2-40B4-BE49-F238E27FC236}">
                <a16:creationId xmlns:a16="http://schemas.microsoft.com/office/drawing/2014/main" id="{DF3D994E-79FC-0630-4730-54BE015192B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6283954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17" name="Téglalap 316">
            <a:extLst>
              <a:ext uri="{FF2B5EF4-FFF2-40B4-BE49-F238E27FC236}">
                <a16:creationId xmlns:a16="http://schemas.microsoft.com/office/drawing/2014/main" id="{AA180218-0326-309B-7163-C0A25158D29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6283954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18" name="Téglalap 317">
            <a:extLst>
              <a:ext uri="{FF2B5EF4-FFF2-40B4-BE49-F238E27FC236}">
                <a16:creationId xmlns:a16="http://schemas.microsoft.com/office/drawing/2014/main" id="{EF71EB43-83BB-AE31-EC53-EC94E925F3B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6283954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19" name="Téglalap 318">
            <a:extLst>
              <a:ext uri="{FF2B5EF4-FFF2-40B4-BE49-F238E27FC236}">
                <a16:creationId xmlns:a16="http://schemas.microsoft.com/office/drawing/2014/main" id="{4C118C63-F20B-7BEA-7B4D-D1F7543EC25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6283954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20" name="Téglalap 319">
            <a:extLst>
              <a:ext uri="{FF2B5EF4-FFF2-40B4-BE49-F238E27FC236}">
                <a16:creationId xmlns:a16="http://schemas.microsoft.com/office/drawing/2014/main" id="{733548D7-91F2-2E54-6B43-8CB97F0AE20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6283954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21" name="Téglalap 320">
            <a:extLst>
              <a:ext uri="{FF2B5EF4-FFF2-40B4-BE49-F238E27FC236}">
                <a16:creationId xmlns:a16="http://schemas.microsoft.com/office/drawing/2014/main" id="{6524F83A-D99F-ABDC-18D7-10D8DF7ACE0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6283954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22" name="Téglalap 321">
            <a:extLst>
              <a:ext uri="{FF2B5EF4-FFF2-40B4-BE49-F238E27FC236}">
                <a16:creationId xmlns:a16="http://schemas.microsoft.com/office/drawing/2014/main" id="{38AE82D7-6D86-9BF7-9A54-B5D39C12AEE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6283954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23" name="Téglalap 322">
            <a:extLst>
              <a:ext uri="{FF2B5EF4-FFF2-40B4-BE49-F238E27FC236}">
                <a16:creationId xmlns:a16="http://schemas.microsoft.com/office/drawing/2014/main" id="{A31E4760-0D53-A55D-FA8F-A106EC42937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6283954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24" name="Téglalap 323">
            <a:extLst>
              <a:ext uri="{FF2B5EF4-FFF2-40B4-BE49-F238E27FC236}">
                <a16:creationId xmlns:a16="http://schemas.microsoft.com/office/drawing/2014/main" id="{174CB9B7-4ADC-5720-3838-49BBAA6F6C1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6283954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19" name="Téglalap 118">
            <a:extLst>
              <a:ext uri="{FF2B5EF4-FFF2-40B4-BE49-F238E27FC236}">
                <a16:creationId xmlns:a16="http://schemas.microsoft.com/office/drawing/2014/main" id="{E0F9ED74-D069-392A-AD9D-EC56F2CF13D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-3674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20" name="Téglalap 119">
            <a:extLst>
              <a:ext uri="{FF2B5EF4-FFF2-40B4-BE49-F238E27FC236}">
                <a16:creationId xmlns:a16="http://schemas.microsoft.com/office/drawing/2014/main" id="{07AC93C5-CB76-38F1-D3BC-F36D8AE7ACC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-3674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38" name="Téglalap 137">
            <a:extLst>
              <a:ext uri="{FF2B5EF4-FFF2-40B4-BE49-F238E27FC236}">
                <a16:creationId xmlns:a16="http://schemas.microsoft.com/office/drawing/2014/main" id="{B4030617-2709-1E99-FDED-489849DE948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71632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39" name="Téglalap 138">
            <a:extLst>
              <a:ext uri="{FF2B5EF4-FFF2-40B4-BE49-F238E27FC236}">
                <a16:creationId xmlns:a16="http://schemas.microsoft.com/office/drawing/2014/main" id="{409DDF5D-3421-38DC-70F9-CE37D82854C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71632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40" name="Téglalap 139">
            <a:extLst>
              <a:ext uri="{FF2B5EF4-FFF2-40B4-BE49-F238E27FC236}">
                <a16:creationId xmlns:a16="http://schemas.microsoft.com/office/drawing/2014/main" id="{68DE5DBD-0EAC-BB3D-3DB9-4A2BC59274F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71632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41" name="Téglalap 140">
            <a:extLst>
              <a:ext uri="{FF2B5EF4-FFF2-40B4-BE49-F238E27FC236}">
                <a16:creationId xmlns:a16="http://schemas.microsoft.com/office/drawing/2014/main" id="{87EE87A2-065E-7DBD-C7A7-3B476248BB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71632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4000" b="1" dirty="0">
                <a:solidFill>
                  <a:srgbClr val="388E3C"/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150" name="Téglalap 149">
            <a:extLst>
              <a:ext uri="{FF2B5EF4-FFF2-40B4-BE49-F238E27FC236}">
                <a16:creationId xmlns:a16="http://schemas.microsoft.com/office/drawing/2014/main" id="{5516F3CE-4B33-607C-A5F5-0A4D3BFE49B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71632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19" name="Címkocka">
            <a:extLst>
              <a:ext uri="{FF2B5EF4-FFF2-40B4-BE49-F238E27FC236}">
                <a16:creationId xmlns:a16="http://schemas.microsoft.com/office/drawing/2014/main" id="{01B67062-2443-ACFB-0F46-6C45ABEADD8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419535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20" name="Címkocka">
            <a:extLst>
              <a:ext uri="{FF2B5EF4-FFF2-40B4-BE49-F238E27FC236}">
                <a16:creationId xmlns:a16="http://schemas.microsoft.com/office/drawing/2014/main" id="{FBC2F112-5A56-B232-3AAB-D5451C0CBB1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419535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21" name="Címkocka">
            <a:extLst>
              <a:ext uri="{FF2B5EF4-FFF2-40B4-BE49-F238E27FC236}">
                <a16:creationId xmlns:a16="http://schemas.microsoft.com/office/drawing/2014/main" id="{7C3F4A4E-F713-FFA0-9AD6-A52A4973FD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419535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25" name="Címkocka">
            <a:extLst>
              <a:ext uri="{FF2B5EF4-FFF2-40B4-BE49-F238E27FC236}">
                <a16:creationId xmlns:a16="http://schemas.microsoft.com/office/drawing/2014/main" id="{2F3EB234-9ECA-CB37-EF1C-17518FDC3CB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419535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02" name="Címkocka">
            <a:extLst>
              <a:ext uri="{FF2B5EF4-FFF2-40B4-BE49-F238E27FC236}">
                <a16:creationId xmlns:a16="http://schemas.microsoft.com/office/drawing/2014/main" id="{B969FAC5-244F-5B1F-82C1-DF3AE130473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491535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30" name="Téglalap 329">
            <a:extLst>
              <a:ext uri="{FF2B5EF4-FFF2-40B4-BE49-F238E27FC236}">
                <a16:creationId xmlns:a16="http://schemas.microsoft.com/office/drawing/2014/main" id="{D9C47C7D-D619-EC6B-C778-7F83FE70C0B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556395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13" name="Téglalap 312">
            <a:extLst>
              <a:ext uri="{FF2B5EF4-FFF2-40B4-BE49-F238E27FC236}">
                <a16:creationId xmlns:a16="http://schemas.microsoft.com/office/drawing/2014/main" id="{0C2993EE-2A7B-E5CF-4A6C-7D64A5A4407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628395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cxnSp>
        <p:nvCxnSpPr>
          <p:cNvPr id="13" name="Egyenes összekötő 12">
            <a:extLst>
              <a:ext uri="{FF2B5EF4-FFF2-40B4-BE49-F238E27FC236}">
                <a16:creationId xmlns:a16="http://schemas.microsoft.com/office/drawing/2014/main" id="{17DF7371-AE39-EFD7-93A4-6D0BA17FF785}"/>
              </a:ext>
            </a:extLst>
          </p:cNvPr>
          <p:cNvCxnSpPr>
            <a:cxnSpLocks/>
          </p:cNvCxnSpPr>
          <p:nvPr/>
        </p:nvCxnSpPr>
        <p:spPr>
          <a:xfrm flipH="1" flipV="1">
            <a:off x="12325023" y="1357494"/>
            <a:ext cx="187210" cy="24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zövegdoboz 15">
            <a:extLst>
              <a:ext uri="{FF2B5EF4-FFF2-40B4-BE49-F238E27FC236}">
                <a16:creationId xmlns:a16="http://schemas.microsoft.com/office/drawing/2014/main" id="{C6F0AAF7-F11E-4004-B704-64DB4E7700CA}"/>
              </a:ext>
            </a:extLst>
          </p:cNvPr>
          <p:cNvSpPr txBox="1"/>
          <p:nvPr/>
        </p:nvSpPr>
        <p:spPr>
          <a:xfrm>
            <a:off x="12244000" y="716326"/>
            <a:ext cx="609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600" b="1" dirty="0"/>
              <a:t>Játék lényege</a:t>
            </a:r>
          </a:p>
        </p:txBody>
      </p:sp>
      <p:sp>
        <p:nvSpPr>
          <p:cNvPr id="18" name="Szövegdoboz 17">
            <a:extLst>
              <a:ext uri="{FF2B5EF4-FFF2-40B4-BE49-F238E27FC236}">
                <a16:creationId xmlns:a16="http://schemas.microsoft.com/office/drawing/2014/main" id="{E4FDA3D4-487B-1F3B-8956-4E3D7B8B176C}"/>
              </a:ext>
            </a:extLst>
          </p:cNvPr>
          <p:cNvSpPr txBox="1"/>
          <p:nvPr/>
        </p:nvSpPr>
        <p:spPr>
          <a:xfrm>
            <a:off x="12408060" y="1828800"/>
            <a:ext cx="1001210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400" b="1" dirty="0"/>
              <a:t>A játék egy négyzetes rácsból áll, ahol minden mező egy cella.</a:t>
            </a:r>
          </a:p>
          <a:p>
            <a:endParaRPr lang="hu-HU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400" b="1" dirty="0"/>
              <a:t>Az első kattintás után véletlenszerűen aknák generálódnak, kivéve a kezdő mező környékét.</a:t>
            </a:r>
          </a:p>
          <a:p>
            <a:endParaRPr lang="hu-HU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400" b="1" dirty="0"/>
              <a:t>A nem aknás mezők számot kapnak, ami megmutatja hány akna van a szomszédban.</a:t>
            </a:r>
          </a:p>
          <a:p>
            <a:endParaRPr lang="hu-HU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400" b="1" dirty="0"/>
              <a:t>Bal kattintással mezőt felfedsz, üres mezőnél a környező üres részek is kinyílnak.</a:t>
            </a:r>
          </a:p>
          <a:p>
            <a:endParaRPr lang="hu-HU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400" b="1" dirty="0"/>
              <a:t>Jobb kattintással zászlót tehetsz, és aknára lépve a játék véget ér. </a:t>
            </a:r>
          </a:p>
        </p:txBody>
      </p:sp>
      <p:cxnSp>
        <p:nvCxnSpPr>
          <p:cNvPr id="3" name="Egyenes összekötő 2">
            <a:extLst>
              <a:ext uri="{FF2B5EF4-FFF2-40B4-BE49-F238E27FC236}">
                <a16:creationId xmlns:a16="http://schemas.microsoft.com/office/drawing/2014/main" id="{05DA53B7-D7FD-46F5-96C9-7CF51CA1B08D}"/>
              </a:ext>
            </a:extLst>
          </p:cNvPr>
          <p:cNvCxnSpPr/>
          <p:nvPr/>
        </p:nvCxnSpPr>
        <p:spPr>
          <a:xfrm>
            <a:off x="0" y="735376"/>
            <a:ext cx="720000" cy="0"/>
          </a:xfrm>
          <a:prstGeom prst="line">
            <a:avLst/>
          </a:prstGeom>
          <a:ln w="38100">
            <a:solidFill>
              <a:srgbClr val="87A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Egyenes összekötő 192">
            <a:extLst>
              <a:ext uri="{FF2B5EF4-FFF2-40B4-BE49-F238E27FC236}">
                <a16:creationId xmlns:a16="http://schemas.microsoft.com/office/drawing/2014/main" id="{25DF9FBC-E219-4309-B4D9-896F16C3B144}"/>
              </a:ext>
            </a:extLst>
          </p:cNvPr>
          <p:cNvCxnSpPr>
            <a:cxnSpLocks/>
          </p:cNvCxnSpPr>
          <p:nvPr/>
        </p:nvCxnSpPr>
        <p:spPr>
          <a:xfrm flipH="1">
            <a:off x="739241" y="-51303"/>
            <a:ext cx="1" cy="806155"/>
          </a:xfrm>
          <a:prstGeom prst="line">
            <a:avLst/>
          </a:prstGeom>
          <a:ln w="38100">
            <a:solidFill>
              <a:srgbClr val="87A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ím 1">
            <a:extLst>
              <a:ext uri="{FF2B5EF4-FFF2-40B4-BE49-F238E27FC236}">
                <a16:creationId xmlns:a16="http://schemas.microsoft.com/office/drawing/2014/main" id="{563DA9EF-F25D-C902-3277-B2E6A17EAA00}"/>
              </a:ext>
            </a:extLst>
          </p:cNvPr>
          <p:cNvSpPr txBox="1">
            <a:spLocks/>
          </p:cNvSpPr>
          <p:nvPr/>
        </p:nvSpPr>
        <p:spPr>
          <a:xfrm>
            <a:off x="2217566" y="1756001"/>
            <a:ext cx="9144000" cy="23876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sz="11500" cap="small" dirty="0">
                <a:latin typeface="Haettenschweiler" panose="020B0706040902060204" pitchFamily="34" charset="0"/>
              </a:rPr>
              <a:t>Aknakereső</a:t>
            </a:r>
          </a:p>
        </p:txBody>
      </p:sp>
      <p:sp>
        <p:nvSpPr>
          <p:cNvPr id="121" name="Téglalap 120">
            <a:extLst>
              <a:ext uri="{FF2B5EF4-FFF2-40B4-BE49-F238E27FC236}">
                <a16:creationId xmlns:a16="http://schemas.microsoft.com/office/drawing/2014/main" id="{D3CBDDFF-93EF-C9C4-C173-EFF7F408651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-367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22" name="Téglalap 121">
            <a:extLst>
              <a:ext uri="{FF2B5EF4-FFF2-40B4-BE49-F238E27FC236}">
                <a16:creationId xmlns:a16="http://schemas.microsoft.com/office/drawing/2014/main" id="{64022E35-F5A2-A625-8A2B-A35DB3BCF0B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-367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23" name="Téglalap 122">
            <a:extLst>
              <a:ext uri="{FF2B5EF4-FFF2-40B4-BE49-F238E27FC236}">
                <a16:creationId xmlns:a16="http://schemas.microsoft.com/office/drawing/2014/main" id="{8EF96DF6-06C3-B916-523C-3A5E80F0EF7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-367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24" name="Téglalap 123">
            <a:extLst>
              <a:ext uri="{FF2B5EF4-FFF2-40B4-BE49-F238E27FC236}">
                <a16:creationId xmlns:a16="http://schemas.microsoft.com/office/drawing/2014/main" id="{F4A49BA9-2E9C-8A43-0EF1-8340AF72DDE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-367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25" name="Téglalap 124">
            <a:extLst>
              <a:ext uri="{FF2B5EF4-FFF2-40B4-BE49-F238E27FC236}">
                <a16:creationId xmlns:a16="http://schemas.microsoft.com/office/drawing/2014/main" id="{31C97E2C-C6F9-482A-59E3-76233CC94CC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-367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26" name="Téglalap 125">
            <a:extLst>
              <a:ext uri="{FF2B5EF4-FFF2-40B4-BE49-F238E27FC236}">
                <a16:creationId xmlns:a16="http://schemas.microsoft.com/office/drawing/2014/main" id="{D9343991-13E5-1063-59A2-D6E3C510762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-367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27" name="Téglalap 126">
            <a:extLst>
              <a:ext uri="{FF2B5EF4-FFF2-40B4-BE49-F238E27FC236}">
                <a16:creationId xmlns:a16="http://schemas.microsoft.com/office/drawing/2014/main" id="{4347B44A-5A29-94D5-DD5C-46FFE769BDC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-367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28" name="Téglalap 127">
            <a:extLst>
              <a:ext uri="{FF2B5EF4-FFF2-40B4-BE49-F238E27FC236}">
                <a16:creationId xmlns:a16="http://schemas.microsoft.com/office/drawing/2014/main" id="{3EC4F12B-C519-A2C8-FCAB-C423B87619E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-367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29" name="Téglalap 128">
            <a:extLst>
              <a:ext uri="{FF2B5EF4-FFF2-40B4-BE49-F238E27FC236}">
                <a16:creationId xmlns:a16="http://schemas.microsoft.com/office/drawing/2014/main" id="{8BB12539-2DCD-A37F-ABD2-F5561D22212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-367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30" name="Téglalap 129">
            <a:extLst>
              <a:ext uri="{FF2B5EF4-FFF2-40B4-BE49-F238E27FC236}">
                <a16:creationId xmlns:a16="http://schemas.microsoft.com/office/drawing/2014/main" id="{DE12AE73-AE08-4EAD-26A6-0BEDBBACA07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-367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31" name="Téglalap 130">
            <a:extLst>
              <a:ext uri="{FF2B5EF4-FFF2-40B4-BE49-F238E27FC236}">
                <a16:creationId xmlns:a16="http://schemas.microsoft.com/office/drawing/2014/main" id="{00BECC63-23A3-5110-7343-12F673E60D7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-367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43" name="Téglalap 142">
            <a:extLst>
              <a:ext uri="{FF2B5EF4-FFF2-40B4-BE49-F238E27FC236}">
                <a16:creationId xmlns:a16="http://schemas.microsoft.com/office/drawing/2014/main" id="{4D2AB5FA-6753-9E85-21B0-B3F0CA7ED6A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716326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44" name="Téglalap 143">
            <a:extLst>
              <a:ext uri="{FF2B5EF4-FFF2-40B4-BE49-F238E27FC236}">
                <a16:creationId xmlns:a16="http://schemas.microsoft.com/office/drawing/2014/main" id="{C59FB6FB-FD4A-05F9-FB10-7C01EF4C95A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716326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45" name="Téglalap 144">
            <a:extLst>
              <a:ext uri="{FF2B5EF4-FFF2-40B4-BE49-F238E27FC236}">
                <a16:creationId xmlns:a16="http://schemas.microsoft.com/office/drawing/2014/main" id="{F35E6839-7ADE-AC61-37F1-D5038272739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716326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46" name="Téglalap 145">
            <a:extLst>
              <a:ext uri="{FF2B5EF4-FFF2-40B4-BE49-F238E27FC236}">
                <a16:creationId xmlns:a16="http://schemas.microsoft.com/office/drawing/2014/main" id="{1DDDE5D0-4A15-2C0D-E1F2-68FE49B2864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716326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47" name="Téglalap 146">
            <a:extLst>
              <a:ext uri="{FF2B5EF4-FFF2-40B4-BE49-F238E27FC236}">
                <a16:creationId xmlns:a16="http://schemas.microsoft.com/office/drawing/2014/main" id="{5D1D4334-3B88-B39F-A018-4DCD00EEBB0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716326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48" name="Téglalap 147">
            <a:extLst>
              <a:ext uri="{FF2B5EF4-FFF2-40B4-BE49-F238E27FC236}">
                <a16:creationId xmlns:a16="http://schemas.microsoft.com/office/drawing/2014/main" id="{5731842C-02E9-0EDE-B0E3-7CBDB73E5FC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716326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49" name="Téglalap 148">
            <a:extLst>
              <a:ext uri="{FF2B5EF4-FFF2-40B4-BE49-F238E27FC236}">
                <a16:creationId xmlns:a16="http://schemas.microsoft.com/office/drawing/2014/main" id="{88BC0666-82BA-EA30-FB90-11A0FDA824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716326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cxnSp>
        <p:nvCxnSpPr>
          <p:cNvPr id="194" name="Egyenes összekötő 193">
            <a:extLst>
              <a:ext uri="{FF2B5EF4-FFF2-40B4-BE49-F238E27FC236}">
                <a16:creationId xmlns:a16="http://schemas.microsoft.com/office/drawing/2014/main" id="{FDEA206F-1483-480C-95F3-5D9710A55D5A}"/>
              </a:ext>
            </a:extLst>
          </p:cNvPr>
          <p:cNvCxnSpPr>
            <a:cxnSpLocks/>
          </p:cNvCxnSpPr>
          <p:nvPr/>
        </p:nvCxnSpPr>
        <p:spPr>
          <a:xfrm flipH="1">
            <a:off x="2871377" y="-70779"/>
            <a:ext cx="1" cy="806155"/>
          </a:xfrm>
          <a:prstGeom prst="line">
            <a:avLst/>
          </a:prstGeom>
          <a:ln w="38100">
            <a:solidFill>
              <a:srgbClr val="87A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Egyenes összekötő 194">
            <a:extLst>
              <a:ext uri="{FF2B5EF4-FFF2-40B4-BE49-F238E27FC236}">
                <a16:creationId xmlns:a16="http://schemas.microsoft.com/office/drawing/2014/main" id="{3352A779-AE42-4EFE-844D-92721DE50061}"/>
              </a:ext>
            </a:extLst>
          </p:cNvPr>
          <p:cNvCxnSpPr>
            <a:cxnSpLocks/>
          </p:cNvCxnSpPr>
          <p:nvPr/>
        </p:nvCxnSpPr>
        <p:spPr>
          <a:xfrm>
            <a:off x="2853193" y="735376"/>
            <a:ext cx="1468807" cy="0"/>
          </a:xfrm>
          <a:prstGeom prst="line">
            <a:avLst/>
          </a:prstGeom>
          <a:ln w="38100">
            <a:solidFill>
              <a:srgbClr val="87A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Egyenes összekötő 195">
            <a:extLst>
              <a:ext uri="{FF2B5EF4-FFF2-40B4-BE49-F238E27FC236}">
                <a16:creationId xmlns:a16="http://schemas.microsoft.com/office/drawing/2014/main" id="{10BB336F-3570-473C-AF03-F8C30F5FADFF}"/>
              </a:ext>
            </a:extLst>
          </p:cNvPr>
          <p:cNvCxnSpPr>
            <a:cxnSpLocks/>
          </p:cNvCxnSpPr>
          <p:nvPr/>
        </p:nvCxnSpPr>
        <p:spPr>
          <a:xfrm>
            <a:off x="4302755" y="735376"/>
            <a:ext cx="1" cy="700950"/>
          </a:xfrm>
          <a:prstGeom prst="line">
            <a:avLst/>
          </a:prstGeom>
          <a:ln w="38100">
            <a:solidFill>
              <a:srgbClr val="87A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Egyenes összekötő 231">
            <a:extLst>
              <a:ext uri="{FF2B5EF4-FFF2-40B4-BE49-F238E27FC236}">
                <a16:creationId xmlns:a16="http://schemas.microsoft.com/office/drawing/2014/main" id="{AE239A2F-C641-4F25-86B9-C370272FB18C}"/>
              </a:ext>
            </a:extLst>
          </p:cNvPr>
          <p:cNvCxnSpPr>
            <a:cxnSpLocks/>
          </p:cNvCxnSpPr>
          <p:nvPr/>
        </p:nvCxnSpPr>
        <p:spPr>
          <a:xfrm>
            <a:off x="10084000" y="735376"/>
            <a:ext cx="2160000" cy="0"/>
          </a:xfrm>
          <a:prstGeom prst="line">
            <a:avLst/>
          </a:prstGeom>
          <a:ln w="38100">
            <a:solidFill>
              <a:srgbClr val="87A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Egyenes összekötő 266">
            <a:extLst>
              <a:ext uri="{FF2B5EF4-FFF2-40B4-BE49-F238E27FC236}">
                <a16:creationId xmlns:a16="http://schemas.microsoft.com/office/drawing/2014/main" id="{BF7B8B0E-27D8-4833-B5EB-AEE3293687D2}"/>
              </a:ext>
            </a:extLst>
          </p:cNvPr>
          <p:cNvCxnSpPr>
            <a:cxnSpLocks/>
          </p:cNvCxnSpPr>
          <p:nvPr/>
        </p:nvCxnSpPr>
        <p:spPr>
          <a:xfrm>
            <a:off x="10103244" y="735376"/>
            <a:ext cx="40" cy="724760"/>
          </a:xfrm>
          <a:prstGeom prst="line">
            <a:avLst/>
          </a:prstGeom>
          <a:ln w="38100">
            <a:solidFill>
              <a:srgbClr val="87A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Egyenes összekötő 267">
            <a:extLst>
              <a:ext uri="{FF2B5EF4-FFF2-40B4-BE49-F238E27FC236}">
                <a16:creationId xmlns:a16="http://schemas.microsoft.com/office/drawing/2014/main" id="{EF6B210A-D25F-4DC3-8224-E069790DEE6D}"/>
              </a:ext>
            </a:extLst>
          </p:cNvPr>
          <p:cNvCxnSpPr>
            <a:cxnSpLocks/>
          </p:cNvCxnSpPr>
          <p:nvPr/>
        </p:nvCxnSpPr>
        <p:spPr>
          <a:xfrm>
            <a:off x="-24027" y="4191362"/>
            <a:ext cx="5790807" cy="0"/>
          </a:xfrm>
          <a:prstGeom prst="line">
            <a:avLst/>
          </a:prstGeom>
          <a:ln w="38100">
            <a:solidFill>
              <a:srgbClr val="87A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Egyenes összekötő 268">
            <a:extLst>
              <a:ext uri="{FF2B5EF4-FFF2-40B4-BE49-F238E27FC236}">
                <a16:creationId xmlns:a16="http://schemas.microsoft.com/office/drawing/2014/main" id="{1BB41F68-5794-4009-9FD3-BB23C9056B64}"/>
              </a:ext>
            </a:extLst>
          </p:cNvPr>
          <p:cNvCxnSpPr>
            <a:cxnSpLocks/>
          </p:cNvCxnSpPr>
          <p:nvPr/>
        </p:nvCxnSpPr>
        <p:spPr>
          <a:xfrm flipH="1">
            <a:off x="5778509" y="4172436"/>
            <a:ext cx="1" cy="742915"/>
          </a:xfrm>
          <a:prstGeom prst="line">
            <a:avLst/>
          </a:prstGeom>
          <a:ln w="38100">
            <a:solidFill>
              <a:srgbClr val="87A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Egyenes összekötő 269">
            <a:extLst>
              <a:ext uri="{FF2B5EF4-FFF2-40B4-BE49-F238E27FC236}">
                <a16:creationId xmlns:a16="http://schemas.microsoft.com/office/drawing/2014/main" id="{198C8FE3-98D1-40B6-B9C9-737A959DDBB8}"/>
              </a:ext>
            </a:extLst>
          </p:cNvPr>
          <p:cNvCxnSpPr>
            <a:cxnSpLocks/>
          </p:cNvCxnSpPr>
          <p:nvPr/>
        </p:nvCxnSpPr>
        <p:spPr>
          <a:xfrm>
            <a:off x="4322000" y="4934531"/>
            <a:ext cx="1475950" cy="0"/>
          </a:xfrm>
          <a:prstGeom prst="line">
            <a:avLst/>
          </a:prstGeom>
          <a:ln w="38100">
            <a:solidFill>
              <a:srgbClr val="87A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Egyenes összekötő 270">
            <a:extLst>
              <a:ext uri="{FF2B5EF4-FFF2-40B4-BE49-F238E27FC236}">
                <a16:creationId xmlns:a16="http://schemas.microsoft.com/office/drawing/2014/main" id="{C00BA6B9-467E-4082-8AD7-63A1C9D883C9}"/>
              </a:ext>
            </a:extLst>
          </p:cNvPr>
          <p:cNvCxnSpPr>
            <a:cxnSpLocks/>
          </p:cNvCxnSpPr>
          <p:nvPr/>
        </p:nvCxnSpPr>
        <p:spPr>
          <a:xfrm flipH="1">
            <a:off x="4339975" y="4947867"/>
            <a:ext cx="1" cy="2176833"/>
          </a:xfrm>
          <a:prstGeom prst="line">
            <a:avLst/>
          </a:prstGeom>
          <a:ln w="38100">
            <a:solidFill>
              <a:srgbClr val="87A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Egyenes összekötő 271">
            <a:extLst>
              <a:ext uri="{FF2B5EF4-FFF2-40B4-BE49-F238E27FC236}">
                <a16:creationId xmlns:a16="http://schemas.microsoft.com/office/drawing/2014/main" id="{587C8F0D-626E-4B93-B85C-C29EA86EE686}"/>
              </a:ext>
            </a:extLst>
          </p:cNvPr>
          <p:cNvCxnSpPr>
            <a:cxnSpLocks/>
          </p:cNvCxnSpPr>
          <p:nvPr/>
        </p:nvCxnSpPr>
        <p:spPr>
          <a:xfrm>
            <a:off x="7906453" y="4194465"/>
            <a:ext cx="1368" cy="753402"/>
          </a:xfrm>
          <a:prstGeom prst="line">
            <a:avLst/>
          </a:prstGeom>
          <a:ln w="38100">
            <a:solidFill>
              <a:srgbClr val="87A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Egyenes összekötő 273">
            <a:extLst>
              <a:ext uri="{FF2B5EF4-FFF2-40B4-BE49-F238E27FC236}">
                <a16:creationId xmlns:a16="http://schemas.microsoft.com/office/drawing/2014/main" id="{D28CD65A-9EBF-4FC0-A74A-684C3F82C422}"/>
              </a:ext>
            </a:extLst>
          </p:cNvPr>
          <p:cNvCxnSpPr>
            <a:cxnSpLocks/>
          </p:cNvCxnSpPr>
          <p:nvPr/>
        </p:nvCxnSpPr>
        <p:spPr>
          <a:xfrm>
            <a:off x="8663690" y="4172436"/>
            <a:ext cx="0" cy="764943"/>
          </a:xfrm>
          <a:prstGeom prst="line">
            <a:avLst/>
          </a:prstGeom>
          <a:ln w="38100">
            <a:solidFill>
              <a:srgbClr val="87A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Téglalap 141">
            <a:extLst>
              <a:ext uri="{FF2B5EF4-FFF2-40B4-BE49-F238E27FC236}">
                <a16:creationId xmlns:a16="http://schemas.microsoft.com/office/drawing/2014/main" id="{94569B78-F384-2ABC-0DEB-C7BDCACA740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716326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cxnSp>
        <p:nvCxnSpPr>
          <p:cNvPr id="231" name="Egyenes összekötő 230">
            <a:extLst>
              <a:ext uri="{FF2B5EF4-FFF2-40B4-BE49-F238E27FC236}">
                <a16:creationId xmlns:a16="http://schemas.microsoft.com/office/drawing/2014/main" id="{5EF88692-6501-46CD-A661-EB45C79C221B}"/>
              </a:ext>
            </a:extLst>
          </p:cNvPr>
          <p:cNvCxnSpPr>
            <a:cxnSpLocks/>
          </p:cNvCxnSpPr>
          <p:nvPr/>
        </p:nvCxnSpPr>
        <p:spPr>
          <a:xfrm>
            <a:off x="4281488" y="1440182"/>
            <a:ext cx="5802512" cy="0"/>
          </a:xfrm>
          <a:prstGeom prst="line">
            <a:avLst/>
          </a:prstGeom>
          <a:ln w="38100">
            <a:solidFill>
              <a:srgbClr val="87A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Egyenes összekötő 274">
            <a:extLst>
              <a:ext uri="{FF2B5EF4-FFF2-40B4-BE49-F238E27FC236}">
                <a16:creationId xmlns:a16="http://schemas.microsoft.com/office/drawing/2014/main" id="{707C4D6B-6D2E-4D85-8B0E-7FA635083734}"/>
              </a:ext>
            </a:extLst>
          </p:cNvPr>
          <p:cNvCxnSpPr>
            <a:cxnSpLocks/>
          </p:cNvCxnSpPr>
          <p:nvPr/>
        </p:nvCxnSpPr>
        <p:spPr>
          <a:xfrm flipV="1">
            <a:off x="7886128" y="4177319"/>
            <a:ext cx="777561" cy="2383"/>
          </a:xfrm>
          <a:prstGeom prst="line">
            <a:avLst/>
          </a:prstGeom>
          <a:ln w="38100">
            <a:solidFill>
              <a:srgbClr val="87A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Egyenes összekötő 275">
            <a:extLst>
              <a:ext uri="{FF2B5EF4-FFF2-40B4-BE49-F238E27FC236}">
                <a16:creationId xmlns:a16="http://schemas.microsoft.com/office/drawing/2014/main" id="{079F433A-910E-453F-8F5E-BE6BBD75A90F}"/>
              </a:ext>
            </a:extLst>
          </p:cNvPr>
          <p:cNvCxnSpPr>
            <a:cxnSpLocks/>
          </p:cNvCxnSpPr>
          <p:nvPr/>
        </p:nvCxnSpPr>
        <p:spPr>
          <a:xfrm flipV="1">
            <a:off x="7902309" y="4926611"/>
            <a:ext cx="777561" cy="2383"/>
          </a:xfrm>
          <a:prstGeom prst="line">
            <a:avLst/>
          </a:prstGeom>
          <a:ln w="38100">
            <a:solidFill>
              <a:srgbClr val="87A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Egyenes összekötő 276">
            <a:extLst>
              <a:ext uri="{FF2B5EF4-FFF2-40B4-BE49-F238E27FC236}">
                <a16:creationId xmlns:a16="http://schemas.microsoft.com/office/drawing/2014/main" id="{747300CE-75C2-47BE-8EFF-B6CCE8BFAB09}"/>
              </a:ext>
            </a:extLst>
          </p:cNvPr>
          <p:cNvCxnSpPr>
            <a:cxnSpLocks/>
          </p:cNvCxnSpPr>
          <p:nvPr/>
        </p:nvCxnSpPr>
        <p:spPr>
          <a:xfrm>
            <a:off x="10779919" y="4895077"/>
            <a:ext cx="1464081" cy="0"/>
          </a:xfrm>
          <a:prstGeom prst="line">
            <a:avLst/>
          </a:prstGeom>
          <a:ln w="38100">
            <a:solidFill>
              <a:srgbClr val="87A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Egyenes összekötő 277">
            <a:extLst>
              <a:ext uri="{FF2B5EF4-FFF2-40B4-BE49-F238E27FC236}">
                <a16:creationId xmlns:a16="http://schemas.microsoft.com/office/drawing/2014/main" id="{BEF6BA97-5023-4F62-970F-F6B28008C393}"/>
              </a:ext>
            </a:extLst>
          </p:cNvPr>
          <p:cNvCxnSpPr>
            <a:cxnSpLocks/>
          </p:cNvCxnSpPr>
          <p:nvPr/>
        </p:nvCxnSpPr>
        <p:spPr>
          <a:xfrm>
            <a:off x="10784681" y="4876800"/>
            <a:ext cx="0" cy="723900"/>
          </a:xfrm>
          <a:prstGeom prst="line">
            <a:avLst/>
          </a:prstGeom>
          <a:ln w="38100">
            <a:solidFill>
              <a:srgbClr val="87A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Egyenes összekötő 278">
            <a:extLst>
              <a:ext uri="{FF2B5EF4-FFF2-40B4-BE49-F238E27FC236}">
                <a16:creationId xmlns:a16="http://schemas.microsoft.com/office/drawing/2014/main" id="{11719A45-50C8-4FD2-9F48-3956BE4E004B}"/>
              </a:ext>
            </a:extLst>
          </p:cNvPr>
          <p:cNvCxnSpPr>
            <a:cxnSpLocks/>
          </p:cNvCxnSpPr>
          <p:nvPr/>
        </p:nvCxnSpPr>
        <p:spPr>
          <a:xfrm>
            <a:off x="10779919" y="5583259"/>
            <a:ext cx="1464081" cy="0"/>
          </a:xfrm>
          <a:prstGeom prst="line">
            <a:avLst/>
          </a:prstGeom>
          <a:ln w="38100">
            <a:solidFill>
              <a:srgbClr val="87A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Alcím 2">
            <a:extLst>
              <a:ext uri="{FF2B5EF4-FFF2-40B4-BE49-F238E27FC236}">
                <a16:creationId xmlns:a16="http://schemas.microsoft.com/office/drawing/2014/main" id="{55E54D05-4E57-1968-0039-9E81ED416EAC}"/>
              </a:ext>
            </a:extLst>
          </p:cNvPr>
          <p:cNvSpPr txBox="1">
            <a:spLocks/>
          </p:cNvSpPr>
          <p:nvPr/>
        </p:nvSpPr>
        <p:spPr>
          <a:xfrm>
            <a:off x="2328000" y="3806237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dirty="0"/>
              <a:t>Készítette: Dudás Bence Sándor</a:t>
            </a:r>
          </a:p>
        </p:txBody>
      </p:sp>
      <p:grpSp>
        <p:nvGrpSpPr>
          <p:cNvPr id="44" name="Csoportba foglalás 43">
            <a:extLst>
              <a:ext uri="{FF2B5EF4-FFF2-40B4-BE49-F238E27FC236}">
                <a16:creationId xmlns:a16="http://schemas.microsoft.com/office/drawing/2014/main" id="{5ED8406F-C3CC-705D-ADAF-67EB500A5094}"/>
              </a:ext>
            </a:extLst>
          </p:cNvPr>
          <p:cNvGrpSpPr/>
          <p:nvPr/>
        </p:nvGrpSpPr>
        <p:grpSpPr>
          <a:xfrm>
            <a:off x="2882524" y="-17705"/>
            <a:ext cx="9361000" cy="1440000"/>
            <a:chOff x="2881550" y="61612"/>
            <a:chExt cx="9361000" cy="1440000"/>
          </a:xfrm>
        </p:grpSpPr>
        <p:sp>
          <p:nvSpPr>
            <p:cNvPr id="15" name="Téglalap 14">
              <a:extLst>
                <a:ext uri="{FF2B5EF4-FFF2-40B4-BE49-F238E27FC236}">
                  <a16:creationId xmlns:a16="http://schemas.microsoft.com/office/drawing/2014/main" id="{B1261569-D56C-E2B9-6EEA-A3043280461B}"/>
                </a:ext>
              </a:extLst>
            </p:cNvPr>
            <p:cNvSpPr/>
            <p:nvPr/>
          </p:nvSpPr>
          <p:spPr>
            <a:xfrm>
              <a:off x="10802550" y="61612"/>
              <a:ext cx="720000" cy="720000"/>
            </a:xfrm>
            <a:prstGeom prst="rect">
              <a:avLst/>
            </a:prstGeom>
            <a:solidFill>
              <a:srgbClr val="A2D14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3600" dirty="0"/>
            </a:p>
          </p:txBody>
        </p:sp>
        <p:sp>
          <p:nvSpPr>
            <p:cNvPr id="17" name="Téglalap 16">
              <a:extLst>
                <a:ext uri="{FF2B5EF4-FFF2-40B4-BE49-F238E27FC236}">
                  <a16:creationId xmlns:a16="http://schemas.microsoft.com/office/drawing/2014/main" id="{E9F32CAC-67B8-9D93-C57F-02207944A249}"/>
                </a:ext>
              </a:extLst>
            </p:cNvPr>
            <p:cNvSpPr/>
            <p:nvPr/>
          </p:nvSpPr>
          <p:spPr>
            <a:xfrm>
              <a:off x="11522550" y="61612"/>
              <a:ext cx="720000" cy="720000"/>
            </a:xfrm>
            <a:prstGeom prst="rect">
              <a:avLst/>
            </a:prstGeom>
            <a:solidFill>
              <a:srgbClr val="AAD6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3600" dirty="0"/>
            </a:p>
          </p:txBody>
        </p:sp>
        <p:sp>
          <p:nvSpPr>
            <p:cNvPr id="19" name="Téglalap 18">
              <a:extLst>
                <a:ext uri="{FF2B5EF4-FFF2-40B4-BE49-F238E27FC236}">
                  <a16:creationId xmlns:a16="http://schemas.microsoft.com/office/drawing/2014/main" id="{F4B34893-F4EC-2E69-D396-22CC8777AECA}"/>
                </a:ext>
              </a:extLst>
            </p:cNvPr>
            <p:cNvSpPr/>
            <p:nvPr/>
          </p:nvSpPr>
          <p:spPr>
            <a:xfrm>
              <a:off x="2881550" y="61612"/>
              <a:ext cx="720000" cy="720000"/>
            </a:xfrm>
            <a:prstGeom prst="rect">
              <a:avLst/>
            </a:prstGeom>
            <a:solidFill>
              <a:srgbClr val="AAD6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3600" dirty="0"/>
            </a:p>
          </p:txBody>
        </p:sp>
        <p:sp>
          <p:nvSpPr>
            <p:cNvPr id="20" name="Téglalap 19">
              <a:extLst>
                <a:ext uri="{FF2B5EF4-FFF2-40B4-BE49-F238E27FC236}">
                  <a16:creationId xmlns:a16="http://schemas.microsoft.com/office/drawing/2014/main" id="{C4C1B6EB-B250-48E2-E21F-9502E9272F4B}"/>
                </a:ext>
              </a:extLst>
            </p:cNvPr>
            <p:cNvSpPr/>
            <p:nvPr/>
          </p:nvSpPr>
          <p:spPr>
            <a:xfrm>
              <a:off x="3600550" y="61612"/>
              <a:ext cx="720000" cy="720000"/>
            </a:xfrm>
            <a:prstGeom prst="rect">
              <a:avLst/>
            </a:prstGeom>
            <a:solidFill>
              <a:srgbClr val="A2D14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3600" dirty="0"/>
            </a:p>
          </p:txBody>
        </p:sp>
        <p:sp>
          <p:nvSpPr>
            <p:cNvPr id="21" name="Téglalap 20">
              <a:extLst>
                <a:ext uri="{FF2B5EF4-FFF2-40B4-BE49-F238E27FC236}">
                  <a16:creationId xmlns:a16="http://schemas.microsoft.com/office/drawing/2014/main" id="{1787F8BF-EFB4-B11C-0E8A-BBAB0DAD3D1E}"/>
                </a:ext>
              </a:extLst>
            </p:cNvPr>
            <p:cNvSpPr/>
            <p:nvPr/>
          </p:nvSpPr>
          <p:spPr>
            <a:xfrm>
              <a:off x="4320550" y="61612"/>
              <a:ext cx="720000" cy="720000"/>
            </a:xfrm>
            <a:prstGeom prst="rect">
              <a:avLst/>
            </a:prstGeom>
            <a:solidFill>
              <a:srgbClr val="AAD6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3600" dirty="0"/>
            </a:p>
          </p:txBody>
        </p:sp>
        <p:sp>
          <p:nvSpPr>
            <p:cNvPr id="22" name="Téglalap 21">
              <a:extLst>
                <a:ext uri="{FF2B5EF4-FFF2-40B4-BE49-F238E27FC236}">
                  <a16:creationId xmlns:a16="http://schemas.microsoft.com/office/drawing/2014/main" id="{239F9D09-D9A1-B92A-0228-35655D754926}"/>
                </a:ext>
              </a:extLst>
            </p:cNvPr>
            <p:cNvSpPr/>
            <p:nvPr/>
          </p:nvSpPr>
          <p:spPr>
            <a:xfrm>
              <a:off x="5040550" y="61612"/>
              <a:ext cx="720000" cy="720000"/>
            </a:xfrm>
            <a:prstGeom prst="rect">
              <a:avLst/>
            </a:prstGeom>
            <a:solidFill>
              <a:srgbClr val="A2D14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3600" dirty="0"/>
            </a:p>
          </p:txBody>
        </p:sp>
        <p:sp>
          <p:nvSpPr>
            <p:cNvPr id="23" name="Téglalap 22">
              <a:extLst>
                <a:ext uri="{FF2B5EF4-FFF2-40B4-BE49-F238E27FC236}">
                  <a16:creationId xmlns:a16="http://schemas.microsoft.com/office/drawing/2014/main" id="{A2523650-C8A3-096A-F1FD-709ABD8B9A39}"/>
                </a:ext>
              </a:extLst>
            </p:cNvPr>
            <p:cNvSpPr/>
            <p:nvPr/>
          </p:nvSpPr>
          <p:spPr>
            <a:xfrm>
              <a:off x="5760550" y="61612"/>
              <a:ext cx="720000" cy="720000"/>
            </a:xfrm>
            <a:prstGeom prst="rect">
              <a:avLst/>
            </a:prstGeom>
            <a:solidFill>
              <a:srgbClr val="AAD6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3600" dirty="0"/>
            </a:p>
          </p:txBody>
        </p:sp>
        <p:sp>
          <p:nvSpPr>
            <p:cNvPr id="24" name="Téglalap 23">
              <a:extLst>
                <a:ext uri="{FF2B5EF4-FFF2-40B4-BE49-F238E27FC236}">
                  <a16:creationId xmlns:a16="http://schemas.microsoft.com/office/drawing/2014/main" id="{7559173D-8C78-7467-CB1E-6DD436141CBD}"/>
                </a:ext>
              </a:extLst>
            </p:cNvPr>
            <p:cNvSpPr/>
            <p:nvPr/>
          </p:nvSpPr>
          <p:spPr>
            <a:xfrm>
              <a:off x="6480550" y="61612"/>
              <a:ext cx="720000" cy="720000"/>
            </a:xfrm>
            <a:prstGeom prst="rect">
              <a:avLst/>
            </a:prstGeom>
            <a:solidFill>
              <a:srgbClr val="A2D14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3600" dirty="0"/>
            </a:p>
          </p:txBody>
        </p:sp>
        <p:sp>
          <p:nvSpPr>
            <p:cNvPr id="25" name="Téglalap 24">
              <a:extLst>
                <a:ext uri="{FF2B5EF4-FFF2-40B4-BE49-F238E27FC236}">
                  <a16:creationId xmlns:a16="http://schemas.microsoft.com/office/drawing/2014/main" id="{0D59117C-DC28-38D2-5A28-BF17E80DA1C5}"/>
                </a:ext>
              </a:extLst>
            </p:cNvPr>
            <p:cNvSpPr/>
            <p:nvPr/>
          </p:nvSpPr>
          <p:spPr>
            <a:xfrm>
              <a:off x="7201550" y="61612"/>
              <a:ext cx="720000" cy="720000"/>
            </a:xfrm>
            <a:prstGeom prst="rect">
              <a:avLst/>
            </a:prstGeom>
            <a:solidFill>
              <a:srgbClr val="AAD6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3600" dirty="0"/>
            </a:p>
          </p:txBody>
        </p:sp>
        <p:sp>
          <p:nvSpPr>
            <p:cNvPr id="26" name="Téglalap 25">
              <a:extLst>
                <a:ext uri="{FF2B5EF4-FFF2-40B4-BE49-F238E27FC236}">
                  <a16:creationId xmlns:a16="http://schemas.microsoft.com/office/drawing/2014/main" id="{510E0831-3625-7EA0-2969-C0A3CFF2F9B1}"/>
                </a:ext>
              </a:extLst>
            </p:cNvPr>
            <p:cNvSpPr/>
            <p:nvPr/>
          </p:nvSpPr>
          <p:spPr>
            <a:xfrm>
              <a:off x="7922550" y="61612"/>
              <a:ext cx="720000" cy="720000"/>
            </a:xfrm>
            <a:prstGeom prst="rect">
              <a:avLst/>
            </a:prstGeom>
            <a:solidFill>
              <a:srgbClr val="A2D14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3600" dirty="0"/>
            </a:p>
          </p:txBody>
        </p:sp>
        <p:sp>
          <p:nvSpPr>
            <p:cNvPr id="27" name="Téglalap 26">
              <a:extLst>
                <a:ext uri="{FF2B5EF4-FFF2-40B4-BE49-F238E27FC236}">
                  <a16:creationId xmlns:a16="http://schemas.microsoft.com/office/drawing/2014/main" id="{1C87F967-FE6B-256D-2704-4B6935130084}"/>
                </a:ext>
              </a:extLst>
            </p:cNvPr>
            <p:cNvSpPr/>
            <p:nvPr/>
          </p:nvSpPr>
          <p:spPr>
            <a:xfrm>
              <a:off x="8643550" y="61612"/>
              <a:ext cx="720000" cy="720000"/>
            </a:xfrm>
            <a:prstGeom prst="rect">
              <a:avLst/>
            </a:prstGeom>
            <a:solidFill>
              <a:srgbClr val="AAD6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3600" dirty="0"/>
            </a:p>
          </p:txBody>
        </p:sp>
        <p:sp>
          <p:nvSpPr>
            <p:cNvPr id="28" name="Téglalap 27">
              <a:extLst>
                <a:ext uri="{FF2B5EF4-FFF2-40B4-BE49-F238E27FC236}">
                  <a16:creationId xmlns:a16="http://schemas.microsoft.com/office/drawing/2014/main" id="{733904A4-E178-E9CB-8D68-F73B59CBCFE9}"/>
                </a:ext>
              </a:extLst>
            </p:cNvPr>
            <p:cNvSpPr/>
            <p:nvPr/>
          </p:nvSpPr>
          <p:spPr>
            <a:xfrm>
              <a:off x="9362550" y="61612"/>
              <a:ext cx="720000" cy="720000"/>
            </a:xfrm>
            <a:prstGeom prst="rect">
              <a:avLst/>
            </a:prstGeom>
            <a:solidFill>
              <a:srgbClr val="A2D14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3600" dirty="0"/>
            </a:p>
          </p:txBody>
        </p:sp>
        <p:sp>
          <p:nvSpPr>
            <p:cNvPr id="29" name="Téglalap 28">
              <a:extLst>
                <a:ext uri="{FF2B5EF4-FFF2-40B4-BE49-F238E27FC236}">
                  <a16:creationId xmlns:a16="http://schemas.microsoft.com/office/drawing/2014/main" id="{7501E1EA-2860-6B0A-FFC7-60ACFAD0DACC}"/>
                </a:ext>
              </a:extLst>
            </p:cNvPr>
            <p:cNvSpPr/>
            <p:nvPr/>
          </p:nvSpPr>
          <p:spPr>
            <a:xfrm>
              <a:off x="10082550" y="61612"/>
              <a:ext cx="720000" cy="720000"/>
            </a:xfrm>
            <a:prstGeom prst="rect">
              <a:avLst/>
            </a:prstGeom>
            <a:solidFill>
              <a:srgbClr val="AAD6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3600" dirty="0"/>
            </a:p>
          </p:txBody>
        </p:sp>
        <p:sp>
          <p:nvSpPr>
            <p:cNvPr id="30" name="Téglalap 29">
              <a:extLst>
                <a:ext uri="{FF2B5EF4-FFF2-40B4-BE49-F238E27FC236}">
                  <a16:creationId xmlns:a16="http://schemas.microsoft.com/office/drawing/2014/main" id="{104DC0E2-1739-AB94-DFB1-69624202923C}"/>
                </a:ext>
              </a:extLst>
            </p:cNvPr>
            <p:cNvSpPr/>
            <p:nvPr/>
          </p:nvSpPr>
          <p:spPr>
            <a:xfrm>
              <a:off x="5040550" y="781612"/>
              <a:ext cx="720000" cy="720000"/>
            </a:xfrm>
            <a:prstGeom prst="rect">
              <a:avLst/>
            </a:prstGeom>
            <a:solidFill>
              <a:srgbClr val="AAD6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3600" dirty="0"/>
            </a:p>
          </p:txBody>
        </p:sp>
        <p:sp>
          <p:nvSpPr>
            <p:cNvPr id="31" name="Téglalap 30">
              <a:extLst>
                <a:ext uri="{FF2B5EF4-FFF2-40B4-BE49-F238E27FC236}">
                  <a16:creationId xmlns:a16="http://schemas.microsoft.com/office/drawing/2014/main" id="{337FBBE5-AFC8-413D-D9F3-291297EB8A1C}"/>
                </a:ext>
              </a:extLst>
            </p:cNvPr>
            <p:cNvSpPr/>
            <p:nvPr/>
          </p:nvSpPr>
          <p:spPr>
            <a:xfrm>
              <a:off x="5760550" y="781612"/>
              <a:ext cx="720000" cy="720000"/>
            </a:xfrm>
            <a:prstGeom prst="rect">
              <a:avLst/>
            </a:prstGeom>
            <a:solidFill>
              <a:srgbClr val="A2D14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3600" dirty="0"/>
            </a:p>
          </p:txBody>
        </p:sp>
        <p:sp>
          <p:nvSpPr>
            <p:cNvPr id="32" name="Téglalap 31">
              <a:extLst>
                <a:ext uri="{FF2B5EF4-FFF2-40B4-BE49-F238E27FC236}">
                  <a16:creationId xmlns:a16="http://schemas.microsoft.com/office/drawing/2014/main" id="{379DA676-0E75-A002-0061-AD0F1504DBC2}"/>
                </a:ext>
              </a:extLst>
            </p:cNvPr>
            <p:cNvSpPr/>
            <p:nvPr/>
          </p:nvSpPr>
          <p:spPr>
            <a:xfrm>
              <a:off x="6480550" y="781612"/>
              <a:ext cx="720000" cy="720000"/>
            </a:xfrm>
            <a:prstGeom prst="rect">
              <a:avLst/>
            </a:prstGeom>
            <a:solidFill>
              <a:srgbClr val="AAD6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3600" dirty="0"/>
            </a:p>
          </p:txBody>
        </p:sp>
        <p:sp>
          <p:nvSpPr>
            <p:cNvPr id="33" name="Téglalap 32">
              <a:extLst>
                <a:ext uri="{FF2B5EF4-FFF2-40B4-BE49-F238E27FC236}">
                  <a16:creationId xmlns:a16="http://schemas.microsoft.com/office/drawing/2014/main" id="{C93A2205-6EA4-6CAB-16B3-3B2317791089}"/>
                </a:ext>
              </a:extLst>
            </p:cNvPr>
            <p:cNvSpPr/>
            <p:nvPr/>
          </p:nvSpPr>
          <p:spPr>
            <a:xfrm>
              <a:off x="7201550" y="781612"/>
              <a:ext cx="720000" cy="720000"/>
            </a:xfrm>
            <a:prstGeom prst="rect">
              <a:avLst/>
            </a:prstGeom>
            <a:solidFill>
              <a:srgbClr val="A2D14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3600" dirty="0"/>
            </a:p>
          </p:txBody>
        </p:sp>
        <p:sp>
          <p:nvSpPr>
            <p:cNvPr id="34" name="Téglalap 33">
              <a:extLst>
                <a:ext uri="{FF2B5EF4-FFF2-40B4-BE49-F238E27FC236}">
                  <a16:creationId xmlns:a16="http://schemas.microsoft.com/office/drawing/2014/main" id="{2528A415-AAD8-A0FB-FDE8-BCC9E40F7642}"/>
                </a:ext>
              </a:extLst>
            </p:cNvPr>
            <p:cNvSpPr/>
            <p:nvPr/>
          </p:nvSpPr>
          <p:spPr>
            <a:xfrm>
              <a:off x="7922550" y="781612"/>
              <a:ext cx="720000" cy="720000"/>
            </a:xfrm>
            <a:prstGeom prst="rect">
              <a:avLst/>
            </a:prstGeom>
            <a:solidFill>
              <a:srgbClr val="AAD6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3600" dirty="0"/>
            </a:p>
          </p:txBody>
        </p:sp>
        <p:sp>
          <p:nvSpPr>
            <p:cNvPr id="35" name="Téglalap 34">
              <a:extLst>
                <a:ext uri="{FF2B5EF4-FFF2-40B4-BE49-F238E27FC236}">
                  <a16:creationId xmlns:a16="http://schemas.microsoft.com/office/drawing/2014/main" id="{82EA2C2A-2303-7A75-BC1A-FF23AB1813C9}"/>
                </a:ext>
              </a:extLst>
            </p:cNvPr>
            <p:cNvSpPr/>
            <p:nvPr/>
          </p:nvSpPr>
          <p:spPr>
            <a:xfrm>
              <a:off x="8643550" y="781612"/>
              <a:ext cx="720000" cy="720000"/>
            </a:xfrm>
            <a:prstGeom prst="rect">
              <a:avLst/>
            </a:prstGeom>
            <a:solidFill>
              <a:srgbClr val="A2D14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3600" dirty="0"/>
            </a:p>
          </p:txBody>
        </p:sp>
        <p:sp>
          <p:nvSpPr>
            <p:cNvPr id="36" name="Téglalap 35">
              <a:extLst>
                <a:ext uri="{FF2B5EF4-FFF2-40B4-BE49-F238E27FC236}">
                  <a16:creationId xmlns:a16="http://schemas.microsoft.com/office/drawing/2014/main" id="{4D1BB202-E98F-CB21-48F8-7EAF01894BF2}"/>
                </a:ext>
              </a:extLst>
            </p:cNvPr>
            <p:cNvSpPr/>
            <p:nvPr/>
          </p:nvSpPr>
          <p:spPr>
            <a:xfrm>
              <a:off x="9362550" y="781612"/>
              <a:ext cx="720000" cy="720000"/>
            </a:xfrm>
            <a:prstGeom prst="rect">
              <a:avLst/>
            </a:prstGeom>
            <a:solidFill>
              <a:srgbClr val="AAD6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3600" dirty="0"/>
            </a:p>
          </p:txBody>
        </p:sp>
        <p:sp>
          <p:nvSpPr>
            <p:cNvPr id="42" name="Téglalap 41">
              <a:extLst>
                <a:ext uri="{FF2B5EF4-FFF2-40B4-BE49-F238E27FC236}">
                  <a16:creationId xmlns:a16="http://schemas.microsoft.com/office/drawing/2014/main" id="{2ADE6FAB-D5BB-65FE-A39C-0DC94B6E01C0}"/>
                </a:ext>
              </a:extLst>
            </p:cNvPr>
            <p:cNvSpPr/>
            <p:nvPr/>
          </p:nvSpPr>
          <p:spPr>
            <a:xfrm>
              <a:off x="4320550" y="781612"/>
              <a:ext cx="720000" cy="720000"/>
            </a:xfrm>
            <a:prstGeom prst="rect">
              <a:avLst/>
            </a:prstGeom>
            <a:solidFill>
              <a:srgbClr val="A2D14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3600" dirty="0"/>
            </a:p>
          </p:txBody>
        </p:sp>
      </p:grpSp>
    </p:spTree>
    <p:extLst>
      <p:ext uri="{BB962C8B-B14F-4D97-AF65-F5344CB8AC3E}">
        <p14:creationId xmlns:p14="http://schemas.microsoft.com/office/powerpoint/2010/main" val="32346601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F76C1-80B6-F049-4A2B-E8A5CBA8B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CA648B87-D0E7-EB35-A1EC-B9B03713DB6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3674"/>
            <a:ext cx="720000" cy="720000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14" name="Téglalap 113">
            <a:extLst>
              <a:ext uri="{FF2B5EF4-FFF2-40B4-BE49-F238E27FC236}">
                <a16:creationId xmlns:a16="http://schemas.microsoft.com/office/drawing/2014/main" id="{69D15E88-3AA6-A9FD-4A2D-1A6E8B6C3D4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-3674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32" name="Téglalap 131">
            <a:extLst>
              <a:ext uri="{FF2B5EF4-FFF2-40B4-BE49-F238E27FC236}">
                <a16:creationId xmlns:a16="http://schemas.microsoft.com/office/drawing/2014/main" id="{09084480-5622-CFE7-6DDC-9857171A82E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-3674"/>
            <a:ext cx="720000" cy="720000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33" name="Téglalap 132">
            <a:extLst>
              <a:ext uri="{FF2B5EF4-FFF2-40B4-BE49-F238E27FC236}">
                <a16:creationId xmlns:a16="http://schemas.microsoft.com/office/drawing/2014/main" id="{965CE0A4-0131-F406-2644-F412435D188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-3674"/>
            <a:ext cx="720000" cy="720000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36" name="Téglalap 135">
            <a:extLst>
              <a:ext uri="{FF2B5EF4-FFF2-40B4-BE49-F238E27FC236}">
                <a16:creationId xmlns:a16="http://schemas.microsoft.com/office/drawing/2014/main" id="{DBE60A17-4908-4FCC-9BBF-A4BFB301C4A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716326"/>
            <a:ext cx="720000" cy="678224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37" name="Téglalap 136">
            <a:extLst>
              <a:ext uri="{FF2B5EF4-FFF2-40B4-BE49-F238E27FC236}">
                <a16:creationId xmlns:a16="http://schemas.microsoft.com/office/drawing/2014/main" id="{4625F103-0062-A9EB-599B-950AB137594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716326"/>
            <a:ext cx="720000" cy="678224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51" name="Téglalap 150">
            <a:extLst>
              <a:ext uri="{FF2B5EF4-FFF2-40B4-BE49-F238E27FC236}">
                <a16:creationId xmlns:a16="http://schemas.microsoft.com/office/drawing/2014/main" id="{0A2AA942-FFD0-4DB1-E435-F5853112994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716326"/>
            <a:ext cx="720000" cy="678224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52" name="Téglalap 151">
            <a:extLst>
              <a:ext uri="{FF2B5EF4-FFF2-40B4-BE49-F238E27FC236}">
                <a16:creationId xmlns:a16="http://schemas.microsoft.com/office/drawing/2014/main" id="{17CEDE06-4902-537A-DAB3-EB3E45A39C5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716326"/>
            <a:ext cx="720000" cy="678224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74" name="Téglalap 173">
            <a:extLst>
              <a:ext uri="{FF2B5EF4-FFF2-40B4-BE49-F238E27FC236}">
                <a16:creationId xmlns:a16="http://schemas.microsoft.com/office/drawing/2014/main" id="{82F104BE-78A3-B3F1-B5E7-274A84EBE190}"/>
              </a:ext>
            </a:extLst>
          </p:cNvPr>
          <p:cNvSpPr>
            <a:spLocks/>
          </p:cNvSpPr>
          <p:nvPr/>
        </p:nvSpPr>
        <p:spPr>
          <a:xfrm>
            <a:off x="0" y="1394550"/>
            <a:ext cx="720000" cy="721451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75" name="Téglalap 174">
            <a:extLst>
              <a:ext uri="{FF2B5EF4-FFF2-40B4-BE49-F238E27FC236}">
                <a16:creationId xmlns:a16="http://schemas.microsoft.com/office/drawing/2014/main" id="{05781C87-D0C1-9BFB-066C-6083A458E71C}"/>
              </a:ext>
            </a:extLst>
          </p:cNvPr>
          <p:cNvSpPr>
            <a:spLocks/>
          </p:cNvSpPr>
          <p:nvPr/>
        </p:nvSpPr>
        <p:spPr>
          <a:xfrm>
            <a:off x="720000" y="1394550"/>
            <a:ext cx="720000" cy="721451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76" name="Címkocka">
            <a:extLst>
              <a:ext uri="{FF2B5EF4-FFF2-40B4-BE49-F238E27FC236}">
                <a16:creationId xmlns:a16="http://schemas.microsoft.com/office/drawing/2014/main" id="{42BD9322-3820-5FEF-566E-ACBCE1FDEA9E}"/>
              </a:ext>
            </a:extLst>
          </p:cNvPr>
          <p:cNvSpPr>
            <a:spLocks/>
          </p:cNvSpPr>
          <p:nvPr/>
        </p:nvSpPr>
        <p:spPr>
          <a:xfrm>
            <a:off x="1441000" y="1394550"/>
            <a:ext cx="720000" cy="721451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77" name="Címkocka">
            <a:extLst>
              <a:ext uri="{FF2B5EF4-FFF2-40B4-BE49-F238E27FC236}">
                <a16:creationId xmlns:a16="http://schemas.microsoft.com/office/drawing/2014/main" id="{0B707C68-1077-53AD-6D6E-362EC7775357}"/>
              </a:ext>
            </a:extLst>
          </p:cNvPr>
          <p:cNvSpPr>
            <a:spLocks/>
          </p:cNvSpPr>
          <p:nvPr/>
        </p:nvSpPr>
        <p:spPr>
          <a:xfrm>
            <a:off x="2162000" y="1394550"/>
            <a:ext cx="720000" cy="721451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78" name="Címkocka">
            <a:extLst>
              <a:ext uri="{FF2B5EF4-FFF2-40B4-BE49-F238E27FC236}">
                <a16:creationId xmlns:a16="http://schemas.microsoft.com/office/drawing/2014/main" id="{E45A55C3-DB77-1AD0-1514-AD6509B15CA9}"/>
              </a:ext>
            </a:extLst>
          </p:cNvPr>
          <p:cNvSpPr>
            <a:spLocks/>
          </p:cNvSpPr>
          <p:nvPr/>
        </p:nvSpPr>
        <p:spPr>
          <a:xfrm>
            <a:off x="2883000" y="1394550"/>
            <a:ext cx="720000" cy="721451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79" name="Címkocka">
            <a:extLst>
              <a:ext uri="{FF2B5EF4-FFF2-40B4-BE49-F238E27FC236}">
                <a16:creationId xmlns:a16="http://schemas.microsoft.com/office/drawing/2014/main" id="{2AA07C45-6874-0011-94F4-32F78735EF01}"/>
              </a:ext>
            </a:extLst>
          </p:cNvPr>
          <p:cNvSpPr>
            <a:spLocks/>
          </p:cNvSpPr>
          <p:nvPr/>
        </p:nvSpPr>
        <p:spPr>
          <a:xfrm>
            <a:off x="3602000" y="1394550"/>
            <a:ext cx="720000" cy="721451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80" name="Címkocka">
            <a:extLst>
              <a:ext uri="{FF2B5EF4-FFF2-40B4-BE49-F238E27FC236}">
                <a16:creationId xmlns:a16="http://schemas.microsoft.com/office/drawing/2014/main" id="{07CCD3BA-3D81-EA47-713F-B7C9E5DBA88A}"/>
              </a:ext>
            </a:extLst>
          </p:cNvPr>
          <p:cNvSpPr>
            <a:spLocks/>
          </p:cNvSpPr>
          <p:nvPr/>
        </p:nvSpPr>
        <p:spPr>
          <a:xfrm>
            <a:off x="4322000" y="1394550"/>
            <a:ext cx="720000" cy="721451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81" name="Címkocka">
            <a:extLst>
              <a:ext uri="{FF2B5EF4-FFF2-40B4-BE49-F238E27FC236}">
                <a16:creationId xmlns:a16="http://schemas.microsoft.com/office/drawing/2014/main" id="{A7D39ADB-320E-04A8-4EB0-A52E6B79DCEE}"/>
              </a:ext>
            </a:extLst>
          </p:cNvPr>
          <p:cNvSpPr>
            <a:spLocks/>
          </p:cNvSpPr>
          <p:nvPr/>
        </p:nvSpPr>
        <p:spPr>
          <a:xfrm>
            <a:off x="5042000" y="1394550"/>
            <a:ext cx="720000" cy="721451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388E3C">
                    <a:alpha val="50000"/>
                  </a:srgbClr>
                </a:solidFill>
                <a:latin typeface="Consolas" panose="020B0609020204030204" pitchFamily="49" charset="0"/>
              </a:rPr>
              <a:t>2</a:t>
            </a:r>
            <a:endParaRPr lang="hu-HU" sz="3600" b="1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82" name="Címkocka">
            <a:extLst>
              <a:ext uri="{FF2B5EF4-FFF2-40B4-BE49-F238E27FC236}">
                <a16:creationId xmlns:a16="http://schemas.microsoft.com/office/drawing/2014/main" id="{8715A368-4710-BAB8-A49F-D5F1EC5FFC32}"/>
              </a:ext>
            </a:extLst>
          </p:cNvPr>
          <p:cNvSpPr>
            <a:spLocks/>
          </p:cNvSpPr>
          <p:nvPr/>
        </p:nvSpPr>
        <p:spPr>
          <a:xfrm>
            <a:off x="5762000" y="1394550"/>
            <a:ext cx="720000" cy="721451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83" name="Címkocka">
            <a:extLst>
              <a:ext uri="{FF2B5EF4-FFF2-40B4-BE49-F238E27FC236}">
                <a16:creationId xmlns:a16="http://schemas.microsoft.com/office/drawing/2014/main" id="{518C3407-CD8E-0D0B-FBF7-00F0C4BE2FDD}"/>
              </a:ext>
            </a:extLst>
          </p:cNvPr>
          <p:cNvSpPr>
            <a:spLocks/>
          </p:cNvSpPr>
          <p:nvPr/>
        </p:nvSpPr>
        <p:spPr>
          <a:xfrm>
            <a:off x="6482000" y="1394550"/>
            <a:ext cx="720000" cy="721451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84" name="Címkocka">
            <a:extLst>
              <a:ext uri="{FF2B5EF4-FFF2-40B4-BE49-F238E27FC236}">
                <a16:creationId xmlns:a16="http://schemas.microsoft.com/office/drawing/2014/main" id="{D4F9F998-CF37-573D-E9F5-F809DA176AD2}"/>
              </a:ext>
            </a:extLst>
          </p:cNvPr>
          <p:cNvSpPr>
            <a:spLocks/>
          </p:cNvSpPr>
          <p:nvPr/>
        </p:nvSpPr>
        <p:spPr>
          <a:xfrm>
            <a:off x="7203000" y="1394550"/>
            <a:ext cx="720000" cy="721451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85" name="Címkocka">
            <a:extLst>
              <a:ext uri="{FF2B5EF4-FFF2-40B4-BE49-F238E27FC236}">
                <a16:creationId xmlns:a16="http://schemas.microsoft.com/office/drawing/2014/main" id="{36A2DA69-1100-2526-3696-94DD2EC84164}"/>
              </a:ext>
            </a:extLst>
          </p:cNvPr>
          <p:cNvSpPr>
            <a:spLocks/>
          </p:cNvSpPr>
          <p:nvPr/>
        </p:nvSpPr>
        <p:spPr>
          <a:xfrm>
            <a:off x="7924000" y="1394550"/>
            <a:ext cx="720000" cy="721451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86" name="Címkocka">
            <a:extLst>
              <a:ext uri="{FF2B5EF4-FFF2-40B4-BE49-F238E27FC236}">
                <a16:creationId xmlns:a16="http://schemas.microsoft.com/office/drawing/2014/main" id="{0AB74D85-1B4D-B609-F8CE-68619A615B41}"/>
              </a:ext>
            </a:extLst>
          </p:cNvPr>
          <p:cNvSpPr>
            <a:spLocks/>
          </p:cNvSpPr>
          <p:nvPr/>
        </p:nvSpPr>
        <p:spPr>
          <a:xfrm>
            <a:off x="8645000" y="1394550"/>
            <a:ext cx="720000" cy="721451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388E3C">
                    <a:alpha val="50000"/>
                  </a:srgbClr>
                </a:solidFill>
                <a:latin typeface="Consolas" panose="020B0609020204030204" pitchFamily="49" charset="0"/>
              </a:rPr>
              <a:t>2</a:t>
            </a:r>
            <a:endParaRPr lang="hu-HU" sz="3600" b="1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87" name="Címkocka">
            <a:extLst>
              <a:ext uri="{FF2B5EF4-FFF2-40B4-BE49-F238E27FC236}">
                <a16:creationId xmlns:a16="http://schemas.microsoft.com/office/drawing/2014/main" id="{B2706E90-52D9-A82F-328D-4DBA663E3878}"/>
              </a:ext>
            </a:extLst>
          </p:cNvPr>
          <p:cNvSpPr>
            <a:spLocks/>
          </p:cNvSpPr>
          <p:nvPr/>
        </p:nvSpPr>
        <p:spPr>
          <a:xfrm>
            <a:off x="9364000" y="1394550"/>
            <a:ext cx="720000" cy="721451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88" name="Címkocka">
            <a:extLst>
              <a:ext uri="{FF2B5EF4-FFF2-40B4-BE49-F238E27FC236}">
                <a16:creationId xmlns:a16="http://schemas.microsoft.com/office/drawing/2014/main" id="{961B13A6-D9F9-09CF-3ABF-7A20482EC1F3}"/>
              </a:ext>
            </a:extLst>
          </p:cNvPr>
          <p:cNvSpPr>
            <a:spLocks/>
          </p:cNvSpPr>
          <p:nvPr/>
        </p:nvSpPr>
        <p:spPr>
          <a:xfrm>
            <a:off x="10084000" y="1394550"/>
            <a:ext cx="720000" cy="721451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89" name="Téglalap 188">
            <a:extLst>
              <a:ext uri="{FF2B5EF4-FFF2-40B4-BE49-F238E27FC236}">
                <a16:creationId xmlns:a16="http://schemas.microsoft.com/office/drawing/2014/main" id="{3F30175A-C936-FB80-9D53-BC580A2BC2FB}"/>
              </a:ext>
            </a:extLst>
          </p:cNvPr>
          <p:cNvSpPr>
            <a:spLocks/>
          </p:cNvSpPr>
          <p:nvPr/>
        </p:nvSpPr>
        <p:spPr>
          <a:xfrm>
            <a:off x="10804000" y="1394550"/>
            <a:ext cx="720000" cy="721451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90" name="Téglalap 189">
            <a:extLst>
              <a:ext uri="{FF2B5EF4-FFF2-40B4-BE49-F238E27FC236}">
                <a16:creationId xmlns:a16="http://schemas.microsoft.com/office/drawing/2014/main" id="{F70371C9-8BA0-AAFC-0917-31482F2A2B04}"/>
              </a:ext>
            </a:extLst>
          </p:cNvPr>
          <p:cNvSpPr>
            <a:spLocks/>
          </p:cNvSpPr>
          <p:nvPr/>
        </p:nvSpPr>
        <p:spPr>
          <a:xfrm>
            <a:off x="11524000" y="1394550"/>
            <a:ext cx="720000" cy="721451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57" name="Téglalap 156">
            <a:extLst>
              <a:ext uri="{FF2B5EF4-FFF2-40B4-BE49-F238E27FC236}">
                <a16:creationId xmlns:a16="http://schemas.microsoft.com/office/drawing/2014/main" id="{C9C26D38-9AC0-3729-ECFE-EC76C9B804F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2114550"/>
            <a:ext cx="720000" cy="681126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58" name="Téglalap 157">
            <a:extLst>
              <a:ext uri="{FF2B5EF4-FFF2-40B4-BE49-F238E27FC236}">
                <a16:creationId xmlns:a16="http://schemas.microsoft.com/office/drawing/2014/main" id="{17D93B9C-ABDA-5B60-9239-0D20D290FD9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2114550"/>
            <a:ext cx="720000" cy="681126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59" name="Címkocka">
            <a:extLst>
              <a:ext uri="{FF2B5EF4-FFF2-40B4-BE49-F238E27FC236}">
                <a16:creationId xmlns:a16="http://schemas.microsoft.com/office/drawing/2014/main" id="{803E69E5-B46C-F56F-E2A5-A101B303126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2114550"/>
            <a:ext cx="720000" cy="681126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60" name="Címkocka">
            <a:extLst>
              <a:ext uri="{FF2B5EF4-FFF2-40B4-BE49-F238E27FC236}">
                <a16:creationId xmlns:a16="http://schemas.microsoft.com/office/drawing/2014/main" id="{14447C2D-968F-DD4D-9E2E-F18EC8D1247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2114550"/>
            <a:ext cx="720000" cy="681126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61" name="Címkocka">
            <a:extLst>
              <a:ext uri="{FF2B5EF4-FFF2-40B4-BE49-F238E27FC236}">
                <a16:creationId xmlns:a16="http://schemas.microsoft.com/office/drawing/2014/main" id="{BCCA1787-7535-6418-B89F-80744D25D24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2114550"/>
            <a:ext cx="720000" cy="681126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62" name="Címkocka">
            <a:extLst>
              <a:ext uri="{FF2B5EF4-FFF2-40B4-BE49-F238E27FC236}">
                <a16:creationId xmlns:a16="http://schemas.microsoft.com/office/drawing/2014/main" id="{649C4918-6643-D920-0AB5-9DF8FF0040A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2114550"/>
            <a:ext cx="720000" cy="681126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63" name="Címkocka">
            <a:extLst>
              <a:ext uri="{FF2B5EF4-FFF2-40B4-BE49-F238E27FC236}">
                <a16:creationId xmlns:a16="http://schemas.microsoft.com/office/drawing/2014/main" id="{6C790C07-B5A2-75F1-55C6-2440332BB4C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2114550"/>
            <a:ext cx="720000" cy="681126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64" name="Címkocka">
            <a:extLst>
              <a:ext uri="{FF2B5EF4-FFF2-40B4-BE49-F238E27FC236}">
                <a16:creationId xmlns:a16="http://schemas.microsoft.com/office/drawing/2014/main" id="{7540E283-7B9F-18C7-0699-025DD118DAB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2114550"/>
            <a:ext cx="720000" cy="681126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65" name="Címkocka">
            <a:extLst>
              <a:ext uri="{FF2B5EF4-FFF2-40B4-BE49-F238E27FC236}">
                <a16:creationId xmlns:a16="http://schemas.microsoft.com/office/drawing/2014/main" id="{7D45701A-DAAC-A631-AB3D-A872602FCA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2114550"/>
            <a:ext cx="720000" cy="681126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66" name="Címkocka">
            <a:extLst>
              <a:ext uri="{FF2B5EF4-FFF2-40B4-BE49-F238E27FC236}">
                <a16:creationId xmlns:a16="http://schemas.microsoft.com/office/drawing/2014/main" id="{046AED29-E2AE-FB3F-F2CE-8CC036DB0F2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2114550"/>
            <a:ext cx="720000" cy="681126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67" name="Címkocka">
            <a:extLst>
              <a:ext uri="{FF2B5EF4-FFF2-40B4-BE49-F238E27FC236}">
                <a16:creationId xmlns:a16="http://schemas.microsoft.com/office/drawing/2014/main" id="{F169524B-AACB-6C44-34A5-6BD9C85BFB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2114550"/>
            <a:ext cx="720000" cy="681126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68" name="Címkocka">
            <a:extLst>
              <a:ext uri="{FF2B5EF4-FFF2-40B4-BE49-F238E27FC236}">
                <a16:creationId xmlns:a16="http://schemas.microsoft.com/office/drawing/2014/main" id="{64FBD2B0-611C-36DC-A140-2ED13E86C29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2114550"/>
            <a:ext cx="720000" cy="681126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69" name="Címkocka">
            <a:extLst>
              <a:ext uri="{FF2B5EF4-FFF2-40B4-BE49-F238E27FC236}">
                <a16:creationId xmlns:a16="http://schemas.microsoft.com/office/drawing/2014/main" id="{B7E333AA-D904-3C94-C043-6D80FDF3DB0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2114550"/>
            <a:ext cx="720000" cy="681126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70" name="Címkocka">
            <a:extLst>
              <a:ext uri="{FF2B5EF4-FFF2-40B4-BE49-F238E27FC236}">
                <a16:creationId xmlns:a16="http://schemas.microsoft.com/office/drawing/2014/main" id="{AAB1F4FC-9E0D-8387-9BA4-6397EECB52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2114550"/>
            <a:ext cx="720000" cy="681126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71" name="Címkocka">
            <a:extLst>
              <a:ext uri="{FF2B5EF4-FFF2-40B4-BE49-F238E27FC236}">
                <a16:creationId xmlns:a16="http://schemas.microsoft.com/office/drawing/2014/main" id="{BBEE677D-8F88-4BAE-C843-EFE427918F1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2114550"/>
            <a:ext cx="720000" cy="681126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72" name="Téglalap 171">
            <a:extLst>
              <a:ext uri="{FF2B5EF4-FFF2-40B4-BE49-F238E27FC236}">
                <a16:creationId xmlns:a16="http://schemas.microsoft.com/office/drawing/2014/main" id="{6AE209AB-0938-E92E-1D46-90F0771D0BC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2114550"/>
            <a:ext cx="720000" cy="681126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73" name="Téglalap 172">
            <a:extLst>
              <a:ext uri="{FF2B5EF4-FFF2-40B4-BE49-F238E27FC236}">
                <a16:creationId xmlns:a16="http://schemas.microsoft.com/office/drawing/2014/main" id="{F8F440CA-EE0C-156D-6F6B-07B3609862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2114550"/>
            <a:ext cx="720000" cy="681126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50" name="Téglalap 249">
            <a:extLst>
              <a:ext uri="{FF2B5EF4-FFF2-40B4-BE49-F238E27FC236}">
                <a16:creationId xmlns:a16="http://schemas.microsoft.com/office/drawing/2014/main" id="{8C50F96D-DAE3-CE3A-43D1-1A9EBD6565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2795676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51" name="Téglalap 250">
            <a:extLst>
              <a:ext uri="{FF2B5EF4-FFF2-40B4-BE49-F238E27FC236}">
                <a16:creationId xmlns:a16="http://schemas.microsoft.com/office/drawing/2014/main" id="{6CC241A5-6348-F31C-A86D-86284B8336C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2795676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52" name="Címkocka">
            <a:extLst>
              <a:ext uri="{FF2B5EF4-FFF2-40B4-BE49-F238E27FC236}">
                <a16:creationId xmlns:a16="http://schemas.microsoft.com/office/drawing/2014/main" id="{BC657FFD-DA57-69C1-AE8E-347699EBBDE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2795676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53" name="Címkocka">
            <a:extLst>
              <a:ext uri="{FF2B5EF4-FFF2-40B4-BE49-F238E27FC236}">
                <a16:creationId xmlns:a16="http://schemas.microsoft.com/office/drawing/2014/main" id="{B33BF317-81BF-7B0E-90D5-DEF0E5D3580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2795676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54" name="Címkocka">
            <a:extLst>
              <a:ext uri="{FF2B5EF4-FFF2-40B4-BE49-F238E27FC236}">
                <a16:creationId xmlns:a16="http://schemas.microsoft.com/office/drawing/2014/main" id="{F320FF44-BE75-7C27-E866-FB5331A7E8D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2795676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55" name="Címkocka">
            <a:extLst>
              <a:ext uri="{FF2B5EF4-FFF2-40B4-BE49-F238E27FC236}">
                <a16:creationId xmlns:a16="http://schemas.microsoft.com/office/drawing/2014/main" id="{EDAB21E0-5223-D0AF-466E-E384CCF0A53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2795676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56" name="Címkocka">
            <a:extLst>
              <a:ext uri="{FF2B5EF4-FFF2-40B4-BE49-F238E27FC236}">
                <a16:creationId xmlns:a16="http://schemas.microsoft.com/office/drawing/2014/main" id="{A6EC4436-CACE-3E88-1F57-1BF160F3290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2795676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57" name="Címkocka">
            <a:extLst>
              <a:ext uri="{FF2B5EF4-FFF2-40B4-BE49-F238E27FC236}">
                <a16:creationId xmlns:a16="http://schemas.microsoft.com/office/drawing/2014/main" id="{2091EFF0-2108-308D-4E96-0BA33989184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2795676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58" name="Címkocka">
            <a:extLst>
              <a:ext uri="{FF2B5EF4-FFF2-40B4-BE49-F238E27FC236}">
                <a16:creationId xmlns:a16="http://schemas.microsoft.com/office/drawing/2014/main" id="{2D992C0D-6E35-EABE-A30A-676E01E76C3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2795676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59" name="Címkocka">
            <a:extLst>
              <a:ext uri="{FF2B5EF4-FFF2-40B4-BE49-F238E27FC236}">
                <a16:creationId xmlns:a16="http://schemas.microsoft.com/office/drawing/2014/main" id="{32D1092B-8EB2-6045-5900-08A17EB6956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2795676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60" name="Címkocka">
            <a:extLst>
              <a:ext uri="{FF2B5EF4-FFF2-40B4-BE49-F238E27FC236}">
                <a16:creationId xmlns:a16="http://schemas.microsoft.com/office/drawing/2014/main" id="{CC80103B-2299-FF3E-7FD1-D21E09F4FA5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2795676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61" name="Címkocka">
            <a:extLst>
              <a:ext uri="{FF2B5EF4-FFF2-40B4-BE49-F238E27FC236}">
                <a16:creationId xmlns:a16="http://schemas.microsoft.com/office/drawing/2014/main" id="{AA785376-FFAF-EAC5-72C4-C72D0F673F4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2795676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62" name="Címkocka">
            <a:extLst>
              <a:ext uri="{FF2B5EF4-FFF2-40B4-BE49-F238E27FC236}">
                <a16:creationId xmlns:a16="http://schemas.microsoft.com/office/drawing/2014/main" id="{88FD590C-4211-FACD-97A6-98FFBEF51C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2795676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63" name="Címkocka">
            <a:extLst>
              <a:ext uri="{FF2B5EF4-FFF2-40B4-BE49-F238E27FC236}">
                <a16:creationId xmlns:a16="http://schemas.microsoft.com/office/drawing/2014/main" id="{67CE13DC-5F12-52BD-5B8A-AAD3CA025DB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2795676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64" name="Címkocka">
            <a:extLst>
              <a:ext uri="{FF2B5EF4-FFF2-40B4-BE49-F238E27FC236}">
                <a16:creationId xmlns:a16="http://schemas.microsoft.com/office/drawing/2014/main" id="{6E9269C3-7257-E8E9-47C2-AA803CB7C4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2795676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65" name="Téglalap 264">
            <a:extLst>
              <a:ext uri="{FF2B5EF4-FFF2-40B4-BE49-F238E27FC236}">
                <a16:creationId xmlns:a16="http://schemas.microsoft.com/office/drawing/2014/main" id="{067760B3-0A93-27FD-30AC-AD9EF816DD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2795676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66" name="Téglalap 265">
            <a:extLst>
              <a:ext uri="{FF2B5EF4-FFF2-40B4-BE49-F238E27FC236}">
                <a16:creationId xmlns:a16="http://schemas.microsoft.com/office/drawing/2014/main" id="{E7755CD9-09CE-50A1-D3B7-E513164D7EC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2795676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33" name="Téglalap 232">
            <a:extLst>
              <a:ext uri="{FF2B5EF4-FFF2-40B4-BE49-F238E27FC236}">
                <a16:creationId xmlns:a16="http://schemas.microsoft.com/office/drawing/2014/main" id="{F495715A-DB6F-E41F-7273-7059770FD60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3515676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34" name="Téglalap 233">
            <a:extLst>
              <a:ext uri="{FF2B5EF4-FFF2-40B4-BE49-F238E27FC236}">
                <a16:creationId xmlns:a16="http://schemas.microsoft.com/office/drawing/2014/main" id="{C0AB0C86-093A-CF90-FAE4-04A3D2922E2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3515676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35" name="Címkocka">
            <a:extLst>
              <a:ext uri="{FF2B5EF4-FFF2-40B4-BE49-F238E27FC236}">
                <a16:creationId xmlns:a16="http://schemas.microsoft.com/office/drawing/2014/main" id="{0C100CBA-D8CA-31A1-56D1-1D0F123FA14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3515676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36" name="Címkocka">
            <a:extLst>
              <a:ext uri="{FF2B5EF4-FFF2-40B4-BE49-F238E27FC236}">
                <a16:creationId xmlns:a16="http://schemas.microsoft.com/office/drawing/2014/main" id="{ABEAEE4D-D4E2-31A4-5732-99517AAD12F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3515676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37" name="Címkocka">
            <a:extLst>
              <a:ext uri="{FF2B5EF4-FFF2-40B4-BE49-F238E27FC236}">
                <a16:creationId xmlns:a16="http://schemas.microsoft.com/office/drawing/2014/main" id="{032FD60C-89C2-4D6E-D041-6B15E511759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3515676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388E3C">
                    <a:alpha val="50000"/>
                  </a:srgbClr>
                </a:solidFill>
                <a:latin typeface="Consolas" panose="020B0609020204030204" pitchFamily="49" charset="0"/>
              </a:rPr>
              <a:t>2</a:t>
            </a:r>
            <a:endParaRPr lang="hu-HU" sz="3600" b="1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38" name="Címkocka">
            <a:extLst>
              <a:ext uri="{FF2B5EF4-FFF2-40B4-BE49-F238E27FC236}">
                <a16:creationId xmlns:a16="http://schemas.microsoft.com/office/drawing/2014/main" id="{44EFD540-3836-2205-C297-5EB2C184054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3515676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388E3C">
                    <a:alpha val="50000"/>
                  </a:srgbClr>
                </a:solidFill>
                <a:latin typeface="Consolas" panose="020B0609020204030204" pitchFamily="49" charset="0"/>
              </a:rPr>
              <a:t>2</a:t>
            </a:r>
            <a:endParaRPr lang="hu-HU" sz="3600" b="1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39" name="Címkocka">
            <a:extLst>
              <a:ext uri="{FF2B5EF4-FFF2-40B4-BE49-F238E27FC236}">
                <a16:creationId xmlns:a16="http://schemas.microsoft.com/office/drawing/2014/main" id="{6A2030EF-2A90-AFC1-83FC-6F5B75E2A74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3515676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388E3C">
                    <a:alpha val="50000"/>
                  </a:srgbClr>
                </a:solidFill>
                <a:latin typeface="Consolas" panose="020B0609020204030204" pitchFamily="49" charset="0"/>
              </a:rPr>
              <a:t>2</a:t>
            </a:r>
            <a:endParaRPr lang="hu-HU" sz="3600" b="1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40" name="Címkocka">
            <a:extLst>
              <a:ext uri="{FF2B5EF4-FFF2-40B4-BE49-F238E27FC236}">
                <a16:creationId xmlns:a16="http://schemas.microsoft.com/office/drawing/2014/main" id="{B5B819C5-8212-F15D-27B4-F1CF75ABB0E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3515676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41" name="Címkocka">
            <a:extLst>
              <a:ext uri="{FF2B5EF4-FFF2-40B4-BE49-F238E27FC236}">
                <a16:creationId xmlns:a16="http://schemas.microsoft.com/office/drawing/2014/main" id="{D7582F1F-91F4-7F70-8A67-AEC5F850CDE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3515676"/>
            <a:ext cx="720000" cy="682944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42" name="Címkocka">
            <a:extLst>
              <a:ext uri="{FF2B5EF4-FFF2-40B4-BE49-F238E27FC236}">
                <a16:creationId xmlns:a16="http://schemas.microsoft.com/office/drawing/2014/main" id="{86B578A4-E85E-6498-E7E4-2B0CF8EF104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3515676"/>
            <a:ext cx="720000" cy="682944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43" name="Címkocka">
            <a:extLst>
              <a:ext uri="{FF2B5EF4-FFF2-40B4-BE49-F238E27FC236}">
                <a16:creationId xmlns:a16="http://schemas.microsoft.com/office/drawing/2014/main" id="{1B2D4DD8-16D8-0577-70BD-D43DEF68658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3515676"/>
            <a:ext cx="720000" cy="682944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44" name="Címkocka">
            <a:extLst>
              <a:ext uri="{FF2B5EF4-FFF2-40B4-BE49-F238E27FC236}">
                <a16:creationId xmlns:a16="http://schemas.microsoft.com/office/drawing/2014/main" id="{32C8C3AB-8179-0B3C-4D4E-3BBFEACFDAA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3515676"/>
            <a:ext cx="720000" cy="682944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45" name="Címkocka">
            <a:extLst>
              <a:ext uri="{FF2B5EF4-FFF2-40B4-BE49-F238E27FC236}">
                <a16:creationId xmlns:a16="http://schemas.microsoft.com/office/drawing/2014/main" id="{DC782E64-AC43-7F3A-1D96-98839D7F6B4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3515676"/>
            <a:ext cx="720000" cy="682944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46" name="Címkocka">
            <a:extLst>
              <a:ext uri="{FF2B5EF4-FFF2-40B4-BE49-F238E27FC236}">
                <a16:creationId xmlns:a16="http://schemas.microsoft.com/office/drawing/2014/main" id="{EEF1A53A-B08F-72C2-30E3-8AB53ACF085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3515676"/>
            <a:ext cx="720000" cy="682944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47" name="Címkocka">
            <a:extLst>
              <a:ext uri="{FF2B5EF4-FFF2-40B4-BE49-F238E27FC236}">
                <a16:creationId xmlns:a16="http://schemas.microsoft.com/office/drawing/2014/main" id="{B986EED7-3B00-16E1-4E70-0CD08194B25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3515676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48" name="Téglalap 247">
            <a:extLst>
              <a:ext uri="{FF2B5EF4-FFF2-40B4-BE49-F238E27FC236}">
                <a16:creationId xmlns:a16="http://schemas.microsoft.com/office/drawing/2014/main" id="{CDDBC616-29BB-40DD-3560-17BB786FF77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3515676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49" name="Téglalap 248">
            <a:extLst>
              <a:ext uri="{FF2B5EF4-FFF2-40B4-BE49-F238E27FC236}">
                <a16:creationId xmlns:a16="http://schemas.microsoft.com/office/drawing/2014/main" id="{C538AD66-1869-5AF5-1B1B-807BBB772E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3515676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14" name="Téglalap 213">
            <a:extLst>
              <a:ext uri="{FF2B5EF4-FFF2-40B4-BE49-F238E27FC236}">
                <a16:creationId xmlns:a16="http://schemas.microsoft.com/office/drawing/2014/main" id="{7F7706DA-3CBB-45CC-7B0D-D9B5B8BEC14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4235675"/>
            <a:ext cx="720000" cy="679675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15" name="Téglalap 214">
            <a:extLst>
              <a:ext uri="{FF2B5EF4-FFF2-40B4-BE49-F238E27FC236}">
                <a16:creationId xmlns:a16="http://schemas.microsoft.com/office/drawing/2014/main" id="{4667F122-7E6A-5D1F-636F-F6FD4BF0140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4235675"/>
            <a:ext cx="720000" cy="679675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16" name="Címkocka">
            <a:extLst>
              <a:ext uri="{FF2B5EF4-FFF2-40B4-BE49-F238E27FC236}">
                <a16:creationId xmlns:a16="http://schemas.microsoft.com/office/drawing/2014/main" id="{F1254AF8-B9B3-0057-E3B3-F439290C060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4235675"/>
            <a:ext cx="720000" cy="679675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17" name="Címkocka">
            <a:extLst>
              <a:ext uri="{FF2B5EF4-FFF2-40B4-BE49-F238E27FC236}">
                <a16:creationId xmlns:a16="http://schemas.microsoft.com/office/drawing/2014/main" id="{C41610EB-5437-4B5C-1FE1-64FB077DEA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4235675"/>
            <a:ext cx="720000" cy="679675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18" name="Címkocka">
            <a:extLst>
              <a:ext uri="{FF2B5EF4-FFF2-40B4-BE49-F238E27FC236}">
                <a16:creationId xmlns:a16="http://schemas.microsoft.com/office/drawing/2014/main" id="{4DCFAF99-01A2-720B-963C-80635E3B41B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4235675"/>
            <a:ext cx="720000" cy="679675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22" name="Címkocka">
            <a:extLst>
              <a:ext uri="{FF2B5EF4-FFF2-40B4-BE49-F238E27FC236}">
                <a16:creationId xmlns:a16="http://schemas.microsoft.com/office/drawing/2014/main" id="{6CD4AD9F-9014-7B2F-33D1-A283CBABFE1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4195351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23" name="Címkocka">
            <a:extLst>
              <a:ext uri="{FF2B5EF4-FFF2-40B4-BE49-F238E27FC236}">
                <a16:creationId xmlns:a16="http://schemas.microsoft.com/office/drawing/2014/main" id="{5EE7E716-D642-8275-2B3D-52A64CDADC9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4195351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24" name="Címkocka">
            <a:extLst>
              <a:ext uri="{FF2B5EF4-FFF2-40B4-BE49-F238E27FC236}">
                <a16:creationId xmlns:a16="http://schemas.microsoft.com/office/drawing/2014/main" id="{869A7D8A-0EF1-AAC1-2770-2135B2484F3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4195351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26" name="Címkocka">
            <a:extLst>
              <a:ext uri="{FF2B5EF4-FFF2-40B4-BE49-F238E27FC236}">
                <a16:creationId xmlns:a16="http://schemas.microsoft.com/office/drawing/2014/main" id="{15BEBB79-10AA-725B-F044-09595C59CE5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4195351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27" name="Címkocka">
            <a:extLst>
              <a:ext uri="{FF2B5EF4-FFF2-40B4-BE49-F238E27FC236}">
                <a16:creationId xmlns:a16="http://schemas.microsoft.com/office/drawing/2014/main" id="{99983778-72C6-F8F8-6601-52263020CBA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4195351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28" name="Címkocka">
            <a:extLst>
              <a:ext uri="{FF2B5EF4-FFF2-40B4-BE49-F238E27FC236}">
                <a16:creationId xmlns:a16="http://schemas.microsoft.com/office/drawing/2014/main" id="{BA2D764C-5CFB-610E-8F87-05327968EC4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4235675"/>
            <a:ext cx="720000" cy="679675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29" name="Téglalap 228">
            <a:extLst>
              <a:ext uri="{FF2B5EF4-FFF2-40B4-BE49-F238E27FC236}">
                <a16:creationId xmlns:a16="http://schemas.microsoft.com/office/drawing/2014/main" id="{BF39DFDF-EF6C-CECB-15C2-38EC47F9028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4235675"/>
            <a:ext cx="720000" cy="679675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30" name="Téglalap 229">
            <a:extLst>
              <a:ext uri="{FF2B5EF4-FFF2-40B4-BE49-F238E27FC236}">
                <a16:creationId xmlns:a16="http://schemas.microsoft.com/office/drawing/2014/main" id="{013BE233-2021-4118-B4AE-BEA422C4A99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4235675"/>
            <a:ext cx="720000" cy="679675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97" name="Téglalap 196">
            <a:extLst>
              <a:ext uri="{FF2B5EF4-FFF2-40B4-BE49-F238E27FC236}">
                <a16:creationId xmlns:a16="http://schemas.microsoft.com/office/drawing/2014/main" id="{B5E6CF77-4B58-2B63-B83B-620453B2851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4915351"/>
            <a:ext cx="720000" cy="679675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98" name="Téglalap 197">
            <a:extLst>
              <a:ext uri="{FF2B5EF4-FFF2-40B4-BE49-F238E27FC236}">
                <a16:creationId xmlns:a16="http://schemas.microsoft.com/office/drawing/2014/main" id="{1B069DF6-0A72-D820-A15E-942907E1066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4915351"/>
            <a:ext cx="720000" cy="679675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99" name="Címkocka">
            <a:extLst>
              <a:ext uri="{FF2B5EF4-FFF2-40B4-BE49-F238E27FC236}">
                <a16:creationId xmlns:a16="http://schemas.microsoft.com/office/drawing/2014/main" id="{C9E2781E-4471-87EF-8590-9CF9C8E9CEF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4915351"/>
            <a:ext cx="720000" cy="679675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00" name="Címkocka">
            <a:extLst>
              <a:ext uri="{FF2B5EF4-FFF2-40B4-BE49-F238E27FC236}">
                <a16:creationId xmlns:a16="http://schemas.microsoft.com/office/drawing/2014/main" id="{5F3C2905-DE94-35E9-BA65-046AD7CEC4B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4915351"/>
            <a:ext cx="720000" cy="679675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01" name="Címkocka">
            <a:extLst>
              <a:ext uri="{FF2B5EF4-FFF2-40B4-BE49-F238E27FC236}">
                <a16:creationId xmlns:a16="http://schemas.microsoft.com/office/drawing/2014/main" id="{86453CFD-60C2-0645-247A-3DD34B4DA8E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4915351"/>
            <a:ext cx="720000" cy="679675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03" name="Címkocka">
            <a:extLst>
              <a:ext uri="{FF2B5EF4-FFF2-40B4-BE49-F238E27FC236}">
                <a16:creationId xmlns:a16="http://schemas.microsoft.com/office/drawing/2014/main" id="{068515B9-B8C1-B389-54DE-D7396A2E4D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4915351"/>
            <a:ext cx="720000" cy="654869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388E3C">
                    <a:alpha val="50000"/>
                  </a:srgbClr>
                </a:solidFill>
                <a:latin typeface="Consolas" panose="020B0609020204030204" pitchFamily="49" charset="0"/>
              </a:rPr>
              <a:t>2</a:t>
            </a:r>
            <a:endParaRPr lang="hu-HU" sz="3600" b="1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04" name="Címkocka">
            <a:extLst>
              <a:ext uri="{FF2B5EF4-FFF2-40B4-BE49-F238E27FC236}">
                <a16:creationId xmlns:a16="http://schemas.microsoft.com/office/drawing/2014/main" id="{AA13572E-100F-03E3-C625-1671A4F4162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4915351"/>
            <a:ext cx="720000" cy="654869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05" name="Címkocka">
            <a:extLst>
              <a:ext uri="{FF2B5EF4-FFF2-40B4-BE49-F238E27FC236}">
                <a16:creationId xmlns:a16="http://schemas.microsoft.com/office/drawing/2014/main" id="{7558DC4B-57E4-7223-C92D-78FA0E45E90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4915351"/>
            <a:ext cx="720000" cy="654869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06" name="Címkocka">
            <a:extLst>
              <a:ext uri="{FF2B5EF4-FFF2-40B4-BE49-F238E27FC236}">
                <a16:creationId xmlns:a16="http://schemas.microsoft.com/office/drawing/2014/main" id="{08D596D7-6839-30B6-7BED-DE47504AE89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4915351"/>
            <a:ext cx="720000" cy="654869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07" name="Címkocka">
            <a:extLst>
              <a:ext uri="{FF2B5EF4-FFF2-40B4-BE49-F238E27FC236}">
                <a16:creationId xmlns:a16="http://schemas.microsoft.com/office/drawing/2014/main" id="{56DA457F-A813-4692-6499-E22CE608DB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4915351"/>
            <a:ext cx="720000" cy="654869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08" name="Címkocka">
            <a:extLst>
              <a:ext uri="{FF2B5EF4-FFF2-40B4-BE49-F238E27FC236}">
                <a16:creationId xmlns:a16="http://schemas.microsoft.com/office/drawing/2014/main" id="{64971F48-1F14-E0B2-AE15-4F8B56E42D8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4915351"/>
            <a:ext cx="720000" cy="654869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09" name="Címkocka">
            <a:extLst>
              <a:ext uri="{FF2B5EF4-FFF2-40B4-BE49-F238E27FC236}">
                <a16:creationId xmlns:a16="http://schemas.microsoft.com/office/drawing/2014/main" id="{F8373407-00A0-0C57-091F-72DFB65BF37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4915351"/>
            <a:ext cx="720000" cy="654869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10" name="Címkocka">
            <a:extLst>
              <a:ext uri="{FF2B5EF4-FFF2-40B4-BE49-F238E27FC236}">
                <a16:creationId xmlns:a16="http://schemas.microsoft.com/office/drawing/2014/main" id="{878DEA1C-2993-26F0-C02F-72E9125D166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4915351"/>
            <a:ext cx="720000" cy="654869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11" name="Címkocka">
            <a:extLst>
              <a:ext uri="{FF2B5EF4-FFF2-40B4-BE49-F238E27FC236}">
                <a16:creationId xmlns:a16="http://schemas.microsoft.com/office/drawing/2014/main" id="{3991A0C2-29A3-2A89-F5E2-B4411BF846A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4915351"/>
            <a:ext cx="720000" cy="679675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12" name="Téglalap 211">
            <a:extLst>
              <a:ext uri="{FF2B5EF4-FFF2-40B4-BE49-F238E27FC236}">
                <a16:creationId xmlns:a16="http://schemas.microsoft.com/office/drawing/2014/main" id="{1F37096A-A3D0-7B60-2DB3-37B65790387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4915351"/>
            <a:ext cx="720000" cy="679675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13" name="Téglalap 212">
            <a:extLst>
              <a:ext uri="{FF2B5EF4-FFF2-40B4-BE49-F238E27FC236}">
                <a16:creationId xmlns:a16="http://schemas.microsoft.com/office/drawing/2014/main" id="{84A4886B-8551-B02D-3C3E-4CDF0622D04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4915351"/>
            <a:ext cx="720000" cy="679675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25" name="Téglalap 324">
            <a:extLst>
              <a:ext uri="{FF2B5EF4-FFF2-40B4-BE49-F238E27FC236}">
                <a16:creationId xmlns:a16="http://schemas.microsoft.com/office/drawing/2014/main" id="{40E93F5A-BA4B-B15E-05E9-B083D976BAD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5595026"/>
            <a:ext cx="720000" cy="688928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26" name="Téglalap 325">
            <a:extLst>
              <a:ext uri="{FF2B5EF4-FFF2-40B4-BE49-F238E27FC236}">
                <a16:creationId xmlns:a16="http://schemas.microsoft.com/office/drawing/2014/main" id="{A3E50D1F-6E1E-36B7-C5DB-CE87F177AC3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5595026"/>
            <a:ext cx="720000" cy="688928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27" name="Téglalap 326">
            <a:extLst>
              <a:ext uri="{FF2B5EF4-FFF2-40B4-BE49-F238E27FC236}">
                <a16:creationId xmlns:a16="http://schemas.microsoft.com/office/drawing/2014/main" id="{A4509F0F-1EF2-6FE2-2ED6-BF7DBEA8C17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5595026"/>
            <a:ext cx="720000" cy="688928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28" name="Téglalap 327">
            <a:extLst>
              <a:ext uri="{FF2B5EF4-FFF2-40B4-BE49-F238E27FC236}">
                <a16:creationId xmlns:a16="http://schemas.microsoft.com/office/drawing/2014/main" id="{86F1EE07-50AC-508F-97E1-A0FB0B22785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5595026"/>
            <a:ext cx="720000" cy="688928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29" name="Téglalap 328">
            <a:extLst>
              <a:ext uri="{FF2B5EF4-FFF2-40B4-BE49-F238E27FC236}">
                <a16:creationId xmlns:a16="http://schemas.microsoft.com/office/drawing/2014/main" id="{467D399F-D1CA-7688-68E5-A128CB707D2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5595026"/>
            <a:ext cx="720000" cy="688928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31" name="Téglalap 330">
            <a:extLst>
              <a:ext uri="{FF2B5EF4-FFF2-40B4-BE49-F238E27FC236}">
                <a16:creationId xmlns:a16="http://schemas.microsoft.com/office/drawing/2014/main" id="{591DEC5C-65E1-1BF0-0454-507D5F60994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5563954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332" name="Téglalap 331">
            <a:extLst>
              <a:ext uri="{FF2B5EF4-FFF2-40B4-BE49-F238E27FC236}">
                <a16:creationId xmlns:a16="http://schemas.microsoft.com/office/drawing/2014/main" id="{E2C11109-D1B2-2D65-94AC-2FBE81B8296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5563954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33" name="Téglalap 332">
            <a:extLst>
              <a:ext uri="{FF2B5EF4-FFF2-40B4-BE49-F238E27FC236}">
                <a16:creationId xmlns:a16="http://schemas.microsoft.com/office/drawing/2014/main" id="{8344C39D-6D6B-B6C5-8537-7905F02508B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5563954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34" name="Téglalap 333">
            <a:extLst>
              <a:ext uri="{FF2B5EF4-FFF2-40B4-BE49-F238E27FC236}">
                <a16:creationId xmlns:a16="http://schemas.microsoft.com/office/drawing/2014/main" id="{FBDFA89E-113C-01CE-915B-AB84A58C1C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5563954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35" name="Téglalap 334">
            <a:extLst>
              <a:ext uri="{FF2B5EF4-FFF2-40B4-BE49-F238E27FC236}">
                <a16:creationId xmlns:a16="http://schemas.microsoft.com/office/drawing/2014/main" id="{0AF11563-DC02-B16A-F4D0-DBF797B494B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5563954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36" name="Téglalap 335">
            <a:extLst>
              <a:ext uri="{FF2B5EF4-FFF2-40B4-BE49-F238E27FC236}">
                <a16:creationId xmlns:a16="http://schemas.microsoft.com/office/drawing/2014/main" id="{E8CFB4D7-CEA3-0567-9E2D-062759C171A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5563954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37" name="Téglalap 336">
            <a:extLst>
              <a:ext uri="{FF2B5EF4-FFF2-40B4-BE49-F238E27FC236}">
                <a16:creationId xmlns:a16="http://schemas.microsoft.com/office/drawing/2014/main" id="{43B5E955-FA54-D18E-0F6A-45C24A02A62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5563954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38" name="Téglalap 337">
            <a:extLst>
              <a:ext uri="{FF2B5EF4-FFF2-40B4-BE49-F238E27FC236}">
                <a16:creationId xmlns:a16="http://schemas.microsoft.com/office/drawing/2014/main" id="{E1B8B510-BAC1-21E6-A454-B32D31B7DAA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5563954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39" name="Téglalap 338">
            <a:extLst>
              <a:ext uri="{FF2B5EF4-FFF2-40B4-BE49-F238E27FC236}">
                <a16:creationId xmlns:a16="http://schemas.microsoft.com/office/drawing/2014/main" id="{89DB2409-AA33-A24D-CACD-9972074B16A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5582920"/>
            <a:ext cx="720000" cy="701034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340" name="Téglalap 339">
            <a:extLst>
              <a:ext uri="{FF2B5EF4-FFF2-40B4-BE49-F238E27FC236}">
                <a16:creationId xmlns:a16="http://schemas.microsoft.com/office/drawing/2014/main" id="{7142773E-F200-2F86-3F1C-7B0164667B6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5582920"/>
            <a:ext cx="720000" cy="701034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341" name="Téglalap 340">
            <a:extLst>
              <a:ext uri="{FF2B5EF4-FFF2-40B4-BE49-F238E27FC236}">
                <a16:creationId xmlns:a16="http://schemas.microsoft.com/office/drawing/2014/main" id="{AABD169B-EAEC-D63A-081B-58CEA778A18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5582920"/>
            <a:ext cx="720000" cy="701034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308" name="Téglalap 307">
            <a:extLst>
              <a:ext uri="{FF2B5EF4-FFF2-40B4-BE49-F238E27FC236}">
                <a16:creationId xmlns:a16="http://schemas.microsoft.com/office/drawing/2014/main" id="{08F3B414-5B9D-1014-9712-0E8CD9DAB86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6283954"/>
            <a:ext cx="720000" cy="720000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09" name="Téglalap 308">
            <a:extLst>
              <a:ext uri="{FF2B5EF4-FFF2-40B4-BE49-F238E27FC236}">
                <a16:creationId xmlns:a16="http://schemas.microsoft.com/office/drawing/2014/main" id="{204505D7-9AB4-F1E4-7928-F082D8084ED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6283954"/>
            <a:ext cx="720000" cy="720000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10" name="Téglalap 309">
            <a:extLst>
              <a:ext uri="{FF2B5EF4-FFF2-40B4-BE49-F238E27FC236}">
                <a16:creationId xmlns:a16="http://schemas.microsoft.com/office/drawing/2014/main" id="{94FBCAC7-F253-B59B-E6D9-F836A5FD280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6283954"/>
            <a:ext cx="720000" cy="720000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11" name="Téglalap 310">
            <a:extLst>
              <a:ext uri="{FF2B5EF4-FFF2-40B4-BE49-F238E27FC236}">
                <a16:creationId xmlns:a16="http://schemas.microsoft.com/office/drawing/2014/main" id="{7869412D-870F-4AE1-28D7-911758F574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6283954"/>
            <a:ext cx="720000" cy="720000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12" name="Téglalap 311">
            <a:extLst>
              <a:ext uri="{FF2B5EF4-FFF2-40B4-BE49-F238E27FC236}">
                <a16:creationId xmlns:a16="http://schemas.microsoft.com/office/drawing/2014/main" id="{52A539D2-5CBE-709D-FB2E-B4DF4B1C43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6283954"/>
            <a:ext cx="720000" cy="720000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14" name="Téglalap 313">
            <a:extLst>
              <a:ext uri="{FF2B5EF4-FFF2-40B4-BE49-F238E27FC236}">
                <a16:creationId xmlns:a16="http://schemas.microsoft.com/office/drawing/2014/main" id="{D516D02F-F666-1CDA-5557-5181390A971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6283954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315" name="Téglalap 314">
            <a:extLst>
              <a:ext uri="{FF2B5EF4-FFF2-40B4-BE49-F238E27FC236}">
                <a16:creationId xmlns:a16="http://schemas.microsoft.com/office/drawing/2014/main" id="{3EFD3FD6-2889-2760-CB6A-9BAC6AA1B2B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6283954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16" name="Téglalap 315">
            <a:extLst>
              <a:ext uri="{FF2B5EF4-FFF2-40B4-BE49-F238E27FC236}">
                <a16:creationId xmlns:a16="http://schemas.microsoft.com/office/drawing/2014/main" id="{37AB266B-88C3-8AA9-B691-67C009A660D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6283954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17" name="Téglalap 316">
            <a:extLst>
              <a:ext uri="{FF2B5EF4-FFF2-40B4-BE49-F238E27FC236}">
                <a16:creationId xmlns:a16="http://schemas.microsoft.com/office/drawing/2014/main" id="{F0D8B84D-170C-B072-8962-24F70B08EB8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6283954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18" name="Téglalap 317">
            <a:extLst>
              <a:ext uri="{FF2B5EF4-FFF2-40B4-BE49-F238E27FC236}">
                <a16:creationId xmlns:a16="http://schemas.microsoft.com/office/drawing/2014/main" id="{D7AB7E35-468C-3093-271C-380BCB86E33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6283954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19" name="Téglalap 318">
            <a:extLst>
              <a:ext uri="{FF2B5EF4-FFF2-40B4-BE49-F238E27FC236}">
                <a16:creationId xmlns:a16="http://schemas.microsoft.com/office/drawing/2014/main" id="{A81AC7CB-1516-D836-0433-AEC2F9F50D8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6283954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20" name="Téglalap 319">
            <a:extLst>
              <a:ext uri="{FF2B5EF4-FFF2-40B4-BE49-F238E27FC236}">
                <a16:creationId xmlns:a16="http://schemas.microsoft.com/office/drawing/2014/main" id="{457A899F-FBE6-9883-D12E-8BDC4BDAD5D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6283954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21" name="Téglalap 320">
            <a:extLst>
              <a:ext uri="{FF2B5EF4-FFF2-40B4-BE49-F238E27FC236}">
                <a16:creationId xmlns:a16="http://schemas.microsoft.com/office/drawing/2014/main" id="{1D324A61-4D50-FC5C-8FE9-3D66175CD97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6283954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22" name="Téglalap 321">
            <a:extLst>
              <a:ext uri="{FF2B5EF4-FFF2-40B4-BE49-F238E27FC236}">
                <a16:creationId xmlns:a16="http://schemas.microsoft.com/office/drawing/2014/main" id="{396FFD2A-A178-3D12-C0E1-AF4BC98715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6283954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23" name="Téglalap 322">
            <a:extLst>
              <a:ext uri="{FF2B5EF4-FFF2-40B4-BE49-F238E27FC236}">
                <a16:creationId xmlns:a16="http://schemas.microsoft.com/office/drawing/2014/main" id="{F8D1F572-A653-A29C-6573-86DC033013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6283954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24" name="Téglalap 323">
            <a:extLst>
              <a:ext uri="{FF2B5EF4-FFF2-40B4-BE49-F238E27FC236}">
                <a16:creationId xmlns:a16="http://schemas.microsoft.com/office/drawing/2014/main" id="{9FF90766-F77B-3194-B883-95A34665A2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6283954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19" name="Téglalap 118">
            <a:extLst>
              <a:ext uri="{FF2B5EF4-FFF2-40B4-BE49-F238E27FC236}">
                <a16:creationId xmlns:a16="http://schemas.microsoft.com/office/drawing/2014/main" id="{2F26EC1E-8329-B7B9-6E7C-70B01C37FC6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-3674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20" name="Téglalap 119">
            <a:extLst>
              <a:ext uri="{FF2B5EF4-FFF2-40B4-BE49-F238E27FC236}">
                <a16:creationId xmlns:a16="http://schemas.microsoft.com/office/drawing/2014/main" id="{CD64537E-56D4-8A9E-DB46-9C7BEFA7888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-3674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38" name="Téglalap 137">
            <a:extLst>
              <a:ext uri="{FF2B5EF4-FFF2-40B4-BE49-F238E27FC236}">
                <a16:creationId xmlns:a16="http://schemas.microsoft.com/office/drawing/2014/main" id="{F9821F72-5E9A-EC89-276B-DA03609B90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716326"/>
            <a:ext cx="720000" cy="678224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39" name="Téglalap 138">
            <a:extLst>
              <a:ext uri="{FF2B5EF4-FFF2-40B4-BE49-F238E27FC236}">
                <a16:creationId xmlns:a16="http://schemas.microsoft.com/office/drawing/2014/main" id="{AE8080A6-A49D-A021-059C-D3CF2DC97A9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716326"/>
            <a:ext cx="720000" cy="678224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40" name="Téglalap 139">
            <a:extLst>
              <a:ext uri="{FF2B5EF4-FFF2-40B4-BE49-F238E27FC236}">
                <a16:creationId xmlns:a16="http://schemas.microsoft.com/office/drawing/2014/main" id="{397B509A-CB32-17E5-BE49-CF20A5B246C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716326"/>
            <a:ext cx="720000" cy="678224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41" name="Téglalap 140">
            <a:extLst>
              <a:ext uri="{FF2B5EF4-FFF2-40B4-BE49-F238E27FC236}">
                <a16:creationId xmlns:a16="http://schemas.microsoft.com/office/drawing/2014/main" id="{8BED6A61-2048-020D-7771-615BA870651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716326"/>
            <a:ext cx="720000" cy="678224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4000" b="1" dirty="0">
                <a:solidFill>
                  <a:srgbClr val="388E3C">
                    <a:alpha val="50000"/>
                  </a:srgbClr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150" name="Téglalap 149">
            <a:extLst>
              <a:ext uri="{FF2B5EF4-FFF2-40B4-BE49-F238E27FC236}">
                <a16:creationId xmlns:a16="http://schemas.microsoft.com/office/drawing/2014/main" id="{EE7FC192-31E8-8606-F5A7-8CFBBA9A3B8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716326"/>
            <a:ext cx="720000" cy="678224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21" name="Téglalap 120">
            <a:extLst>
              <a:ext uri="{FF2B5EF4-FFF2-40B4-BE49-F238E27FC236}">
                <a16:creationId xmlns:a16="http://schemas.microsoft.com/office/drawing/2014/main" id="{5E4DDF1B-DE89-E1DE-128D-811DA3156A3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-3674"/>
            <a:ext cx="720000" cy="720000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22" name="Téglalap 121">
            <a:extLst>
              <a:ext uri="{FF2B5EF4-FFF2-40B4-BE49-F238E27FC236}">
                <a16:creationId xmlns:a16="http://schemas.microsoft.com/office/drawing/2014/main" id="{5E1A85D2-1C77-27C7-F781-719039A16FF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-3674"/>
            <a:ext cx="720000" cy="720000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23" name="Téglalap 122">
            <a:extLst>
              <a:ext uri="{FF2B5EF4-FFF2-40B4-BE49-F238E27FC236}">
                <a16:creationId xmlns:a16="http://schemas.microsoft.com/office/drawing/2014/main" id="{982BFFC1-449C-56FE-F964-89C8CB26CD6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-3674"/>
            <a:ext cx="720000" cy="720000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24" name="Téglalap 123">
            <a:extLst>
              <a:ext uri="{FF2B5EF4-FFF2-40B4-BE49-F238E27FC236}">
                <a16:creationId xmlns:a16="http://schemas.microsoft.com/office/drawing/2014/main" id="{7FED452B-84AA-30E8-FEFF-9573A310B7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-3674"/>
            <a:ext cx="720000" cy="720000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25" name="Téglalap 124">
            <a:extLst>
              <a:ext uri="{FF2B5EF4-FFF2-40B4-BE49-F238E27FC236}">
                <a16:creationId xmlns:a16="http://schemas.microsoft.com/office/drawing/2014/main" id="{8ACB84A0-EF66-EB2B-29C5-3241B78D84F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-3674"/>
            <a:ext cx="720000" cy="720000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26" name="Téglalap 125">
            <a:extLst>
              <a:ext uri="{FF2B5EF4-FFF2-40B4-BE49-F238E27FC236}">
                <a16:creationId xmlns:a16="http://schemas.microsoft.com/office/drawing/2014/main" id="{53EE0777-8F7D-6F9D-501A-854D4787DD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-3674"/>
            <a:ext cx="720000" cy="720000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27" name="Téglalap 126">
            <a:extLst>
              <a:ext uri="{FF2B5EF4-FFF2-40B4-BE49-F238E27FC236}">
                <a16:creationId xmlns:a16="http://schemas.microsoft.com/office/drawing/2014/main" id="{94D79A17-0415-359A-582A-6BFF104A037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-3674"/>
            <a:ext cx="720000" cy="720000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28" name="Téglalap 127">
            <a:extLst>
              <a:ext uri="{FF2B5EF4-FFF2-40B4-BE49-F238E27FC236}">
                <a16:creationId xmlns:a16="http://schemas.microsoft.com/office/drawing/2014/main" id="{00E417AD-3233-8B22-D236-EF48470782B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-3674"/>
            <a:ext cx="720000" cy="720000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29" name="Téglalap 128">
            <a:extLst>
              <a:ext uri="{FF2B5EF4-FFF2-40B4-BE49-F238E27FC236}">
                <a16:creationId xmlns:a16="http://schemas.microsoft.com/office/drawing/2014/main" id="{503F60D6-AD61-65B5-4D3C-1CE5C85EBD9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-3674"/>
            <a:ext cx="720000" cy="720000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30" name="Téglalap 129">
            <a:extLst>
              <a:ext uri="{FF2B5EF4-FFF2-40B4-BE49-F238E27FC236}">
                <a16:creationId xmlns:a16="http://schemas.microsoft.com/office/drawing/2014/main" id="{64862182-AD7F-379F-3D60-D55E37F0EAE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-3674"/>
            <a:ext cx="720000" cy="720000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31" name="Téglalap 130">
            <a:extLst>
              <a:ext uri="{FF2B5EF4-FFF2-40B4-BE49-F238E27FC236}">
                <a16:creationId xmlns:a16="http://schemas.microsoft.com/office/drawing/2014/main" id="{E75569A1-3EDA-CBC1-D45B-E4715EADA90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-3674"/>
            <a:ext cx="720000" cy="720000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42" name="Téglalap 141">
            <a:extLst>
              <a:ext uri="{FF2B5EF4-FFF2-40B4-BE49-F238E27FC236}">
                <a16:creationId xmlns:a16="http://schemas.microsoft.com/office/drawing/2014/main" id="{086F4282-80C5-827E-CD0E-B9BFD5CA180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716326"/>
            <a:ext cx="720000" cy="678224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43" name="Téglalap 142">
            <a:extLst>
              <a:ext uri="{FF2B5EF4-FFF2-40B4-BE49-F238E27FC236}">
                <a16:creationId xmlns:a16="http://schemas.microsoft.com/office/drawing/2014/main" id="{39B0A029-684B-D8E1-18D4-6C815FD994A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716326"/>
            <a:ext cx="720000" cy="678224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44" name="Téglalap 143">
            <a:extLst>
              <a:ext uri="{FF2B5EF4-FFF2-40B4-BE49-F238E27FC236}">
                <a16:creationId xmlns:a16="http://schemas.microsoft.com/office/drawing/2014/main" id="{02B59CC9-40E1-CA3E-33E0-1427E512E19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716326"/>
            <a:ext cx="720000" cy="678224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45" name="Téglalap 144">
            <a:extLst>
              <a:ext uri="{FF2B5EF4-FFF2-40B4-BE49-F238E27FC236}">
                <a16:creationId xmlns:a16="http://schemas.microsoft.com/office/drawing/2014/main" id="{1DA6AF40-C2A9-5580-BE15-873BD9CD039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716326"/>
            <a:ext cx="720000" cy="678224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46" name="Téglalap 145">
            <a:extLst>
              <a:ext uri="{FF2B5EF4-FFF2-40B4-BE49-F238E27FC236}">
                <a16:creationId xmlns:a16="http://schemas.microsoft.com/office/drawing/2014/main" id="{E35E2DD7-5D6C-C78E-FCAF-19C5BE0A0A5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716326"/>
            <a:ext cx="720000" cy="678224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47" name="Téglalap 146">
            <a:extLst>
              <a:ext uri="{FF2B5EF4-FFF2-40B4-BE49-F238E27FC236}">
                <a16:creationId xmlns:a16="http://schemas.microsoft.com/office/drawing/2014/main" id="{6425A4F2-9115-84C1-3017-62ACE07F765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716326"/>
            <a:ext cx="720000" cy="678224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48" name="Téglalap 147">
            <a:extLst>
              <a:ext uri="{FF2B5EF4-FFF2-40B4-BE49-F238E27FC236}">
                <a16:creationId xmlns:a16="http://schemas.microsoft.com/office/drawing/2014/main" id="{3150E20E-F133-C1F7-95D7-DB2E9E5B21C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716326"/>
            <a:ext cx="720000" cy="678224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49" name="Téglalap 148">
            <a:extLst>
              <a:ext uri="{FF2B5EF4-FFF2-40B4-BE49-F238E27FC236}">
                <a16:creationId xmlns:a16="http://schemas.microsoft.com/office/drawing/2014/main" id="{EC3B3ACE-E410-410F-ADA2-FD7265FA3FC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716326"/>
            <a:ext cx="720000" cy="678224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19" name="Címkocka">
            <a:extLst>
              <a:ext uri="{FF2B5EF4-FFF2-40B4-BE49-F238E27FC236}">
                <a16:creationId xmlns:a16="http://schemas.microsoft.com/office/drawing/2014/main" id="{69A1311F-9FAB-5848-6E59-4D51645ACED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4235675"/>
            <a:ext cx="720000" cy="679675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20" name="Címkocka">
            <a:extLst>
              <a:ext uri="{FF2B5EF4-FFF2-40B4-BE49-F238E27FC236}">
                <a16:creationId xmlns:a16="http://schemas.microsoft.com/office/drawing/2014/main" id="{3E2AF28A-2AB0-B611-F96B-0772F141703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4235675"/>
            <a:ext cx="720000" cy="679675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21" name="Címkocka">
            <a:extLst>
              <a:ext uri="{FF2B5EF4-FFF2-40B4-BE49-F238E27FC236}">
                <a16:creationId xmlns:a16="http://schemas.microsoft.com/office/drawing/2014/main" id="{33268057-5593-AF0D-19D8-327E1E110D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4235675"/>
            <a:ext cx="720000" cy="679675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25" name="Címkocka">
            <a:extLst>
              <a:ext uri="{FF2B5EF4-FFF2-40B4-BE49-F238E27FC236}">
                <a16:creationId xmlns:a16="http://schemas.microsoft.com/office/drawing/2014/main" id="{30034DC6-4192-A4AF-6330-F0FA8FB758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4195351"/>
            <a:ext cx="720000" cy="720000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02" name="Címkocka">
            <a:extLst>
              <a:ext uri="{FF2B5EF4-FFF2-40B4-BE49-F238E27FC236}">
                <a16:creationId xmlns:a16="http://schemas.microsoft.com/office/drawing/2014/main" id="{1FD3BF26-8F64-2EFB-2EA6-DD75C858215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4915351"/>
            <a:ext cx="720000" cy="679675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30" name="Téglalap 329">
            <a:extLst>
              <a:ext uri="{FF2B5EF4-FFF2-40B4-BE49-F238E27FC236}">
                <a16:creationId xmlns:a16="http://schemas.microsoft.com/office/drawing/2014/main" id="{48890A5F-13FF-FE83-DB37-86AA8792137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5595026"/>
            <a:ext cx="720000" cy="688928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13" name="Téglalap 312">
            <a:extLst>
              <a:ext uri="{FF2B5EF4-FFF2-40B4-BE49-F238E27FC236}">
                <a16:creationId xmlns:a16="http://schemas.microsoft.com/office/drawing/2014/main" id="{A4434625-9F94-A428-93ED-C26BF80DC6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6283954"/>
            <a:ext cx="720000" cy="720000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grpSp>
        <p:nvGrpSpPr>
          <p:cNvPr id="2" name="Csoportba foglalás 1">
            <a:extLst>
              <a:ext uri="{FF2B5EF4-FFF2-40B4-BE49-F238E27FC236}">
                <a16:creationId xmlns:a16="http://schemas.microsoft.com/office/drawing/2014/main" id="{DC57FC3E-21EB-4BCA-8337-DA45CDCFD4DC}"/>
              </a:ext>
            </a:extLst>
          </p:cNvPr>
          <p:cNvGrpSpPr/>
          <p:nvPr/>
        </p:nvGrpSpPr>
        <p:grpSpPr>
          <a:xfrm>
            <a:off x="-24027" y="-70779"/>
            <a:ext cx="12268027" cy="7195479"/>
            <a:chOff x="-24027" y="-70779"/>
            <a:chExt cx="12268027" cy="7195479"/>
          </a:xfrm>
        </p:grpSpPr>
        <p:cxnSp>
          <p:nvCxnSpPr>
            <p:cNvPr id="191" name="Egyenes összekötő 190">
              <a:extLst>
                <a:ext uri="{FF2B5EF4-FFF2-40B4-BE49-F238E27FC236}">
                  <a16:creationId xmlns:a16="http://schemas.microsoft.com/office/drawing/2014/main" id="{74E53E57-08F0-44A3-9015-59F6D81B17DB}"/>
                </a:ext>
              </a:extLst>
            </p:cNvPr>
            <p:cNvCxnSpPr/>
            <p:nvPr/>
          </p:nvCxnSpPr>
          <p:spPr>
            <a:xfrm>
              <a:off x="0" y="735376"/>
              <a:ext cx="720000" cy="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Egyenes összekötő 191">
              <a:extLst>
                <a:ext uri="{FF2B5EF4-FFF2-40B4-BE49-F238E27FC236}">
                  <a16:creationId xmlns:a16="http://schemas.microsoft.com/office/drawing/2014/main" id="{8536C518-3869-48FA-9DF8-E425D6739FE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9241" y="-51303"/>
              <a:ext cx="1" cy="806155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gyenes összekötő 192">
              <a:extLst>
                <a:ext uri="{FF2B5EF4-FFF2-40B4-BE49-F238E27FC236}">
                  <a16:creationId xmlns:a16="http://schemas.microsoft.com/office/drawing/2014/main" id="{A2A96741-3AD5-4CF5-8D84-CF78FD7EBEF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71377" y="-70779"/>
              <a:ext cx="1" cy="806155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gyenes összekötő 193">
              <a:extLst>
                <a:ext uri="{FF2B5EF4-FFF2-40B4-BE49-F238E27FC236}">
                  <a16:creationId xmlns:a16="http://schemas.microsoft.com/office/drawing/2014/main" id="{F0CF2964-CEE3-43A8-996A-42B91C19B979}"/>
                </a:ext>
              </a:extLst>
            </p:cNvPr>
            <p:cNvCxnSpPr>
              <a:cxnSpLocks/>
            </p:cNvCxnSpPr>
            <p:nvPr/>
          </p:nvCxnSpPr>
          <p:spPr>
            <a:xfrm>
              <a:off x="2853193" y="735376"/>
              <a:ext cx="1468807" cy="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gyenes összekötő 194">
              <a:extLst>
                <a:ext uri="{FF2B5EF4-FFF2-40B4-BE49-F238E27FC236}">
                  <a16:creationId xmlns:a16="http://schemas.microsoft.com/office/drawing/2014/main" id="{E8649B8E-FB38-4132-AA6E-D6961B846030}"/>
                </a:ext>
              </a:extLst>
            </p:cNvPr>
            <p:cNvCxnSpPr>
              <a:cxnSpLocks/>
            </p:cNvCxnSpPr>
            <p:nvPr/>
          </p:nvCxnSpPr>
          <p:spPr>
            <a:xfrm>
              <a:off x="4302755" y="735376"/>
              <a:ext cx="1" cy="70095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Egyenes összekötő 195">
              <a:extLst>
                <a:ext uri="{FF2B5EF4-FFF2-40B4-BE49-F238E27FC236}">
                  <a16:creationId xmlns:a16="http://schemas.microsoft.com/office/drawing/2014/main" id="{539B69CF-5CE4-4B9B-A891-F9C443FEE01F}"/>
                </a:ext>
              </a:extLst>
            </p:cNvPr>
            <p:cNvCxnSpPr>
              <a:cxnSpLocks/>
            </p:cNvCxnSpPr>
            <p:nvPr/>
          </p:nvCxnSpPr>
          <p:spPr>
            <a:xfrm>
              <a:off x="4293193" y="1440182"/>
              <a:ext cx="5790807" cy="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Egyenes összekötő 230">
              <a:extLst>
                <a:ext uri="{FF2B5EF4-FFF2-40B4-BE49-F238E27FC236}">
                  <a16:creationId xmlns:a16="http://schemas.microsoft.com/office/drawing/2014/main" id="{4FB2629D-1780-45AD-8CEF-A0777F7F8D62}"/>
                </a:ext>
              </a:extLst>
            </p:cNvPr>
            <p:cNvCxnSpPr>
              <a:cxnSpLocks/>
            </p:cNvCxnSpPr>
            <p:nvPr/>
          </p:nvCxnSpPr>
          <p:spPr>
            <a:xfrm>
              <a:off x="10084000" y="735376"/>
              <a:ext cx="2160000" cy="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Egyenes összekötő 231">
              <a:extLst>
                <a:ext uri="{FF2B5EF4-FFF2-40B4-BE49-F238E27FC236}">
                  <a16:creationId xmlns:a16="http://schemas.microsoft.com/office/drawing/2014/main" id="{D8677FBD-940D-4DB5-8D3F-E6832680DB0F}"/>
                </a:ext>
              </a:extLst>
            </p:cNvPr>
            <p:cNvCxnSpPr>
              <a:cxnSpLocks/>
            </p:cNvCxnSpPr>
            <p:nvPr/>
          </p:nvCxnSpPr>
          <p:spPr>
            <a:xfrm>
              <a:off x="10103244" y="735376"/>
              <a:ext cx="40" cy="72476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Egyenes összekötő 266">
              <a:extLst>
                <a:ext uri="{FF2B5EF4-FFF2-40B4-BE49-F238E27FC236}">
                  <a16:creationId xmlns:a16="http://schemas.microsoft.com/office/drawing/2014/main" id="{E3AFCE7B-638B-4263-A66A-129773EC1B73}"/>
                </a:ext>
              </a:extLst>
            </p:cNvPr>
            <p:cNvCxnSpPr>
              <a:cxnSpLocks/>
            </p:cNvCxnSpPr>
            <p:nvPr/>
          </p:nvCxnSpPr>
          <p:spPr>
            <a:xfrm>
              <a:off x="-24027" y="4191362"/>
              <a:ext cx="5790807" cy="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Egyenes összekötő 267">
              <a:extLst>
                <a:ext uri="{FF2B5EF4-FFF2-40B4-BE49-F238E27FC236}">
                  <a16:creationId xmlns:a16="http://schemas.microsoft.com/office/drawing/2014/main" id="{E02B3641-D2BF-4508-9FFA-BCF86BE4607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78509" y="4172436"/>
              <a:ext cx="1" cy="742915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Egyenes összekötő 268">
              <a:extLst>
                <a:ext uri="{FF2B5EF4-FFF2-40B4-BE49-F238E27FC236}">
                  <a16:creationId xmlns:a16="http://schemas.microsoft.com/office/drawing/2014/main" id="{70A22395-8BD9-45B0-9513-666361B1C8B5}"/>
                </a:ext>
              </a:extLst>
            </p:cNvPr>
            <p:cNvCxnSpPr>
              <a:cxnSpLocks/>
            </p:cNvCxnSpPr>
            <p:nvPr/>
          </p:nvCxnSpPr>
          <p:spPr>
            <a:xfrm>
              <a:off x="4322000" y="4934531"/>
              <a:ext cx="1475950" cy="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Egyenes összekötő 269">
              <a:extLst>
                <a:ext uri="{FF2B5EF4-FFF2-40B4-BE49-F238E27FC236}">
                  <a16:creationId xmlns:a16="http://schemas.microsoft.com/office/drawing/2014/main" id="{1EC9B2A0-4606-4203-876E-CDFCCF29983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39975" y="4947867"/>
              <a:ext cx="1" cy="2176833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Egyenes összekötő 270">
              <a:extLst>
                <a:ext uri="{FF2B5EF4-FFF2-40B4-BE49-F238E27FC236}">
                  <a16:creationId xmlns:a16="http://schemas.microsoft.com/office/drawing/2014/main" id="{96588247-40C5-4A2C-B3EE-DF9C541278AC}"/>
                </a:ext>
              </a:extLst>
            </p:cNvPr>
            <p:cNvCxnSpPr>
              <a:cxnSpLocks/>
            </p:cNvCxnSpPr>
            <p:nvPr/>
          </p:nvCxnSpPr>
          <p:spPr>
            <a:xfrm>
              <a:off x="7906453" y="4194465"/>
              <a:ext cx="1368" cy="753402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Egyenes összekötő 271">
              <a:extLst>
                <a:ext uri="{FF2B5EF4-FFF2-40B4-BE49-F238E27FC236}">
                  <a16:creationId xmlns:a16="http://schemas.microsoft.com/office/drawing/2014/main" id="{AAD03FB6-5B8A-438E-A896-7885FBCA2FE3}"/>
                </a:ext>
              </a:extLst>
            </p:cNvPr>
            <p:cNvCxnSpPr>
              <a:cxnSpLocks/>
            </p:cNvCxnSpPr>
            <p:nvPr/>
          </p:nvCxnSpPr>
          <p:spPr>
            <a:xfrm>
              <a:off x="8663690" y="4172436"/>
              <a:ext cx="0" cy="764943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Egyenes összekötő 272">
              <a:extLst>
                <a:ext uri="{FF2B5EF4-FFF2-40B4-BE49-F238E27FC236}">
                  <a16:creationId xmlns:a16="http://schemas.microsoft.com/office/drawing/2014/main" id="{A30AC224-C7DC-4F27-870A-D2BF7D2533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86128" y="4177319"/>
              <a:ext cx="777561" cy="2383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Egyenes összekötő 273">
              <a:extLst>
                <a:ext uri="{FF2B5EF4-FFF2-40B4-BE49-F238E27FC236}">
                  <a16:creationId xmlns:a16="http://schemas.microsoft.com/office/drawing/2014/main" id="{8C98D83A-7C26-480C-8D9F-A68FC66700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02309" y="4926611"/>
              <a:ext cx="777561" cy="2383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Egyenes összekötő 274">
              <a:extLst>
                <a:ext uri="{FF2B5EF4-FFF2-40B4-BE49-F238E27FC236}">
                  <a16:creationId xmlns:a16="http://schemas.microsoft.com/office/drawing/2014/main" id="{4E9F35FB-EF19-473C-A3E2-387B32E9FAB5}"/>
                </a:ext>
              </a:extLst>
            </p:cNvPr>
            <p:cNvCxnSpPr>
              <a:cxnSpLocks/>
            </p:cNvCxnSpPr>
            <p:nvPr/>
          </p:nvCxnSpPr>
          <p:spPr>
            <a:xfrm>
              <a:off x="10779919" y="4895077"/>
              <a:ext cx="1464081" cy="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Egyenes összekötő 275">
              <a:extLst>
                <a:ext uri="{FF2B5EF4-FFF2-40B4-BE49-F238E27FC236}">
                  <a16:creationId xmlns:a16="http://schemas.microsoft.com/office/drawing/2014/main" id="{A67B112A-D2F7-4AAF-B9E3-5F7C4CAC5616}"/>
                </a:ext>
              </a:extLst>
            </p:cNvPr>
            <p:cNvCxnSpPr>
              <a:cxnSpLocks/>
            </p:cNvCxnSpPr>
            <p:nvPr/>
          </p:nvCxnSpPr>
          <p:spPr>
            <a:xfrm>
              <a:off x="10784681" y="4876800"/>
              <a:ext cx="0" cy="72390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Egyenes összekötő 276">
              <a:extLst>
                <a:ext uri="{FF2B5EF4-FFF2-40B4-BE49-F238E27FC236}">
                  <a16:creationId xmlns:a16="http://schemas.microsoft.com/office/drawing/2014/main" id="{0E07E6AB-2051-4EED-AFD6-CFAE8ECF566B}"/>
                </a:ext>
              </a:extLst>
            </p:cNvPr>
            <p:cNvCxnSpPr>
              <a:cxnSpLocks/>
            </p:cNvCxnSpPr>
            <p:nvPr/>
          </p:nvCxnSpPr>
          <p:spPr>
            <a:xfrm>
              <a:off x="10779919" y="5583259"/>
              <a:ext cx="1464081" cy="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Szövegdoboz 2">
            <a:extLst>
              <a:ext uri="{FF2B5EF4-FFF2-40B4-BE49-F238E27FC236}">
                <a16:creationId xmlns:a16="http://schemas.microsoft.com/office/drawing/2014/main" id="{68B7345E-1B70-7D73-B302-2C4B070B56FB}"/>
              </a:ext>
            </a:extLst>
          </p:cNvPr>
          <p:cNvSpPr txBox="1"/>
          <p:nvPr/>
        </p:nvSpPr>
        <p:spPr>
          <a:xfrm>
            <a:off x="0" y="716326"/>
            <a:ext cx="609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600" b="1" dirty="0"/>
              <a:t>Játék lényege</a:t>
            </a:r>
          </a:p>
        </p:txBody>
      </p:sp>
      <p:cxnSp>
        <p:nvCxnSpPr>
          <p:cNvPr id="6" name="Egyenes összekötő 5">
            <a:extLst>
              <a:ext uri="{FF2B5EF4-FFF2-40B4-BE49-F238E27FC236}">
                <a16:creationId xmlns:a16="http://schemas.microsoft.com/office/drawing/2014/main" id="{B343FEC7-1D47-1CA4-AB72-84543BBE1E21}"/>
              </a:ext>
            </a:extLst>
          </p:cNvPr>
          <p:cNvCxnSpPr>
            <a:cxnSpLocks/>
          </p:cNvCxnSpPr>
          <p:nvPr/>
        </p:nvCxnSpPr>
        <p:spPr>
          <a:xfrm>
            <a:off x="81023" y="1341548"/>
            <a:ext cx="12244000" cy="1594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zövegdoboz 6">
            <a:extLst>
              <a:ext uri="{FF2B5EF4-FFF2-40B4-BE49-F238E27FC236}">
                <a16:creationId xmlns:a16="http://schemas.microsoft.com/office/drawing/2014/main" id="{4533AEDC-70DC-FD19-6992-A36681DC5B80}"/>
              </a:ext>
            </a:extLst>
          </p:cNvPr>
          <p:cNvSpPr txBox="1"/>
          <p:nvPr/>
        </p:nvSpPr>
        <p:spPr>
          <a:xfrm>
            <a:off x="266217" y="1828800"/>
            <a:ext cx="1001210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400" b="1" dirty="0"/>
              <a:t>A játék egy négyzetes rácsból áll, ahol minden mező egy cella.</a:t>
            </a:r>
          </a:p>
          <a:p>
            <a:endParaRPr lang="hu-HU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400" b="1" dirty="0"/>
              <a:t>Az első kattintás után véletlenszerűen aknák generálódnak, kivéve a kezdő mező környékét.</a:t>
            </a:r>
          </a:p>
          <a:p>
            <a:endParaRPr lang="hu-HU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400" b="1" dirty="0"/>
              <a:t>A nem aknás mezők számot kapnak, ami megmutatja hány akna van a szomszédban.</a:t>
            </a:r>
          </a:p>
          <a:p>
            <a:endParaRPr lang="hu-HU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400" b="1" dirty="0"/>
              <a:t>Bal kattintással mezőt felfedsz, üres mezőnél a környező üres részek is kinyílnak.</a:t>
            </a:r>
          </a:p>
          <a:p>
            <a:endParaRPr lang="hu-HU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400" b="1" dirty="0"/>
              <a:t>Jobb kattintással zászlót tehetsz, és aknára lépve a játék véget ér. </a:t>
            </a:r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A8CFCABE-C762-6595-3AC8-2BBAE3A0FDAB}"/>
              </a:ext>
            </a:extLst>
          </p:cNvPr>
          <p:cNvSpPr txBox="1"/>
          <p:nvPr/>
        </p:nvSpPr>
        <p:spPr>
          <a:xfrm>
            <a:off x="12384912" y="716326"/>
            <a:ext cx="609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600" b="1" dirty="0" err="1"/>
              <a:t>Menu.cs</a:t>
            </a:r>
            <a:r>
              <a:rPr lang="hu-HU" sz="3600" b="1" dirty="0"/>
              <a:t> – fontos részek</a:t>
            </a:r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A0E3D7A8-0A07-5D80-DD88-02D0C7856A78}"/>
              </a:ext>
            </a:extLst>
          </p:cNvPr>
          <p:cNvSpPr txBox="1"/>
          <p:nvPr/>
        </p:nvSpPr>
        <p:spPr>
          <a:xfrm>
            <a:off x="12651129" y="1828800"/>
            <a:ext cx="1001210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400" b="1" dirty="0" err="1"/>
              <a:t>Menu</a:t>
            </a:r>
            <a:r>
              <a:rPr lang="hu-HU" sz="2400" b="1" dirty="0"/>
              <a:t>(): létrehozza a menüt és beállítja az átméretezést.</a:t>
            </a:r>
          </a:p>
          <a:p>
            <a:endParaRPr lang="hu-HU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400" b="1" dirty="0" err="1"/>
              <a:t>menuElemek</a:t>
            </a:r>
            <a:r>
              <a:rPr lang="hu-HU" sz="2400" b="1" dirty="0"/>
              <a:t>(): felépíti a teljes UI-t (cím, nehézség, méret, start gomb). </a:t>
            </a:r>
            <a:r>
              <a:rPr lang="hu-HU" sz="2400" b="1" dirty="0" err="1"/>
              <a:t>startBTN.Click</a:t>
            </a:r>
            <a:r>
              <a:rPr lang="hu-HU" sz="2400" b="1" dirty="0"/>
              <a:t>: kiolvassa a beállításokat, elindítja a játékot (</a:t>
            </a:r>
            <a:r>
              <a:rPr lang="hu-HU" b="1" dirty="0" err="1"/>
              <a:t>Jatekter</a:t>
            </a:r>
            <a:r>
              <a:rPr lang="hu-HU" sz="2400" b="1" dirty="0"/>
              <a:t>), elrejti a menüt, majd visszahozza. </a:t>
            </a:r>
          </a:p>
          <a:p>
            <a:endParaRPr lang="hu-HU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400" b="1" dirty="0" err="1"/>
              <a:t>ClientSizeChanged</a:t>
            </a:r>
            <a:r>
              <a:rPr lang="hu-HU" sz="2400" b="1" dirty="0"/>
              <a:t>: automatikusan skálázza a </a:t>
            </a:r>
            <a:r>
              <a:rPr lang="hu-HU" sz="2400" b="1" dirty="0" err="1"/>
              <a:t>ComboBoxokat</a:t>
            </a:r>
            <a:r>
              <a:rPr lang="hu-HU" sz="2400" b="1" dirty="0"/>
              <a:t>.</a:t>
            </a:r>
          </a:p>
        </p:txBody>
      </p:sp>
      <p:sp>
        <p:nvSpPr>
          <p:cNvPr id="12" name="Cím 11">
            <a:extLst>
              <a:ext uri="{FF2B5EF4-FFF2-40B4-BE49-F238E27FC236}">
                <a16:creationId xmlns:a16="http://schemas.microsoft.com/office/drawing/2014/main" id="{074267EE-B92D-D9A9-F984-7557B1E07D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14" name="Alcím 13">
            <a:extLst>
              <a:ext uri="{FF2B5EF4-FFF2-40B4-BE49-F238E27FC236}">
                <a16:creationId xmlns:a16="http://schemas.microsoft.com/office/drawing/2014/main" id="{D372860F-C92C-D469-FC97-081A20C8CF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15" name="Cím 1">
            <a:extLst>
              <a:ext uri="{FF2B5EF4-FFF2-40B4-BE49-F238E27FC236}">
                <a16:creationId xmlns:a16="http://schemas.microsoft.com/office/drawing/2014/main" id="{A0ABCC77-77A7-0BA4-F6C2-F81B3BADFA17}"/>
              </a:ext>
            </a:extLst>
          </p:cNvPr>
          <p:cNvSpPr txBox="1">
            <a:spLocks/>
          </p:cNvSpPr>
          <p:nvPr/>
        </p:nvSpPr>
        <p:spPr>
          <a:xfrm>
            <a:off x="1440000" y="7547201"/>
            <a:ext cx="9144000" cy="23876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sz="11500" cap="small" dirty="0">
                <a:latin typeface="Haettenschweiler" panose="020B0706040902060204" pitchFamily="34" charset="0"/>
              </a:rPr>
              <a:t>Aknakereső</a:t>
            </a:r>
          </a:p>
        </p:txBody>
      </p:sp>
      <p:sp>
        <p:nvSpPr>
          <p:cNvPr id="16" name="Alcím 2">
            <a:extLst>
              <a:ext uri="{FF2B5EF4-FFF2-40B4-BE49-F238E27FC236}">
                <a16:creationId xmlns:a16="http://schemas.microsoft.com/office/drawing/2014/main" id="{917DD074-EB16-CF67-1158-F28DBA92AD04}"/>
              </a:ext>
            </a:extLst>
          </p:cNvPr>
          <p:cNvSpPr txBox="1">
            <a:spLocks/>
          </p:cNvSpPr>
          <p:nvPr/>
        </p:nvSpPr>
        <p:spPr>
          <a:xfrm>
            <a:off x="1550434" y="9597437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dirty="0"/>
              <a:t>Készítette: Dudás Bence Sándor</a:t>
            </a:r>
          </a:p>
        </p:txBody>
      </p:sp>
    </p:spTree>
    <p:extLst>
      <p:ext uri="{BB962C8B-B14F-4D97-AF65-F5344CB8AC3E}">
        <p14:creationId xmlns:p14="http://schemas.microsoft.com/office/powerpoint/2010/main" val="39630852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C16EE-BEBA-7AF1-E33C-4B55AF9E7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5AD56325-65C9-F1C1-276C-F8B864AE3EC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3674"/>
            <a:ext cx="720000" cy="720000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14" name="Téglalap 113">
            <a:extLst>
              <a:ext uri="{FF2B5EF4-FFF2-40B4-BE49-F238E27FC236}">
                <a16:creationId xmlns:a16="http://schemas.microsoft.com/office/drawing/2014/main" id="{C867D340-07AB-AC34-071A-D14C7B90341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-3674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32" name="Téglalap 131">
            <a:extLst>
              <a:ext uri="{FF2B5EF4-FFF2-40B4-BE49-F238E27FC236}">
                <a16:creationId xmlns:a16="http://schemas.microsoft.com/office/drawing/2014/main" id="{9C9F35E8-E099-6D80-272B-F08FCA80F95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-3674"/>
            <a:ext cx="720000" cy="720000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33" name="Téglalap 132">
            <a:extLst>
              <a:ext uri="{FF2B5EF4-FFF2-40B4-BE49-F238E27FC236}">
                <a16:creationId xmlns:a16="http://schemas.microsoft.com/office/drawing/2014/main" id="{7BA9E292-F7E7-C33A-BF67-B46ED51FD67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-3674"/>
            <a:ext cx="720000" cy="720000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36" name="Téglalap 135">
            <a:extLst>
              <a:ext uri="{FF2B5EF4-FFF2-40B4-BE49-F238E27FC236}">
                <a16:creationId xmlns:a16="http://schemas.microsoft.com/office/drawing/2014/main" id="{83B8D593-50D0-6771-1FE3-32A690B9396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716326"/>
            <a:ext cx="720000" cy="678224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37" name="Téglalap 136">
            <a:extLst>
              <a:ext uri="{FF2B5EF4-FFF2-40B4-BE49-F238E27FC236}">
                <a16:creationId xmlns:a16="http://schemas.microsoft.com/office/drawing/2014/main" id="{DED0E191-CC29-E7A5-F7E7-47CE0D3C3A1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716326"/>
            <a:ext cx="720000" cy="678224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51" name="Téglalap 150">
            <a:extLst>
              <a:ext uri="{FF2B5EF4-FFF2-40B4-BE49-F238E27FC236}">
                <a16:creationId xmlns:a16="http://schemas.microsoft.com/office/drawing/2014/main" id="{82DC86D2-230A-1D6F-0854-A96F0312093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716326"/>
            <a:ext cx="720000" cy="678224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52" name="Téglalap 151">
            <a:extLst>
              <a:ext uri="{FF2B5EF4-FFF2-40B4-BE49-F238E27FC236}">
                <a16:creationId xmlns:a16="http://schemas.microsoft.com/office/drawing/2014/main" id="{5CBDD7EB-7AB5-AA84-90BA-BAC84C3D481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716326"/>
            <a:ext cx="720000" cy="678224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74" name="Téglalap 173">
            <a:extLst>
              <a:ext uri="{FF2B5EF4-FFF2-40B4-BE49-F238E27FC236}">
                <a16:creationId xmlns:a16="http://schemas.microsoft.com/office/drawing/2014/main" id="{1671E31F-8627-FCCF-5188-F9602DFE295D}"/>
              </a:ext>
            </a:extLst>
          </p:cNvPr>
          <p:cNvSpPr>
            <a:spLocks/>
          </p:cNvSpPr>
          <p:nvPr/>
        </p:nvSpPr>
        <p:spPr>
          <a:xfrm>
            <a:off x="0" y="1394550"/>
            <a:ext cx="720000" cy="721451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75" name="Téglalap 174">
            <a:extLst>
              <a:ext uri="{FF2B5EF4-FFF2-40B4-BE49-F238E27FC236}">
                <a16:creationId xmlns:a16="http://schemas.microsoft.com/office/drawing/2014/main" id="{56C5EDCF-3338-BF08-BAC4-F63496C2C76E}"/>
              </a:ext>
            </a:extLst>
          </p:cNvPr>
          <p:cNvSpPr>
            <a:spLocks/>
          </p:cNvSpPr>
          <p:nvPr/>
        </p:nvSpPr>
        <p:spPr>
          <a:xfrm>
            <a:off x="720000" y="1394550"/>
            <a:ext cx="720000" cy="721451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76" name="Címkocka">
            <a:extLst>
              <a:ext uri="{FF2B5EF4-FFF2-40B4-BE49-F238E27FC236}">
                <a16:creationId xmlns:a16="http://schemas.microsoft.com/office/drawing/2014/main" id="{51A561C4-8E41-25AF-76D4-F67272EC0191}"/>
              </a:ext>
            </a:extLst>
          </p:cNvPr>
          <p:cNvSpPr>
            <a:spLocks/>
          </p:cNvSpPr>
          <p:nvPr/>
        </p:nvSpPr>
        <p:spPr>
          <a:xfrm>
            <a:off x="1441000" y="1394550"/>
            <a:ext cx="720000" cy="721451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77" name="Címkocka">
            <a:extLst>
              <a:ext uri="{FF2B5EF4-FFF2-40B4-BE49-F238E27FC236}">
                <a16:creationId xmlns:a16="http://schemas.microsoft.com/office/drawing/2014/main" id="{09389AEF-2B98-EFA5-1A42-6EEC2ADE93A9}"/>
              </a:ext>
            </a:extLst>
          </p:cNvPr>
          <p:cNvSpPr>
            <a:spLocks/>
          </p:cNvSpPr>
          <p:nvPr/>
        </p:nvSpPr>
        <p:spPr>
          <a:xfrm>
            <a:off x="2162000" y="1394550"/>
            <a:ext cx="720000" cy="721451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78" name="Címkocka">
            <a:extLst>
              <a:ext uri="{FF2B5EF4-FFF2-40B4-BE49-F238E27FC236}">
                <a16:creationId xmlns:a16="http://schemas.microsoft.com/office/drawing/2014/main" id="{71C53792-5929-AF37-AA62-F696EA1A2FE2}"/>
              </a:ext>
            </a:extLst>
          </p:cNvPr>
          <p:cNvSpPr>
            <a:spLocks/>
          </p:cNvSpPr>
          <p:nvPr/>
        </p:nvSpPr>
        <p:spPr>
          <a:xfrm>
            <a:off x="2883000" y="1394550"/>
            <a:ext cx="720000" cy="721451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79" name="Címkocka">
            <a:extLst>
              <a:ext uri="{FF2B5EF4-FFF2-40B4-BE49-F238E27FC236}">
                <a16:creationId xmlns:a16="http://schemas.microsoft.com/office/drawing/2014/main" id="{21FCFC3B-40EB-EAFD-1C67-FE6692D231FF}"/>
              </a:ext>
            </a:extLst>
          </p:cNvPr>
          <p:cNvSpPr>
            <a:spLocks/>
          </p:cNvSpPr>
          <p:nvPr/>
        </p:nvSpPr>
        <p:spPr>
          <a:xfrm>
            <a:off x="3602000" y="1394550"/>
            <a:ext cx="720000" cy="721451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80" name="Címkocka">
            <a:extLst>
              <a:ext uri="{FF2B5EF4-FFF2-40B4-BE49-F238E27FC236}">
                <a16:creationId xmlns:a16="http://schemas.microsoft.com/office/drawing/2014/main" id="{3D38DCB0-B0B8-6DFC-851D-1D24F59514F5}"/>
              </a:ext>
            </a:extLst>
          </p:cNvPr>
          <p:cNvSpPr>
            <a:spLocks/>
          </p:cNvSpPr>
          <p:nvPr/>
        </p:nvSpPr>
        <p:spPr>
          <a:xfrm>
            <a:off x="4322000" y="1394550"/>
            <a:ext cx="720000" cy="721451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81" name="Címkocka">
            <a:extLst>
              <a:ext uri="{FF2B5EF4-FFF2-40B4-BE49-F238E27FC236}">
                <a16:creationId xmlns:a16="http://schemas.microsoft.com/office/drawing/2014/main" id="{D22CD7F9-0A99-CF0F-EC4F-6EA8D3B763E9}"/>
              </a:ext>
            </a:extLst>
          </p:cNvPr>
          <p:cNvSpPr>
            <a:spLocks/>
          </p:cNvSpPr>
          <p:nvPr/>
        </p:nvSpPr>
        <p:spPr>
          <a:xfrm>
            <a:off x="5042000" y="1394550"/>
            <a:ext cx="720000" cy="721451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388E3C">
                    <a:alpha val="50000"/>
                  </a:srgbClr>
                </a:solidFill>
                <a:latin typeface="Consolas" panose="020B0609020204030204" pitchFamily="49" charset="0"/>
              </a:rPr>
              <a:t>2</a:t>
            </a:r>
            <a:endParaRPr lang="hu-HU" sz="3600" b="1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82" name="Címkocka">
            <a:extLst>
              <a:ext uri="{FF2B5EF4-FFF2-40B4-BE49-F238E27FC236}">
                <a16:creationId xmlns:a16="http://schemas.microsoft.com/office/drawing/2014/main" id="{CAE3F20F-5C4F-695C-4CDC-F8E69A272101}"/>
              </a:ext>
            </a:extLst>
          </p:cNvPr>
          <p:cNvSpPr>
            <a:spLocks/>
          </p:cNvSpPr>
          <p:nvPr/>
        </p:nvSpPr>
        <p:spPr>
          <a:xfrm>
            <a:off x="5762000" y="1394550"/>
            <a:ext cx="720000" cy="721451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83" name="Címkocka">
            <a:extLst>
              <a:ext uri="{FF2B5EF4-FFF2-40B4-BE49-F238E27FC236}">
                <a16:creationId xmlns:a16="http://schemas.microsoft.com/office/drawing/2014/main" id="{CC89D1C5-B0AD-1524-33F2-CA1E3E9EDBA3}"/>
              </a:ext>
            </a:extLst>
          </p:cNvPr>
          <p:cNvSpPr>
            <a:spLocks/>
          </p:cNvSpPr>
          <p:nvPr/>
        </p:nvSpPr>
        <p:spPr>
          <a:xfrm>
            <a:off x="6482000" y="1394550"/>
            <a:ext cx="720000" cy="721451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84" name="Címkocka">
            <a:extLst>
              <a:ext uri="{FF2B5EF4-FFF2-40B4-BE49-F238E27FC236}">
                <a16:creationId xmlns:a16="http://schemas.microsoft.com/office/drawing/2014/main" id="{36AC329A-2205-3419-7CCC-0F0CD3567BAC}"/>
              </a:ext>
            </a:extLst>
          </p:cNvPr>
          <p:cNvSpPr>
            <a:spLocks/>
          </p:cNvSpPr>
          <p:nvPr/>
        </p:nvSpPr>
        <p:spPr>
          <a:xfrm>
            <a:off x="7203000" y="1394550"/>
            <a:ext cx="720000" cy="721451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85" name="Címkocka">
            <a:extLst>
              <a:ext uri="{FF2B5EF4-FFF2-40B4-BE49-F238E27FC236}">
                <a16:creationId xmlns:a16="http://schemas.microsoft.com/office/drawing/2014/main" id="{CDF8F437-BF53-43C8-956A-0EE83E763E88}"/>
              </a:ext>
            </a:extLst>
          </p:cNvPr>
          <p:cNvSpPr>
            <a:spLocks/>
          </p:cNvSpPr>
          <p:nvPr/>
        </p:nvSpPr>
        <p:spPr>
          <a:xfrm>
            <a:off x="7924000" y="1394550"/>
            <a:ext cx="720000" cy="721451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86" name="Címkocka">
            <a:extLst>
              <a:ext uri="{FF2B5EF4-FFF2-40B4-BE49-F238E27FC236}">
                <a16:creationId xmlns:a16="http://schemas.microsoft.com/office/drawing/2014/main" id="{ED2F349F-82A2-0184-5FB4-7DE3FBF5E3D3}"/>
              </a:ext>
            </a:extLst>
          </p:cNvPr>
          <p:cNvSpPr>
            <a:spLocks/>
          </p:cNvSpPr>
          <p:nvPr/>
        </p:nvSpPr>
        <p:spPr>
          <a:xfrm>
            <a:off x="8645000" y="1394550"/>
            <a:ext cx="720000" cy="721451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388E3C">
                    <a:alpha val="50000"/>
                  </a:srgbClr>
                </a:solidFill>
                <a:latin typeface="Consolas" panose="020B0609020204030204" pitchFamily="49" charset="0"/>
              </a:rPr>
              <a:t>2</a:t>
            </a:r>
            <a:endParaRPr lang="hu-HU" sz="3600" b="1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87" name="Címkocka">
            <a:extLst>
              <a:ext uri="{FF2B5EF4-FFF2-40B4-BE49-F238E27FC236}">
                <a16:creationId xmlns:a16="http://schemas.microsoft.com/office/drawing/2014/main" id="{7E81C4D0-72E4-C7C6-B59F-C3B52638EB10}"/>
              </a:ext>
            </a:extLst>
          </p:cNvPr>
          <p:cNvSpPr>
            <a:spLocks/>
          </p:cNvSpPr>
          <p:nvPr/>
        </p:nvSpPr>
        <p:spPr>
          <a:xfrm>
            <a:off x="9364000" y="1394550"/>
            <a:ext cx="720000" cy="721451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88" name="Címkocka">
            <a:extLst>
              <a:ext uri="{FF2B5EF4-FFF2-40B4-BE49-F238E27FC236}">
                <a16:creationId xmlns:a16="http://schemas.microsoft.com/office/drawing/2014/main" id="{E385DAFF-46C5-6467-744A-1732273CFDE2}"/>
              </a:ext>
            </a:extLst>
          </p:cNvPr>
          <p:cNvSpPr>
            <a:spLocks/>
          </p:cNvSpPr>
          <p:nvPr/>
        </p:nvSpPr>
        <p:spPr>
          <a:xfrm>
            <a:off x="10084000" y="1394550"/>
            <a:ext cx="720000" cy="721451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89" name="Téglalap 188">
            <a:extLst>
              <a:ext uri="{FF2B5EF4-FFF2-40B4-BE49-F238E27FC236}">
                <a16:creationId xmlns:a16="http://schemas.microsoft.com/office/drawing/2014/main" id="{D95C2C5F-D02A-4199-6422-C40A1122B394}"/>
              </a:ext>
            </a:extLst>
          </p:cNvPr>
          <p:cNvSpPr>
            <a:spLocks/>
          </p:cNvSpPr>
          <p:nvPr/>
        </p:nvSpPr>
        <p:spPr>
          <a:xfrm>
            <a:off x="10804000" y="1394550"/>
            <a:ext cx="720000" cy="721451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90" name="Téglalap 189">
            <a:extLst>
              <a:ext uri="{FF2B5EF4-FFF2-40B4-BE49-F238E27FC236}">
                <a16:creationId xmlns:a16="http://schemas.microsoft.com/office/drawing/2014/main" id="{EFCCE532-87ED-4CF6-78A0-C26A086D8EC1}"/>
              </a:ext>
            </a:extLst>
          </p:cNvPr>
          <p:cNvSpPr>
            <a:spLocks/>
          </p:cNvSpPr>
          <p:nvPr/>
        </p:nvSpPr>
        <p:spPr>
          <a:xfrm>
            <a:off x="11524000" y="1394550"/>
            <a:ext cx="720000" cy="721451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57" name="Téglalap 156">
            <a:extLst>
              <a:ext uri="{FF2B5EF4-FFF2-40B4-BE49-F238E27FC236}">
                <a16:creationId xmlns:a16="http://schemas.microsoft.com/office/drawing/2014/main" id="{DA768CFC-C9D7-8544-AF9D-AE934CB2E5A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2114550"/>
            <a:ext cx="720000" cy="681126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58" name="Téglalap 157">
            <a:extLst>
              <a:ext uri="{FF2B5EF4-FFF2-40B4-BE49-F238E27FC236}">
                <a16:creationId xmlns:a16="http://schemas.microsoft.com/office/drawing/2014/main" id="{39B36E1C-14D0-00F4-F0D3-2112FAE5CF0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2114550"/>
            <a:ext cx="720000" cy="681126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59" name="Címkocka">
            <a:extLst>
              <a:ext uri="{FF2B5EF4-FFF2-40B4-BE49-F238E27FC236}">
                <a16:creationId xmlns:a16="http://schemas.microsoft.com/office/drawing/2014/main" id="{D045142D-E5B1-7778-8797-EFED6DE1D3E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2114550"/>
            <a:ext cx="720000" cy="681126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60" name="Címkocka">
            <a:extLst>
              <a:ext uri="{FF2B5EF4-FFF2-40B4-BE49-F238E27FC236}">
                <a16:creationId xmlns:a16="http://schemas.microsoft.com/office/drawing/2014/main" id="{249EA404-832D-517B-B0C3-0FE6CC885F0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2114550"/>
            <a:ext cx="720000" cy="681126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61" name="Címkocka">
            <a:extLst>
              <a:ext uri="{FF2B5EF4-FFF2-40B4-BE49-F238E27FC236}">
                <a16:creationId xmlns:a16="http://schemas.microsoft.com/office/drawing/2014/main" id="{3C4DE23F-93FA-9499-724C-F894088694F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2114550"/>
            <a:ext cx="720000" cy="681126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62" name="Címkocka">
            <a:extLst>
              <a:ext uri="{FF2B5EF4-FFF2-40B4-BE49-F238E27FC236}">
                <a16:creationId xmlns:a16="http://schemas.microsoft.com/office/drawing/2014/main" id="{79F0D51D-D921-4E9B-4990-2C9A6E25130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2114550"/>
            <a:ext cx="720000" cy="681126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63" name="Címkocka">
            <a:extLst>
              <a:ext uri="{FF2B5EF4-FFF2-40B4-BE49-F238E27FC236}">
                <a16:creationId xmlns:a16="http://schemas.microsoft.com/office/drawing/2014/main" id="{DECCDA16-01B5-543C-949A-18918121A02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2114550"/>
            <a:ext cx="720000" cy="681126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64" name="Címkocka">
            <a:extLst>
              <a:ext uri="{FF2B5EF4-FFF2-40B4-BE49-F238E27FC236}">
                <a16:creationId xmlns:a16="http://schemas.microsoft.com/office/drawing/2014/main" id="{4FDE5AE3-C80D-A7AB-767D-695023F22DB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2114550"/>
            <a:ext cx="720000" cy="681126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65" name="Címkocka">
            <a:extLst>
              <a:ext uri="{FF2B5EF4-FFF2-40B4-BE49-F238E27FC236}">
                <a16:creationId xmlns:a16="http://schemas.microsoft.com/office/drawing/2014/main" id="{E6E26A77-9E43-3A09-35D8-2F28FB9BC6D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2114550"/>
            <a:ext cx="720000" cy="681126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66" name="Címkocka">
            <a:extLst>
              <a:ext uri="{FF2B5EF4-FFF2-40B4-BE49-F238E27FC236}">
                <a16:creationId xmlns:a16="http://schemas.microsoft.com/office/drawing/2014/main" id="{690A97A4-6E02-4B7F-D1AD-754EE958D32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2114550"/>
            <a:ext cx="720000" cy="681126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67" name="Címkocka">
            <a:extLst>
              <a:ext uri="{FF2B5EF4-FFF2-40B4-BE49-F238E27FC236}">
                <a16:creationId xmlns:a16="http://schemas.microsoft.com/office/drawing/2014/main" id="{0A993C37-97E5-E655-6A76-B0757765765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2114550"/>
            <a:ext cx="720000" cy="681126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68" name="Címkocka">
            <a:extLst>
              <a:ext uri="{FF2B5EF4-FFF2-40B4-BE49-F238E27FC236}">
                <a16:creationId xmlns:a16="http://schemas.microsoft.com/office/drawing/2014/main" id="{68964254-D4EF-5642-9F68-E38D9815E96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2114550"/>
            <a:ext cx="720000" cy="681126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69" name="Címkocka">
            <a:extLst>
              <a:ext uri="{FF2B5EF4-FFF2-40B4-BE49-F238E27FC236}">
                <a16:creationId xmlns:a16="http://schemas.microsoft.com/office/drawing/2014/main" id="{DD786613-8BB5-76D6-D873-4F90A4770E8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2114550"/>
            <a:ext cx="720000" cy="681126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70" name="Címkocka">
            <a:extLst>
              <a:ext uri="{FF2B5EF4-FFF2-40B4-BE49-F238E27FC236}">
                <a16:creationId xmlns:a16="http://schemas.microsoft.com/office/drawing/2014/main" id="{336834F6-F47C-07FC-9E47-B5B5B15FBE5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2114550"/>
            <a:ext cx="720000" cy="681126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71" name="Címkocka">
            <a:extLst>
              <a:ext uri="{FF2B5EF4-FFF2-40B4-BE49-F238E27FC236}">
                <a16:creationId xmlns:a16="http://schemas.microsoft.com/office/drawing/2014/main" id="{707493BC-ADDF-93E7-B50E-7D90B2DCC6B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2114550"/>
            <a:ext cx="720000" cy="681126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72" name="Téglalap 171">
            <a:extLst>
              <a:ext uri="{FF2B5EF4-FFF2-40B4-BE49-F238E27FC236}">
                <a16:creationId xmlns:a16="http://schemas.microsoft.com/office/drawing/2014/main" id="{815E32F8-E32A-B8ED-73EC-62DA72C4EA4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2114550"/>
            <a:ext cx="720000" cy="681126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73" name="Téglalap 172">
            <a:extLst>
              <a:ext uri="{FF2B5EF4-FFF2-40B4-BE49-F238E27FC236}">
                <a16:creationId xmlns:a16="http://schemas.microsoft.com/office/drawing/2014/main" id="{DC6B74EA-4A75-BB4F-5AC9-F4233175D0C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2114550"/>
            <a:ext cx="720000" cy="681126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50" name="Téglalap 249">
            <a:extLst>
              <a:ext uri="{FF2B5EF4-FFF2-40B4-BE49-F238E27FC236}">
                <a16:creationId xmlns:a16="http://schemas.microsoft.com/office/drawing/2014/main" id="{0F17B448-AA83-26F7-78F2-C8B93738A33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2795676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51" name="Téglalap 250">
            <a:extLst>
              <a:ext uri="{FF2B5EF4-FFF2-40B4-BE49-F238E27FC236}">
                <a16:creationId xmlns:a16="http://schemas.microsoft.com/office/drawing/2014/main" id="{9771CD40-3AD4-AF55-8786-AD812589748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2795676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52" name="Címkocka">
            <a:extLst>
              <a:ext uri="{FF2B5EF4-FFF2-40B4-BE49-F238E27FC236}">
                <a16:creationId xmlns:a16="http://schemas.microsoft.com/office/drawing/2014/main" id="{E8056CBC-8926-B54C-1395-E9734F3E7E0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2795676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53" name="Címkocka">
            <a:extLst>
              <a:ext uri="{FF2B5EF4-FFF2-40B4-BE49-F238E27FC236}">
                <a16:creationId xmlns:a16="http://schemas.microsoft.com/office/drawing/2014/main" id="{049264D0-1C8E-7802-BA1F-8F65BFE560B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2795676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54" name="Címkocka">
            <a:extLst>
              <a:ext uri="{FF2B5EF4-FFF2-40B4-BE49-F238E27FC236}">
                <a16:creationId xmlns:a16="http://schemas.microsoft.com/office/drawing/2014/main" id="{55E85C6C-8210-4BF8-1714-B8D928807B5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2795676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55" name="Címkocka">
            <a:extLst>
              <a:ext uri="{FF2B5EF4-FFF2-40B4-BE49-F238E27FC236}">
                <a16:creationId xmlns:a16="http://schemas.microsoft.com/office/drawing/2014/main" id="{A7B2B594-1773-28E4-4163-E167EA792C8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2795676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56" name="Címkocka">
            <a:extLst>
              <a:ext uri="{FF2B5EF4-FFF2-40B4-BE49-F238E27FC236}">
                <a16:creationId xmlns:a16="http://schemas.microsoft.com/office/drawing/2014/main" id="{E46946D5-223F-E007-73A1-5485D7B45FC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2795676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57" name="Címkocka">
            <a:extLst>
              <a:ext uri="{FF2B5EF4-FFF2-40B4-BE49-F238E27FC236}">
                <a16:creationId xmlns:a16="http://schemas.microsoft.com/office/drawing/2014/main" id="{AEFDB084-912D-7495-CE9B-3BB8C81D849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2795676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58" name="Címkocka">
            <a:extLst>
              <a:ext uri="{FF2B5EF4-FFF2-40B4-BE49-F238E27FC236}">
                <a16:creationId xmlns:a16="http://schemas.microsoft.com/office/drawing/2014/main" id="{A0BA2448-E4BC-2C1B-86A1-E2FCA5B1D99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2795676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59" name="Címkocka">
            <a:extLst>
              <a:ext uri="{FF2B5EF4-FFF2-40B4-BE49-F238E27FC236}">
                <a16:creationId xmlns:a16="http://schemas.microsoft.com/office/drawing/2014/main" id="{A3E62C25-9B23-80FB-5CB6-0F60B5BF78F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2795676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60" name="Címkocka">
            <a:extLst>
              <a:ext uri="{FF2B5EF4-FFF2-40B4-BE49-F238E27FC236}">
                <a16:creationId xmlns:a16="http://schemas.microsoft.com/office/drawing/2014/main" id="{240AA277-F113-31D3-A603-1A8AA394105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2795676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61" name="Címkocka">
            <a:extLst>
              <a:ext uri="{FF2B5EF4-FFF2-40B4-BE49-F238E27FC236}">
                <a16:creationId xmlns:a16="http://schemas.microsoft.com/office/drawing/2014/main" id="{F4F9C24B-20C8-05CE-6BD0-60D8C8F32E7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2795676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62" name="Címkocka">
            <a:extLst>
              <a:ext uri="{FF2B5EF4-FFF2-40B4-BE49-F238E27FC236}">
                <a16:creationId xmlns:a16="http://schemas.microsoft.com/office/drawing/2014/main" id="{D855B1EB-4DFD-11E9-FB8E-6612501808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2795676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63" name="Címkocka">
            <a:extLst>
              <a:ext uri="{FF2B5EF4-FFF2-40B4-BE49-F238E27FC236}">
                <a16:creationId xmlns:a16="http://schemas.microsoft.com/office/drawing/2014/main" id="{C2F674B2-5493-D790-A0D4-DC7C5DDCE84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2795676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64" name="Címkocka">
            <a:extLst>
              <a:ext uri="{FF2B5EF4-FFF2-40B4-BE49-F238E27FC236}">
                <a16:creationId xmlns:a16="http://schemas.microsoft.com/office/drawing/2014/main" id="{A4739253-6A79-C2F1-58D6-0367F6848AE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2795676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65" name="Téglalap 264">
            <a:extLst>
              <a:ext uri="{FF2B5EF4-FFF2-40B4-BE49-F238E27FC236}">
                <a16:creationId xmlns:a16="http://schemas.microsoft.com/office/drawing/2014/main" id="{5D1F30C1-5422-B548-1CDD-B52BCC14F0A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2795676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66" name="Téglalap 265">
            <a:extLst>
              <a:ext uri="{FF2B5EF4-FFF2-40B4-BE49-F238E27FC236}">
                <a16:creationId xmlns:a16="http://schemas.microsoft.com/office/drawing/2014/main" id="{651009AC-7028-6A13-4ABC-1E808C00257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2795676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33" name="Téglalap 232">
            <a:extLst>
              <a:ext uri="{FF2B5EF4-FFF2-40B4-BE49-F238E27FC236}">
                <a16:creationId xmlns:a16="http://schemas.microsoft.com/office/drawing/2014/main" id="{FD8D10BA-685A-5FA1-B279-6F38EDC0758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3515676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34" name="Téglalap 233">
            <a:extLst>
              <a:ext uri="{FF2B5EF4-FFF2-40B4-BE49-F238E27FC236}">
                <a16:creationId xmlns:a16="http://schemas.microsoft.com/office/drawing/2014/main" id="{263FF2E3-7A38-4360-E452-CD30EA724BD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3515676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35" name="Címkocka">
            <a:extLst>
              <a:ext uri="{FF2B5EF4-FFF2-40B4-BE49-F238E27FC236}">
                <a16:creationId xmlns:a16="http://schemas.microsoft.com/office/drawing/2014/main" id="{DBFAC12B-E662-BC5B-C2F8-7880F5C8ED9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3515676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36" name="Címkocka">
            <a:extLst>
              <a:ext uri="{FF2B5EF4-FFF2-40B4-BE49-F238E27FC236}">
                <a16:creationId xmlns:a16="http://schemas.microsoft.com/office/drawing/2014/main" id="{83DD5AF8-C3BF-ED06-0829-5F0F933EA5D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3515676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37" name="Címkocka">
            <a:extLst>
              <a:ext uri="{FF2B5EF4-FFF2-40B4-BE49-F238E27FC236}">
                <a16:creationId xmlns:a16="http://schemas.microsoft.com/office/drawing/2014/main" id="{354CE5EE-07A4-EB8C-D389-F6DD8A94C16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3515676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388E3C">
                    <a:alpha val="50000"/>
                  </a:srgbClr>
                </a:solidFill>
                <a:latin typeface="Consolas" panose="020B0609020204030204" pitchFamily="49" charset="0"/>
              </a:rPr>
              <a:t>2</a:t>
            </a:r>
            <a:endParaRPr lang="hu-HU" sz="3600" b="1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38" name="Címkocka">
            <a:extLst>
              <a:ext uri="{FF2B5EF4-FFF2-40B4-BE49-F238E27FC236}">
                <a16:creationId xmlns:a16="http://schemas.microsoft.com/office/drawing/2014/main" id="{52D32C99-84E5-2C6C-8D88-D782CD89830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3515676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388E3C">
                    <a:alpha val="50000"/>
                  </a:srgbClr>
                </a:solidFill>
                <a:latin typeface="Consolas" panose="020B0609020204030204" pitchFamily="49" charset="0"/>
              </a:rPr>
              <a:t>2</a:t>
            </a:r>
            <a:endParaRPr lang="hu-HU" sz="3600" b="1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39" name="Címkocka">
            <a:extLst>
              <a:ext uri="{FF2B5EF4-FFF2-40B4-BE49-F238E27FC236}">
                <a16:creationId xmlns:a16="http://schemas.microsoft.com/office/drawing/2014/main" id="{D7573E7B-E3EE-685C-B53C-D6AADAF9920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3515676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388E3C">
                    <a:alpha val="50000"/>
                  </a:srgbClr>
                </a:solidFill>
                <a:latin typeface="Consolas" panose="020B0609020204030204" pitchFamily="49" charset="0"/>
              </a:rPr>
              <a:t>2</a:t>
            </a:r>
            <a:endParaRPr lang="hu-HU" sz="3600" b="1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40" name="Címkocka">
            <a:extLst>
              <a:ext uri="{FF2B5EF4-FFF2-40B4-BE49-F238E27FC236}">
                <a16:creationId xmlns:a16="http://schemas.microsoft.com/office/drawing/2014/main" id="{09C21DF6-9CD5-DACD-6818-B6BAE8B572B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3515676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41" name="Címkocka">
            <a:extLst>
              <a:ext uri="{FF2B5EF4-FFF2-40B4-BE49-F238E27FC236}">
                <a16:creationId xmlns:a16="http://schemas.microsoft.com/office/drawing/2014/main" id="{024C6884-4129-3240-0E03-F4D6DCCCF84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3515676"/>
            <a:ext cx="720000" cy="682944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42" name="Címkocka">
            <a:extLst>
              <a:ext uri="{FF2B5EF4-FFF2-40B4-BE49-F238E27FC236}">
                <a16:creationId xmlns:a16="http://schemas.microsoft.com/office/drawing/2014/main" id="{2FAB1006-E85C-F0A4-3225-2655763D2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3515676"/>
            <a:ext cx="720000" cy="682944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43" name="Címkocka">
            <a:extLst>
              <a:ext uri="{FF2B5EF4-FFF2-40B4-BE49-F238E27FC236}">
                <a16:creationId xmlns:a16="http://schemas.microsoft.com/office/drawing/2014/main" id="{80C9BD8F-10B7-3A9F-EE16-ED760B64CA0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3515676"/>
            <a:ext cx="720000" cy="682944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44" name="Címkocka">
            <a:extLst>
              <a:ext uri="{FF2B5EF4-FFF2-40B4-BE49-F238E27FC236}">
                <a16:creationId xmlns:a16="http://schemas.microsoft.com/office/drawing/2014/main" id="{76D3AB21-B224-6629-3B61-CFAA2355088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3515676"/>
            <a:ext cx="720000" cy="682944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45" name="Címkocka">
            <a:extLst>
              <a:ext uri="{FF2B5EF4-FFF2-40B4-BE49-F238E27FC236}">
                <a16:creationId xmlns:a16="http://schemas.microsoft.com/office/drawing/2014/main" id="{5AA8A46A-E0CD-9530-19A4-4AC2F4C25BE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3515676"/>
            <a:ext cx="720000" cy="682944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46" name="Címkocka">
            <a:extLst>
              <a:ext uri="{FF2B5EF4-FFF2-40B4-BE49-F238E27FC236}">
                <a16:creationId xmlns:a16="http://schemas.microsoft.com/office/drawing/2014/main" id="{B25C6C6F-7823-DA84-A417-96826D6E855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3515676"/>
            <a:ext cx="720000" cy="682944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47" name="Címkocka">
            <a:extLst>
              <a:ext uri="{FF2B5EF4-FFF2-40B4-BE49-F238E27FC236}">
                <a16:creationId xmlns:a16="http://schemas.microsoft.com/office/drawing/2014/main" id="{227DC4C7-AFB7-CC1A-40B9-F62CD97DEC6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3515676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48" name="Téglalap 247">
            <a:extLst>
              <a:ext uri="{FF2B5EF4-FFF2-40B4-BE49-F238E27FC236}">
                <a16:creationId xmlns:a16="http://schemas.microsoft.com/office/drawing/2014/main" id="{B8D54315-4F0C-1C7A-FD47-D42F103032D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3515676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49" name="Téglalap 248">
            <a:extLst>
              <a:ext uri="{FF2B5EF4-FFF2-40B4-BE49-F238E27FC236}">
                <a16:creationId xmlns:a16="http://schemas.microsoft.com/office/drawing/2014/main" id="{DB929D93-42EE-D18E-34AA-4CF8C8C6C85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3515676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14" name="Téglalap 213">
            <a:extLst>
              <a:ext uri="{FF2B5EF4-FFF2-40B4-BE49-F238E27FC236}">
                <a16:creationId xmlns:a16="http://schemas.microsoft.com/office/drawing/2014/main" id="{1276AFF9-B278-DEE3-4F63-9883E123643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4235675"/>
            <a:ext cx="720000" cy="679675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15" name="Téglalap 214">
            <a:extLst>
              <a:ext uri="{FF2B5EF4-FFF2-40B4-BE49-F238E27FC236}">
                <a16:creationId xmlns:a16="http://schemas.microsoft.com/office/drawing/2014/main" id="{6D789D81-DA62-B46E-4707-C49F37CFF1C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4235675"/>
            <a:ext cx="720000" cy="679675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16" name="Címkocka">
            <a:extLst>
              <a:ext uri="{FF2B5EF4-FFF2-40B4-BE49-F238E27FC236}">
                <a16:creationId xmlns:a16="http://schemas.microsoft.com/office/drawing/2014/main" id="{ABF69C55-42BC-D7C8-2DC0-6461B96220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4235675"/>
            <a:ext cx="720000" cy="679675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17" name="Címkocka">
            <a:extLst>
              <a:ext uri="{FF2B5EF4-FFF2-40B4-BE49-F238E27FC236}">
                <a16:creationId xmlns:a16="http://schemas.microsoft.com/office/drawing/2014/main" id="{9DF68F7C-9B9C-98C8-F854-C1CC89F35E4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4235675"/>
            <a:ext cx="720000" cy="679675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18" name="Címkocka">
            <a:extLst>
              <a:ext uri="{FF2B5EF4-FFF2-40B4-BE49-F238E27FC236}">
                <a16:creationId xmlns:a16="http://schemas.microsoft.com/office/drawing/2014/main" id="{4D6DE2E7-600C-EA72-3E76-439F71D3706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4235675"/>
            <a:ext cx="720000" cy="679675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22" name="Címkocka">
            <a:extLst>
              <a:ext uri="{FF2B5EF4-FFF2-40B4-BE49-F238E27FC236}">
                <a16:creationId xmlns:a16="http://schemas.microsoft.com/office/drawing/2014/main" id="{AFC44B63-0A4D-09DE-D572-2D90424A292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4195351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23" name="Címkocka">
            <a:extLst>
              <a:ext uri="{FF2B5EF4-FFF2-40B4-BE49-F238E27FC236}">
                <a16:creationId xmlns:a16="http://schemas.microsoft.com/office/drawing/2014/main" id="{C24567CD-577B-E04A-F75A-6A96925C5BD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4195351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24" name="Címkocka">
            <a:extLst>
              <a:ext uri="{FF2B5EF4-FFF2-40B4-BE49-F238E27FC236}">
                <a16:creationId xmlns:a16="http://schemas.microsoft.com/office/drawing/2014/main" id="{6BDC23D5-0267-73C0-9BF0-FBFCE0918FD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4195351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26" name="Címkocka">
            <a:extLst>
              <a:ext uri="{FF2B5EF4-FFF2-40B4-BE49-F238E27FC236}">
                <a16:creationId xmlns:a16="http://schemas.microsoft.com/office/drawing/2014/main" id="{33EB944E-E285-7B57-8028-F42C3878185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4195351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27" name="Címkocka">
            <a:extLst>
              <a:ext uri="{FF2B5EF4-FFF2-40B4-BE49-F238E27FC236}">
                <a16:creationId xmlns:a16="http://schemas.microsoft.com/office/drawing/2014/main" id="{2BAF33A9-8E93-FDC1-C480-A1535FB840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4195351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28" name="Címkocka">
            <a:extLst>
              <a:ext uri="{FF2B5EF4-FFF2-40B4-BE49-F238E27FC236}">
                <a16:creationId xmlns:a16="http://schemas.microsoft.com/office/drawing/2014/main" id="{9F23C49B-A865-B011-2C14-D24E040C943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4235675"/>
            <a:ext cx="720000" cy="679675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29" name="Téglalap 228">
            <a:extLst>
              <a:ext uri="{FF2B5EF4-FFF2-40B4-BE49-F238E27FC236}">
                <a16:creationId xmlns:a16="http://schemas.microsoft.com/office/drawing/2014/main" id="{E85853B6-45A9-D727-4278-0979FCB57A5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4235675"/>
            <a:ext cx="720000" cy="679675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30" name="Téglalap 229">
            <a:extLst>
              <a:ext uri="{FF2B5EF4-FFF2-40B4-BE49-F238E27FC236}">
                <a16:creationId xmlns:a16="http://schemas.microsoft.com/office/drawing/2014/main" id="{05770209-C8BF-38E5-79AD-C93F763CA8F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4235675"/>
            <a:ext cx="720000" cy="679675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97" name="Téglalap 196">
            <a:extLst>
              <a:ext uri="{FF2B5EF4-FFF2-40B4-BE49-F238E27FC236}">
                <a16:creationId xmlns:a16="http://schemas.microsoft.com/office/drawing/2014/main" id="{B7F1B874-B3EF-DD05-883C-EFA14C7E87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4915351"/>
            <a:ext cx="720000" cy="679675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98" name="Téglalap 197">
            <a:extLst>
              <a:ext uri="{FF2B5EF4-FFF2-40B4-BE49-F238E27FC236}">
                <a16:creationId xmlns:a16="http://schemas.microsoft.com/office/drawing/2014/main" id="{B34A3980-5C3B-9F84-8D48-20CA7412E08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4915351"/>
            <a:ext cx="720000" cy="679675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99" name="Címkocka">
            <a:extLst>
              <a:ext uri="{FF2B5EF4-FFF2-40B4-BE49-F238E27FC236}">
                <a16:creationId xmlns:a16="http://schemas.microsoft.com/office/drawing/2014/main" id="{8475A093-F6B6-97B0-C571-8AB295FA63C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4915351"/>
            <a:ext cx="720000" cy="679675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00" name="Címkocka">
            <a:extLst>
              <a:ext uri="{FF2B5EF4-FFF2-40B4-BE49-F238E27FC236}">
                <a16:creationId xmlns:a16="http://schemas.microsoft.com/office/drawing/2014/main" id="{B8A3CBB2-4949-1383-C987-834C3C0212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4915351"/>
            <a:ext cx="720000" cy="679675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01" name="Címkocka">
            <a:extLst>
              <a:ext uri="{FF2B5EF4-FFF2-40B4-BE49-F238E27FC236}">
                <a16:creationId xmlns:a16="http://schemas.microsoft.com/office/drawing/2014/main" id="{AC962B35-6293-CCA3-F444-75CF9CAD49C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4915351"/>
            <a:ext cx="720000" cy="679675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03" name="Címkocka">
            <a:extLst>
              <a:ext uri="{FF2B5EF4-FFF2-40B4-BE49-F238E27FC236}">
                <a16:creationId xmlns:a16="http://schemas.microsoft.com/office/drawing/2014/main" id="{356BAC03-F91F-28ED-6604-9F61E9B5FC8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4915351"/>
            <a:ext cx="720000" cy="654869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388E3C">
                    <a:alpha val="50000"/>
                  </a:srgbClr>
                </a:solidFill>
                <a:latin typeface="Consolas" panose="020B0609020204030204" pitchFamily="49" charset="0"/>
              </a:rPr>
              <a:t>2</a:t>
            </a:r>
            <a:endParaRPr lang="hu-HU" sz="3600" b="1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04" name="Címkocka">
            <a:extLst>
              <a:ext uri="{FF2B5EF4-FFF2-40B4-BE49-F238E27FC236}">
                <a16:creationId xmlns:a16="http://schemas.microsoft.com/office/drawing/2014/main" id="{745BB348-468C-8E42-E9F5-9BA735021B4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4915351"/>
            <a:ext cx="720000" cy="654869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05" name="Címkocka">
            <a:extLst>
              <a:ext uri="{FF2B5EF4-FFF2-40B4-BE49-F238E27FC236}">
                <a16:creationId xmlns:a16="http://schemas.microsoft.com/office/drawing/2014/main" id="{12D2CDA0-E483-714C-663D-F8CF1C93F02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4915351"/>
            <a:ext cx="720000" cy="654869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06" name="Címkocka">
            <a:extLst>
              <a:ext uri="{FF2B5EF4-FFF2-40B4-BE49-F238E27FC236}">
                <a16:creationId xmlns:a16="http://schemas.microsoft.com/office/drawing/2014/main" id="{FFEFB11E-1EF1-C7EA-DF53-B51B3F904DC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4915351"/>
            <a:ext cx="720000" cy="654869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07" name="Címkocka">
            <a:extLst>
              <a:ext uri="{FF2B5EF4-FFF2-40B4-BE49-F238E27FC236}">
                <a16:creationId xmlns:a16="http://schemas.microsoft.com/office/drawing/2014/main" id="{EB2E84D4-7549-63D8-BFDD-0EB2CC0204F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4915351"/>
            <a:ext cx="720000" cy="654869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08" name="Címkocka">
            <a:extLst>
              <a:ext uri="{FF2B5EF4-FFF2-40B4-BE49-F238E27FC236}">
                <a16:creationId xmlns:a16="http://schemas.microsoft.com/office/drawing/2014/main" id="{7DA84B35-1DD1-D970-124D-C67B12F777B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4915351"/>
            <a:ext cx="720000" cy="654869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09" name="Címkocka">
            <a:extLst>
              <a:ext uri="{FF2B5EF4-FFF2-40B4-BE49-F238E27FC236}">
                <a16:creationId xmlns:a16="http://schemas.microsoft.com/office/drawing/2014/main" id="{5B3390C1-15B5-41F7-87A0-0D80B1035AF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4915351"/>
            <a:ext cx="720000" cy="654869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10" name="Címkocka">
            <a:extLst>
              <a:ext uri="{FF2B5EF4-FFF2-40B4-BE49-F238E27FC236}">
                <a16:creationId xmlns:a16="http://schemas.microsoft.com/office/drawing/2014/main" id="{0C13DABE-ECF8-55F7-9E62-7697D1C42C2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4915351"/>
            <a:ext cx="720000" cy="654869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11" name="Címkocka">
            <a:extLst>
              <a:ext uri="{FF2B5EF4-FFF2-40B4-BE49-F238E27FC236}">
                <a16:creationId xmlns:a16="http://schemas.microsoft.com/office/drawing/2014/main" id="{B3A21658-1EAF-91D9-F8EC-9D80B0DEE31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4915351"/>
            <a:ext cx="720000" cy="679675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12" name="Téglalap 211">
            <a:extLst>
              <a:ext uri="{FF2B5EF4-FFF2-40B4-BE49-F238E27FC236}">
                <a16:creationId xmlns:a16="http://schemas.microsoft.com/office/drawing/2014/main" id="{07DF53FC-9CB3-0C80-90ED-8A5E8985F3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4915351"/>
            <a:ext cx="720000" cy="679675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13" name="Téglalap 212">
            <a:extLst>
              <a:ext uri="{FF2B5EF4-FFF2-40B4-BE49-F238E27FC236}">
                <a16:creationId xmlns:a16="http://schemas.microsoft.com/office/drawing/2014/main" id="{0A3A02C8-1B15-622C-0FE8-D7ABE1C8475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4915351"/>
            <a:ext cx="720000" cy="679675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25" name="Téglalap 324">
            <a:extLst>
              <a:ext uri="{FF2B5EF4-FFF2-40B4-BE49-F238E27FC236}">
                <a16:creationId xmlns:a16="http://schemas.microsoft.com/office/drawing/2014/main" id="{D2D68B5A-53F5-0F7B-D85E-4CAA7791911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5595026"/>
            <a:ext cx="720000" cy="688928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26" name="Téglalap 325">
            <a:extLst>
              <a:ext uri="{FF2B5EF4-FFF2-40B4-BE49-F238E27FC236}">
                <a16:creationId xmlns:a16="http://schemas.microsoft.com/office/drawing/2014/main" id="{5AE6C53D-A867-B12B-9BAF-976D2E42E72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5595026"/>
            <a:ext cx="720000" cy="688928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27" name="Téglalap 326">
            <a:extLst>
              <a:ext uri="{FF2B5EF4-FFF2-40B4-BE49-F238E27FC236}">
                <a16:creationId xmlns:a16="http://schemas.microsoft.com/office/drawing/2014/main" id="{CF7C4095-97F4-2634-30B2-A3757EA202C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5595026"/>
            <a:ext cx="720000" cy="688928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28" name="Téglalap 327">
            <a:extLst>
              <a:ext uri="{FF2B5EF4-FFF2-40B4-BE49-F238E27FC236}">
                <a16:creationId xmlns:a16="http://schemas.microsoft.com/office/drawing/2014/main" id="{C7463360-FCC5-52EF-1E34-7D96EC7A92A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5595026"/>
            <a:ext cx="720000" cy="688928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29" name="Téglalap 328">
            <a:extLst>
              <a:ext uri="{FF2B5EF4-FFF2-40B4-BE49-F238E27FC236}">
                <a16:creationId xmlns:a16="http://schemas.microsoft.com/office/drawing/2014/main" id="{4BB94EEF-804D-7177-0195-CB2ED58C15A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5595026"/>
            <a:ext cx="720000" cy="688928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31" name="Téglalap 330">
            <a:extLst>
              <a:ext uri="{FF2B5EF4-FFF2-40B4-BE49-F238E27FC236}">
                <a16:creationId xmlns:a16="http://schemas.microsoft.com/office/drawing/2014/main" id="{8B9135AA-1721-4473-D25D-1421477FD2F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5563954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332" name="Téglalap 331">
            <a:extLst>
              <a:ext uri="{FF2B5EF4-FFF2-40B4-BE49-F238E27FC236}">
                <a16:creationId xmlns:a16="http://schemas.microsoft.com/office/drawing/2014/main" id="{0E3EDF18-5F9E-A760-11D4-BB427894887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5563954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33" name="Téglalap 332">
            <a:extLst>
              <a:ext uri="{FF2B5EF4-FFF2-40B4-BE49-F238E27FC236}">
                <a16:creationId xmlns:a16="http://schemas.microsoft.com/office/drawing/2014/main" id="{17E6852C-C597-7A0B-0662-FC15FB11088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5563954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34" name="Téglalap 333">
            <a:extLst>
              <a:ext uri="{FF2B5EF4-FFF2-40B4-BE49-F238E27FC236}">
                <a16:creationId xmlns:a16="http://schemas.microsoft.com/office/drawing/2014/main" id="{597BBF1F-9667-9DF0-EA17-02D2B782347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5563954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35" name="Téglalap 334">
            <a:extLst>
              <a:ext uri="{FF2B5EF4-FFF2-40B4-BE49-F238E27FC236}">
                <a16:creationId xmlns:a16="http://schemas.microsoft.com/office/drawing/2014/main" id="{6FB2670C-620F-E882-DF42-5AB4F145F4B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5563954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36" name="Téglalap 335">
            <a:extLst>
              <a:ext uri="{FF2B5EF4-FFF2-40B4-BE49-F238E27FC236}">
                <a16:creationId xmlns:a16="http://schemas.microsoft.com/office/drawing/2014/main" id="{D8331C25-3438-D112-A40A-55315DD9E4D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5563954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37" name="Téglalap 336">
            <a:extLst>
              <a:ext uri="{FF2B5EF4-FFF2-40B4-BE49-F238E27FC236}">
                <a16:creationId xmlns:a16="http://schemas.microsoft.com/office/drawing/2014/main" id="{D1EF06B3-EFD3-8672-5EF5-AAD574414B8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5563954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38" name="Téglalap 337">
            <a:extLst>
              <a:ext uri="{FF2B5EF4-FFF2-40B4-BE49-F238E27FC236}">
                <a16:creationId xmlns:a16="http://schemas.microsoft.com/office/drawing/2014/main" id="{9B23619A-9599-2DAD-1D2C-C57EEA1CA04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5563954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39" name="Téglalap 338">
            <a:extLst>
              <a:ext uri="{FF2B5EF4-FFF2-40B4-BE49-F238E27FC236}">
                <a16:creationId xmlns:a16="http://schemas.microsoft.com/office/drawing/2014/main" id="{485D52C8-D8A0-2E11-C456-EFD8049B75E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5582920"/>
            <a:ext cx="720000" cy="701034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340" name="Téglalap 339">
            <a:extLst>
              <a:ext uri="{FF2B5EF4-FFF2-40B4-BE49-F238E27FC236}">
                <a16:creationId xmlns:a16="http://schemas.microsoft.com/office/drawing/2014/main" id="{135B3A06-B41F-60D5-EA64-92A192E57B9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5582920"/>
            <a:ext cx="720000" cy="701034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341" name="Téglalap 340">
            <a:extLst>
              <a:ext uri="{FF2B5EF4-FFF2-40B4-BE49-F238E27FC236}">
                <a16:creationId xmlns:a16="http://schemas.microsoft.com/office/drawing/2014/main" id="{A37228DB-64A5-203D-5C63-DD30BECC3CE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5582920"/>
            <a:ext cx="720000" cy="701034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308" name="Téglalap 307">
            <a:extLst>
              <a:ext uri="{FF2B5EF4-FFF2-40B4-BE49-F238E27FC236}">
                <a16:creationId xmlns:a16="http://schemas.microsoft.com/office/drawing/2014/main" id="{F3458535-25B7-EB91-7C01-5A5BE7EFF98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6283954"/>
            <a:ext cx="720000" cy="720000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09" name="Téglalap 308">
            <a:extLst>
              <a:ext uri="{FF2B5EF4-FFF2-40B4-BE49-F238E27FC236}">
                <a16:creationId xmlns:a16="http://schemas.microsoft.com/office/drawing/2014/main" id="{5EC3B5DA-A466-82F6-3DF5-8D71D6992EC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6283954"/>
            <a:ext cx="720000" cy="720000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10" name="Téglalap 309">
            <a:extLst>
              <a:ext uri="{FF2B5EF4-FFF2-40B4-BE49-F238E27FC236}">
                <a16:creationId xmlns:a16="http://schemas.microsoft.com/office/drawing/2014/main" id="{BBAB10B9-A01D-3628-F812-1D1222B57C4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6283954"/>
            <a:ext cx="720000" cy="720000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11" name="Téglalap 310">
            <a:extLst>
              <a:ext uri="{FF2B5EF4-FFF2-40B4-BE49-F238E27FC236}">
                <a16:creationId xmlns:a16="http://schemas.microsoft.com/office/drawing/2014/main" id="{68A69056-A043-F262-46A3-1B17AD969A9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6283954"/>
            <a:ext cx="720000" cy="720000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12" name="Téglalap 311">
            <a:extLst>
              <a:ext uri="{FF2B5EF4-FFF2-40B4-BE49-F238E27FC236}">
                <a16:creationId xmlns:a16="http://schemas.microsoft.com/office/drawing/2014/main" id="{35AE2F90-66EB-0546-EDF9-9BB87087A0A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6283954"/>
            <a:ext cx="720000" cy="720000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14" name="Téglalap 313">
            <a:extLst>
              <a:ext uri="{FF2B5EF4-FFF2-40B4-BE49-F238E27FC236}">
                <a16:creationId xmlns:a16="http://schemas.microsoft.com/office/drawing/2014/main" id="{AA19B8FF-62B9-6F9E-86F7-AA09DA19BF6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6283954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315" name="Téglalap 314">
            <a:extLst>
              <a:ext uri="{FF2B5EF4-FFF2-40B4-BE49-F238E27FC236}">
                <a16:creationId xmlns:a16="http://schemas.microsoft.com/office/drawing/2014/main" id="{6E80C855-705F-3709-9121-AC31A73ABE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6283954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16" name="Téglalap 315">
            <a:extLst>
              <a:ext uri="{FF2B5EF4-FFF2-40B4-BE49-F238E27FC236}">
                <a16:creationId xmlns:a16="http://schemas.microsoft.com/office/drawing/2014/main" id="{49C6840E-D0A9-DC4D-6B1E-6DEEA449A4E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6283954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17" name="Téglalap 316">
            <a:extLst>
              <a:ext uri="{FF2B5EF4-FFF2-40B4-BE49-F238E27FC236}">
                <a16:creationId xmlns:a16="http://schemas.microsoft.com/office/drawing/2014/main" id="{F3071FFA-1001-19E2-B8ED-61E004320C4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6283954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18" name="Téglalap 317">
            <a:extLst>
              <a:ext uri="{FF2B5EF4-FFF2-40B4-BE49-F238E27FC236}">
                <a16:creationId xmlns:a16="http://schemas.microsoft.com/office/drawing/2014/main" id="{C3DFDC28-6C6A-9B9F-8F3E-FA82A98EB16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6283954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19" name="Téglalap 318">
            <a:extLst>
              <a:ext uri="{FF2B5EF4-FFF2-40B4-BE49-F238E27FC236}">
                <a16:creationId xmlns:a16="http://schemas.microsoft.com/office/drawing/2014/main" id="{CA2072B5-B1AF-A1A3-3C2D-F09A268AD14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6283954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20" name="Téglalap 319">
            <a:extLst>
              <a:ext uri="{FF2B5EF4-FFF2-40B4-BE49-F238E27FC236}">
                <a16:creationId xmlns:a16="http://schemas.microsoft.com/office/drawing/2014/main" id="{51DCCBFE-7C5D-F16C-47AE-D3EA7565FDE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6283954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21" name="Téglalap 320">
            <a:extLst>
              <a:ext uri="{FF2B5EF4-FFF2-40B4-BE49-F238E27FC236}">
                <a16:creationId xmlns:a16="http://schemas.microsoft.com/office/drawing/2014/main" id="{4E469EBD-1D44-1E6E-265C-D22ECBA0025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6283954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22" name="Téglalap 321">
            <a:extLst>
              <a:ext uri="{FF2B5EF4-FFF2-40B4-BE49-F238E27FC236}">
                <a16:creationId xmlns:a16="http://schemas.microsoft.com/office/drawing/2014/main" id="{0054E53A-8D5B-8AD2-D2B0-E5EE4CDDD89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6283954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23" name="Téglalap 322">
            <a:extLst>
              <a:ext uri="{FF2B5EF4-FFF2-40B4-BE49-F238E27FC236}">
                <a16:creationId xmlns:a16="http://schemas.microsoft.com/office/drawing/2014/main" id="{FED7EB2C-9A92-A0FC-7D71-EDF324F9BCB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6283954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24" name="Téglalap 323">
            <a:extLst>
              <a:ext uri="{FF2B5EF4-FFF2-40B4-BE49-F238E27FC236}">
                <a16:creationId xmlns:a16="http://schemas.microsoft.com/office/drawing/2014/main" id="{4FE65EAC-2F4F-C8D7-0864-EDBFF843081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6283954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19" name="Téglalap 118">
            <a:extLst>
              <a:ext uri="{FF2B5EF4-FFF2-40B4-BE49-F238E27FC236}">
                <a16:creationId xmlns:a16="http://schemas.microsoft.com/office/drawing/2014/main" id="{CCE170DE-CA21-3CC9-D60E-D14953E8E0D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-3674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20" name="Téglalap 119">
            <a:extLst>
              <a:ext uri="{FF2B5EF4-FFF2-40B4-BE49-F238E27FC236}">
                <a16:creationId xmlns:a16="http://schemas.microsoft.com/office/drawing/2014/main" id="{E415E090-F425-2073-B084-5319896EC21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-3674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38" name="Téglalap 137">
            <a:extLst>
              <a:ext uri="{FF2B5EF4-FFF2-40B4-BE49-F238E27FC236}">
                <a16:creationId xmlns:a16="http://schemas.microsoft.com/office/drawing/2014/main" id="{091DDB64-3EE1-CB59-CFB8-436C8BA53F9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716326"/>
            <a:ext cx="720000" cy="678224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39" name="Téglalap 138">
            <a:extLst>
              <a:ext uri="{FF2B5EF4-FFF2-40B4-BE49-F238E27FC236}">
                <a16:creationId xmlns:a16="http://schemas.microsoft.com/office/drawing/2014/main" id="{41CA1921-E014-8279-EA70-CED66F196A4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716326"/>
            <a:ext cx="720000" cy="678224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40" name="Téglalap 139">
            <a:extLst>
              <a:ext uri="{FF2B5EF4-FFF2-40B4-BE49-F238E27FC236}">
                <a16:creationId xmlns:a16="http://schemas.microsoft.com/office/drawing/2014/main" id="{98ACECA1-D431-C4B6-E1BC-A78D4FEBD98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716326"/>
            <a:ext cx="720000" cy="678224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41" name="Téglalap 140">
            <a:extLst>
              <a:ext uri="{FF2B5EF4-FFF2-40B4-BE49-F238E27FC236}">
                <a16:creationId xmlns:a16="http://schemas.microsoft.com/office/drawing/2014/main" id="{4F6875E1-D10C-8C1F-2F41-1FC0953C1C8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716326"/>
            <a:ext cx="720000" cy="678224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4000" b="1" dirty="0">
                <a:solidFill>
                  <a:srgbClr val="388E3C">
                    <a:alpha val="50000"/>
                  </a:srgbClr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150" name="Téglalap 149">
            <a:extLst>
              <a:ext uri="{FF2B5EF4-FFF2-40B4-BE49-F238E27FC236}">
                <a16:creationId xmlns:a16="http://schemas.microsoft.com/office/drawing/2014/main" id="{B855E669-2140-1A38-4F58-77F12D582E3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716326"/>
            <a:ext cx="720000" cy="678224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21" name="Téglalap 120">
            <a:extLst>
              <a:ext uri="{FF2B5EF4-FFF2-40B4-BE49-F238E27FC236}">
                <a16:creationId xmlns:a16="http://schemas.microsoft.com/office/drawing/2014/main" id="{CB925C90-57DD-533B-74C3-C295133D63A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-3674"/>
            <a:ext cx="720000" cy="720000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22" name="Téglalap 121">
            <a:extLst>
              <a:ext uri="{FF2B5EF4-FFF2-40B4-BE49-F238E27FC236}">
                <a16:creationId xmlns:a16="http://schemas.microsoft.com/office/drawing/2014/main" id="{C30CE4C7-49E3-977F-66A1-C2FBB5319E3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-3674"/>
            <a:ext cx="720000" cy="720000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23" name="Téglalap 122">
            <a:extLst>
              <a:ext uri="{FF2B5EF4-FFF2-40B4-BE49-F238E27FC236}">
                <a16:creationId xmlns:a16="http://schemas.microsoft.com/office/drawing/2014/main" id="{C8270EA7-FC07-11A8-D17E-A5A4B352114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-3674"/>
            <a:ext cx="720000" cy="720000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24" name="Téglalap 123">
            <a:extLst>
              <a:ext uri="{FF2B5EF4-FFF2-40B4-BE49-F238E27FC236}">
                <a16:creationId xmlns:a16="http://schemas.microsoft.com/office/drawing/2014/main" id="{34E3A389-94F1-035B-78AF-E67331BB0B0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-3674"/>
            <a:ext cx="720000" cy="720000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25" name="Téglalap 124">
            <a:extLst>
              <a:ext uri="{FF2B5EF4-FFF2-40B4-BE49-F238E27FC236}">
                <a16:creationId xmlns:a16="http://schemas.microsoft.com/office/drawing/2014/main" id="{C1264381-1677-7A7C-57EF-8378B72475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-3674"/>
            <a:ext cx="720000" cy="720000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26" name="Téglalap 125">
            <a:extLst>
              <a:ext uri="{FF2B5EF4-FFF2-40B4-BE49-F238E27FC236}">
                <a16:creationId xmlns:a16="http://schemas.microsoft.com/office/drawing/2014/main" id="{89E046B5-83F8-F1EF-C746-1C7C90F8210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-3674"/>
            <a:ext cx="720000" cy="720000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27" name="Téglalap 126">
            <a:extLst>
              <a:ext uri="{FF2B5EF4-FFF2-40B4-BE49-F238E27FC236}">
                <a16:creationId xmlns:a16="http://schemas.microsoft.com/office/drawing/2014/main" id="{EF4B6A38-6E71-D9AF-AF59-FB34A948C05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-3674"/>
            <a:ext cx="720000" cy="720000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28" name="Téglalap 127">
            <a:extLst>
              <a:ext uri="{FF2B5EF4-FFF2-40B4-BE49-F238E27FC236}">
                <a16:creationId xmlns:a16="http://schemas.microsoft.com/office/drawing/2014/main" id="{90D930FF-AA14-B036-CF80-DB2F635633B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-3674"/>
            <a:ext cx="720000" cy="720000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29" name="Téglalap 128">
            <a:extLst>
              <a:ext uri="{FF2B5EF4-FFF2-40B4-BE49-F238E27FC236}">
                <a16:creationId xmlns:a16="http://schemas.microsoft.com/office/drawing/2014/main" id="{EA130558-E111-55FD-8FFC-6E3CCF8ED62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-3674"/>
            <a:ext cx="720000" cy="720000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30" name="Téglalap 129">
            <a:extLst>
              <a:ext uri="{FF2B5EF4-FFF2-40B4-BE49-F238E27FC236}">
                <a16:creationId xmlns:a16="http://schemas.microsoft.com/office/drawing/2014/main" id="{E0342220-3D4B-6418-D6D5-FAAB5C68912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-3674"/>
            <a:ext cx="720000" cy="720000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31" name="Téglalap 130">
            <a:extLst>
              <a:ext uri="{FF2B5EF4-FFF2-40B4-BE49-F238E27FC236}">
                <a16:creationId xmlns:a16="http://schemas.microsoft.com/office/drawing/2014/main" id="{AD84F576-2EFD-B8E0-ADF9-51CC01927B9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-3674"/>
            <a:ext cx="720000" cy="720000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42" name="Téglalap 141">
            <a:extLst>
              <a:ext uri="{FF2B5EF4-FFF2-40B4-BE49-F238E27FC236}">
                <a16:creationId xmlns:a16="http://schemas.microsoft.com/office/drawing/2014/main" id="{5AC91BB4-6664-61DE-E8B5-8EE76705FB9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716326"/>
            <a:ext cx="720000" cy="678224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43" name="Téglalap 142">
            <a:extLst>
              <a:ext uri="{FF2B5EF4-FFF2-40B4-BE49-F238E27FC236}">
                <a16:creationId xmlns:a16="http://schemas.microsoft.com/office/drawing/2014/main" id="{5F88ABB1-EB35-C75D-CEFE-5E883285371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716326"/>
            <a:ext cx="720000" cy="678224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44" name="Téglalap 143">
            <a:extLst>
              <a:ext uri="{FF2B5EF4-FFF2-40B4-BE49-F238E27FC236}">
                <a16:creationId xmlns:a16="http://schemas.microsoft.com/office/drawing/2014/main" id="{6CD9D231-59CA-BF53-76DA-23F9EAFE2C5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716326"/>
            <a:ext cx="720000" cy="678224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45" name="Téglalap 144">
            <a:extLst>
              <a:ext uri="{FF2B5EF4-FFF2-40B4-BE49-F238E27FC236}">
                <a16:creationId xmlns:a16="http://schemas.microsoft.com/office/drawing/2014/main" id="{4EE6339B-E3DD-5022-3B5E-DAC267299D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716326"/>
            <a:ext cx="720000" cy="678224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46" name="Téglalap 145">
            <a:extLst>
              <a:ext uri="{FF2B5EF4-FFF2-40B4-BE49-F238E27FC236}">
                <a16:creationId xmlns:a16="http://schemas.microsoft.com/office/drawing/2014/main" id="{3AF588E2-218D-5BF2-606E-9BFC294265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716326"/>
            <a:ext cx="720000" cy="678224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47" name="Téglalap 146">
            <a:extLst>
              <a:ext uri="{FF2B5EF4-FFF2-40B4-BE49-F238E27FC236}">
                <a16:creationId xmlns:a16="http://schemas.microsoft.com/office/drawing/2014/main" id="{5A0D4832-736B-4FA7-8A4F-863044ADD61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716326"/>
            <a:ext cx="720000" cy="678224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48" name="Téglalap 147">
            <a:extLst>
              <a:ext uri="{FF2B5EF4-FFF2-40B4-BE49-F238E27FC236}">
                <a16:creationId xmlns:a16="http://schemas.microsoft.com/office/drawing/2014/main" id="{1263806C-2264-5A47-BA37-C282C837D3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716326"/>
            <a:ext cx="720000" cy="678224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49" name="Téglalap 148">
            <a:extLst>
              <a:ext uri="{FF2B5EF4-FFF2-40B4-BE49-F238E27FC236}">
                <a16:creationId xmlns:a16="http://schemas.microsoft.com/office/drawing/2014/main" id="{136B9FCD-4231-CD7E-5519-D31DF79F10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716326"/>
            <a:ext cx="720000" cy="678224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19" name="Címkocka">
            <a:extLst>
              <a:ext uri="{FF2B5EF4-FFF2-40B4-BE49-F238E27FC236}">
                <a16:creationId xmlns:a16="http://schemas.microsoft.com/office/drawing/2014/main" id="{4514AD32-EEB1-8602-B95C-A9D59108BFF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4235675"/>
            <a:ext cx="720000" cy="679675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20" name="Címkocka">
            <a:extLst>
              <a:ext uri="{FF2B5EF4-FFF2-40B4-BE49-F238E27FC236}">
                <a16:creationId xmlns:a16="http://schemas.microsoft.com/office/drawing/2014/main" id="{FC137931-D451-CD1C-B462-0A55168CEB2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4235675"/>
            <a:ext cx="720000" cy="679675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21" name="Címkocka">
            <a:extLst>
              <a:ext uri="{FF2B5EF4-FFF2-40B4-BE49-F238E27FC236}">
                <a16:creationId xmlns:a16="http://schemas.microsoft.com/office/drawing/2014/main" id="{0598E2D5-F9F0-851C-CDB7-7B665327D18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4235675"/>
            <a:ext cx="720000" cy="679675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25" name="Címkocka">
            <a:extLst>
              <a:ext uri="{FF2B5EF4-FFF2-40B4-BE49-F238E27FC236}">
                <a16:creationId xmlns:a16="http://schemas.microsoft.com/office/drawing/2014/main" id="{4C0A37D1-56FF-16F6-7539-F1A23E11608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4195351"/>
            <a:ext cx="720000" cy="720000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02" name="Címkocka">
            <a:extLst>
              <a:ext uri="{FF2B5EF4-FFF2-40B4-BE49-F238E27FC236}">
                <a16:creationId xmlns:a16="http://schemas.microsoft.com/office/drawing/2014/main" id="{13091425-4148-66F1-3C41-B8E2DF226DD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4915351"/>
            <a:ext cx="720000" cy="679675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30" name="Téglalap 329">
            <a:extLst>
              <a:ext uri="{FF2B5EF4-FFF2-40B4-BE49-F238E27FC236}">
                <a16:creationId xmlns:a16="http://schemas.microsoft.com/office/drawing/2014/main" id="{A5FAE12D-BD01-B592-85C3-4A936DAFAD5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5595026"/>
            <a:ext cx="720000" cy="688928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13" name="Téglalap 312">
            <a:extLst>
              <a:ext uri="{FF2B5EF4-FFF2-40B4-BE49-F238E27FC236}">
                <a16:creationId xmlns:a16="http://schemas.microsoft.com/office/drawing/2014/main" id="{FE5C9026-108F-D037-23FA-4A90AD698DB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6283954"/>
            <a:ext cx="720000" cy="720000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15D36CF4-79AA-987A-8A04-0E012BF85AD9}"/>
              </a:ext>
            </a:extLst>
          </p:cNvPr>
          <p:cNvSpPr txBox="1"/>
          <p:nvPr/>
        </p:nvSpPr>
        <p:spPr>
          <a:xfrm>
            <a:off x="-10280318" y="716326"/>
            <a:ext cx="609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600" b="1" dirty="0"/>
              <a:t>Játék lényege</a:t>
            </a:r>
          </a:p>
        </p:txBody>
      </p:sp>
      <p:grpSp>
        <p:nvGrpSpPr>
          <p:cNvPr id="191" name="Csoportba foglalás 190">
            <a:extLst>
              <a:ext uri="{FF2B5EF4-FFF2-40B4-BE49-F238E27FC236}">
                <a16:creationId xmlns:a16="http://schemas.microsoft.com/office/drawing/2014/main" id="{C0B9FBD9-E4A8-4010-85D3-34BEFAA10CC5}"/>
              </a:ext>
            </a:extLst>
          </p:cNvPr>
          <p:cNvGrpSpPr/>
          <p:nvPr/>
        </p:nvGrpSpPr>
        <p:grpSpPr>
          <a:xfrm>
            <a:off x="-24027" y="-70779"/>
            <a:ext cx="12268027" cy="7195479"/>
            <a:chOff x="-24027" y="-70779"/>
            <a:chExt cx="12268027" cy="7195479"/>
          </a:xfrm>
        </p:grpSpPr>
        <p:cxnSp>
          <p:nvCxnSpPr>
            <p:cNvPr id="192" name="Egyenes összekötő 191">
              <a:extLst>
                <a:ext uri="{FF2B5EF4-FFF2-40B4-BE49-F238E27FC236}">
                  <a16:creationId xmlns:a16="http://schemas.microsoft.com/office/drawing/2014/main" id="{786895B2-5C4D-498C-A8B4-DD46E94427D7}"/>
                </a:ext>
              </a:extLst>
            </p:cNvPr>
            <p:cNvCxnSpPr/>
            <p:nvPr/>
          </p:nvCxnSpPr>
          <p:spPr>
            <a:xfrm>
              <a:off x="0" y="735376"/>
              <a:ext cx="720000" cy="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gyenes összekötő 192">
              <a:extLst>
                <a:ext uri="{FF2B5EF4-FFF2-40B4-BE49-F238E27FC236}">
                  <a16:creationId xmlns:a16="http://schemas.microsoft.com/office/drawing/2014/main" id="{0EE3D064-5B7E-491A-A46A-7047AE44C58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9241" y="-51303"/>
              <a:ext cx="1" cy="806155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gyenes összekötő 193">
              <a:extLst>
                <a:ext uri="{FF2B5EF4-FFF2-40B4-BE49-F238E27FC236}">
                  <a16:creationId xmlns:a16="http://schemas.microsoft.com/office/drawing/2014/main" id="{41F8524D-D04C-43EC-BA15-A1325E56FC2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71377" y="-70779"/>
              <a:ext cx="1" cy="806155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gyenes összekötő 194">
              <a:extLst>
                <a:ext uri="{FF2B5EF4-FFF2-40B4-BE49-F238E27FC236}">
                  <a16:creationId xmlns:a16="http://schemas.microsoft.com/office/drawing/2014/main" id="{8157565C-625C-4141-BEB7-33982CB605EA}"/>
                </a:ext>
              </a:extLst>
            </p:cNvPr>
            <p:cNvCxnSpPr>
              <a:cxnSpLocks/>
            </p:cNvCxnSpPr>
            <p:nvPr/>
          </p:nvCxnSpPr>
          <p:spPr>
            <a:xfrm>
              <a:off x="2853193" y="735376"/>
              <a:ext cx="1468807" cy="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Egyenes összekötő 195">
              <a:extLst>
                <a:ext uri="{FF2B5EF4-FFF2-40B4-BE49-F238E27FC236}">
                  <a16:creationId xmlns:a16="http://schemas.microsoft.com/office/drawing/2014/main" id="{CD142865-24A3-4AEC-A3DB-A1DB6C27C575}"/>
                </a:ext>
              </a:extLst>
            </p:cNvPr>
            <p:cNvCxnSpPr>
              <a:cxnSpLocks/>
            </p:cNvCxnSpPr>
            <p:nvPr/>
          </p:nvCxnSpPr>
          <p:spPr>
            <a:xfrm>
              <a:off x="4302755" y="735376"/>
              <a:ext cx="1" cy="70095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Egyenes összekötő 230">
              <a:extLst>
                <a:ext uri="{FF2B5EF4-FFF2-40B4-BE49-F238E27FC236}">
                  <a16:creationId xmlns:a16="http://schemas.microsoft.com/office/drawing/2014/main" id="{534A036B-4C49-4529-9A89-2BDB5C2473C3}"/>
                </a:ext>
              </a:extLst>
            </p:cNvPr>
            <p:cNvCxnSpPr>
              <a:cxnSpLocks/>
            </p:cNvCxnSpPr>
            <p:nvPr/>
          </p:nvCxnSpPr>
          <p:spPr>
            <a:xfrm>
              <a:off x="4293193" y="1440182"/>
              <a:ext cx="5790807" cy="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Egyenes összekötő 231">
              <a:extLst>
                <a:ext uri="{FF2B5EF4-FFF2-40B4-BE49-F238E27FC236}">
                  <a16:creationId xmlns:a16="http://schemas.microsoft.com/office/drawing/2014/main" id="{9D3CD8BC-AB22-4016-A610-1079954AB933}"/>
                </a:ext>
              </a:extLst>
            </p:cNvPr>
            <p:cNvCxnSpPr>
              <a:cxnSpLocks/>
            </p:cNvCxnSpPr>
            <p:nvPr/>
          </p:nvCxnSpPr>
          <p:spPr>
            <a:xfrm>
              <a:off x="10084000" y="735376"/>
              <a:ext cx="2160000" cy="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Egyenes összekötő 266">
              <a:extLst>
                <a:ext uri="{FF2B5EF4-FFF2-40B4-BE49-F238E27FC236}">
                  <a16:creationId xmlns:a16="http://schemas.microsoft.com/office/drawing/2014/main" id="{19CC5501-793B-4472-9E4B-784D59F6062F}"/>
                </a:ext>
              </a:extLst>
            </p:cNvPr>
            <p:cNvCxnSpPr>
              <a:cxnSpLocks/>
            </p:cNvCxnSpPr>
            <p:nvPr/>
          </p:nvCxnSpPr>
          <p:spPr>
            <a:xfrm>
              <a:off x="10103244" y="735376"/>
              <a:ext cx="40" cy="72476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Egyenes összekötő 267">
              <a:extLst>
                <a:ext uri="{FF2B5EF4-FFF2-40B4-BE49-F238E27FC236}">
                  <a16:creationId xmlns:a16="http://schemas.microsoft.com/office/drawing/2014/main" id="{AB35CE36-7B2E-4C7C-AD5D-550D65AC9927}"/>
                </a:ext>
              </a:extLst>
            </p:cNvPr>
            <p:cNvCxnSpPr>
              <a:cxnSpLocks/>
            </p:cNvCxnSpPr>
            <p:nvPr/>
          </p:nvCxnSpPr>
          <p:spPr>
            <a:xfrm>
              <a:off x="-24027" y="4191362"/>
              <a:ext cx="5790807" cy="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Egyenes összekötő 268">
              <a:extLst>
                <a:ext uri="{FF2B5EF4-FFF2-40B4-BE49-F238E27FC236}">
                  <a16:creationId xmlns:a16="http://schemas.microsoft.com/office/drawing/2014/main" id="{775E6AF9-682C-4F3C-A11A-C95D56A464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78509" y="4172436"/>
              <a:ext cx="1" cy="742915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Egyenes összekötő 269">
              <a:extLst>
                <a:ext uri="{FF2B5EF4-FFF2-40B4-BE49-F238E27FC236}">
                  <a16:creationId xmlns:a16="http://schemas.microsoft.com/office/drawing/2014/main" id="{88F0A1B4-E09E-4449-B27A-45572AF4ECF8}"/>
                </a:ext>
              </a:extLst>
            </p:cNvPr>
            <p:cNvCxnSpPr>
              <a:cxnSpLocks/>
            </p:cNvCxnSpPr>
            <p:nvPr/>
          </p:nvCxnSpPr>
          <p:spPr>
            <a:xfrm>
              <a:off x="4322000" y="4934531"/>
              <a:ext cx="1475950" cy="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Egyenes összekötő 270">
              <a:extLst>
                <a:ext uri="{FF2B5EF4-FFF2-40B4-BE49-F238E27FC236}">
                  <a16:creationId xmlns:a16="http://schemas.microsoft.com/office/drawing/2014/main" id="{1DB39149-C4CB-4451-903A-704DB5C4DE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39975" y="4947867"/>
              <a:ext cx="1" cy="2176833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Egyenes összekötő 271">
              <a:extLst>
                <a:ext uri="{FF2B5EF4-FFF2-40B4-BE49-F238E27FC236}">
                  <a16:creationId xmlns:a16="http://schemas.microsoft.com/office/drawing/2014/main" id="{92ED3A8D-BEBE-4D85-B9A7-FEC1DC28ABD8}"/>
                </a:ext>
              </a:extLst>
            </p:cNvPr>
            <p:cNvCxnSpPr>
              <a:cxnSpLocks/>
            </p:cNvCxnSpPr>
            <p:nvPr/>
          </p:nvCxnSpPr>
          <p:spPr>
            <a:xfrm>
              <a:off x="7906453" y="4194465"/>
              <a:ext cx="1368" cy="753402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Egyenes összekötő 272">
              <a:extLst>
                <a:ext uri="{FF2B5EF4-FFF2-40B4-BE49-F238E27FC236}">
                  <a16:creationId xmlns:a16="http://schemas.microsoft.com/office/drawing/2014/main" id="{E677547E-5386-4599-905C-FDB9206292A4}"/>
                </a:ext>
              </a:extLst>
            </p:cNvPr>
            <p:cNvCxnSpPr>
              <a:cxnSpLocks/>
            </p:cNvCxnSpPr>
            <p:nvPr/>
          </p:nvCxnSpPr>
          <p:spPr>
            <a:xfrm>
              <a:off x="8663690" y="4172436"/>
              <a:ext cx="0" cy="764943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Egyenes összekötő 273">
              <a:extLst>
                <a:ext uri="{FF2B5EF4-FFF2-40B4-BE49-F238E27FC236}">
                  <a16:creationId xmlns:a16="http://schemas.microsoft.com/office/drawing/2014/main" id="{F69C93FE-7E7A-4FB2-9BA3-80CE2BCCBA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86128" y="4177319"/>
              <a:ext cx="777561" cy="2383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Egyenes összekötő 274">
              <a:extLst>
                <a:ext uri="{FF2B5EF4-FFF2-40B4-BE49-F238E27FC236}">
                  <a16:creationId xmlns:a16="http://schemas.microsoft.com/office/drawing/2014/main" id="{FB015DF3-E793-4322-9E48-162A24111E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02309" y="4926611"/>
              <a:ext cx="777561" cy="2383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Egyenes összekötő 275">
              <a:extLst>
                <a:ext uri="{FF2B5EF4-FFF2-40B4-BE49-F238E27FC236}">
                  <a16:creationId xmlns:a16="http://schemas.microsoft.com/office/drawing/2014/main" id="{341D9FB2-CCC6-4930-A077-E5F760E069BB}"/>
                </a:ext>
              </a:extLst>
            </p:cNvPr>
            <p:cNvCxnSpPr>
              <a:cxnSpLocks/>
            </p:cNvCxnSpPr>
            <p:nvPr/>
          </p:nvCxnSpPr>
          <p:spPr>
            <a:xfrm>
              <a:off x="10779919" y="4895077"/>
              <a:ext cx="1464081" cy="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Egyenes összekötő 276">
              <a:extLst>
                <a:ext uri="{FF2B5EF4-FFF2-40B4-BE49-F238E27FC236}">
                  <a16:creationId xmlns:a16="http://schemas.microsoft.com/office/drawing/2014/main" id="{2D637E26-39C3-4BAC-8F89-3F0ACB8AE10D}"/>
                </a:ext>
              </a:extLst>
            </p:cNvPr>
            <p:cNvCxnSpPr>
              <a:cxnSpLocks/>
            </p:cNvCxnSpPr>
            <p:nvPr/>
          </p:nvCxnSpPr>
          <p:spPr>
            <a:xfrm>
              <a:off x="10784681" y="4876800"/>
              <a:ext cx="0" cy="72390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Egyenes összekötő 277">
              <a:extLst>
                <a:ext uri="{FF2B5EF4-FFF2-40B4-BE49-F238E27FC236}">
                  <a16:creationId xmlns:a16="http://schemas.microsoft.com/office/drawing/2014/main" id="{5BA33D01-ED38-4B86-AF51-1B2921E5CC61}"/>
                </a:ext>
              </a:extLst>
            </p:cNvPr>
            <p:cNvCxnSpPr>
              <a:cxnSpLocks/>
            </p:cNvCxnSpPr>
            <p:nvPr/>
          </p:nvCxnSpPr>
          <p:spPr>
            <a:xfrm>
              <a:off x="10779919" y="5583259"/>
              <a:ext cx="1464081" cy="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" name="Egyenes összekötő 5">
            <a:extLst>
              <a:ext uri="{FF2B5EF4-FFF2-40B4-BE49-F238E27FC236}">
                <a16:creationId xmlns:a16="http://schemas.microsoft.com/office/drawing/2014/main" id="{577A63EE-F970-A264-F66C-768B546903E2}"/>
              </a:ext>
            </a:extLst>
          </p:cNvPr>
          <p:cNvCxnSpPr>
            <a:cxnSpLocks/>
          </p:cNvCxnSpPr>
          <p:nvPr/>
        </p:nvCxnSpPr>
        <p:spPr>
          <a:xfrm>
            <a:off x="81023" y="1341548"/>
            <a:ext cx="12244000" cy="1594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zövegdoboz 6">
            <a:extLst>
              <a:ext uri="{FF2B5EF4-FFF2-40B4-BE49-F238E27FC236}">
                <a16:creationId xmlns:a16="http://schemas.microsoft.com/office/drawing/2014/main" id="{DE26B205-6AE3-370D-DB5F-0C6CD420A48A}"/>
              </a:ext>
            </a:extLst>
          </p:cNvPr>
          <p:cNvSpPr txBox="1"/>
          <p:nvPr/>
        </p:nvSpPr>
        <p:spPr>
          <a:xfrm>
            <a:off x="-10014101" y="1828800"/>
            <a:ext cx="1001210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400" b="1" dirty="0"/>
              <a:t>A játék egy négyzetes rácsból áll, ahol minden mező egy cella.</a:t>
            </a:r>
          </a:p>
          <a:p>
            <a:endParaRPr lang="hu-HU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400" b="1" dirty="0"/>
              <a:t>Az első kattintás után véletlenszerűen aknák generálódnak, kivéve a kezdő mező környékét.</a:t>
            </a:r>
          </a:p>
          <a:p>
            <a:endParaRPr lang="hu-HU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400" b="1" dirty="0"/>
              <a:t>A nem aknás mezők számot kapnak, ami megmutatja hány akna van a szomszédban.</a:t>
            </a:r>
          </a:p>
          <a:p>
            <a:endParaRPr lang="hu-HU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400" b="1" dirty="0"/>
              <a:t>Bal kattintással mezőt felfedsz, üres mezőnél a környező üres részek is kinyílnak.</a:t>
            </a:r>
          </a:p>
          <a:p>
            <a:endParaRPr lang="hu-HU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400" b="1" dirty="0"/>
              <a:t>Jobb kattintással zászlót tehetsz, és aknára lépve a játék véget ér. </a:t>
            </a:r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B7C15E7C-C8C4-50DA-CA56-EBA5E819C9D0}"/>
              </a:ext>
            </a:extLst>
          </p:cNvPr>
          <p:cNvSpPr txBox="1"/>
          <p:nvPr/>
        </p:nvSpPr>
        <p:spPr>
          <a:xfrm>
            <a:off x="0" y="716326"/>
            <a:ext cx="609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600" b="1" dirty="0" err="1"/>
              <a:t>Menu.cs</a:t>
            </a:r>
            <a:r>
              <a:rPr lang="hu-HU" sz="3600" b="1" dirty="0"/>
              <a:t> – fontos részek</a:t>
            </a:r>
          </a:p>
        </p:txBody>
      </p:sp>
      <p:sp>
        <p:nvSpPr>
          <p:cNvPr id="13" name="Szövegdoboz 12">
            <a:extLst>
              <a:ext uri="{FF2B5EF4-FFF2-40B4-BE49-F238E27FC236}">
                <a16:creationId xmlns:a16="http://schemas.microsoft.com/office/drawing/2014/main" id="{38C76E68-803D-28C0-1554-B5D4FE4848E1}"/>
              </a:ext>
            </a:extLst>
          </p:cNvPr>
          <p:cNvSpPr txBox="1"/>
          <p:nvPr/>
        </p:nvSpPr>
        <p:spPr>
          <a:xfrm>
            <a:off x="266217" y="1828800"/>
            <a:ext cx="1001210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400" b="1" dirty="0" err="1"/>
              <a:t>Menu</a:t>
            </a:r>
            <a:r>
              <a:rPr lang="hu-HU" sz="2400" b="1" dirty="0"/>
              <a:t>(): létrehozza a menüt és beállítja az átméretezést.</a:t>
            </a:r>
          </a:p>
          <a:p>
            <a:endParaRPr lang="hu-HU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400" b="1" dirty="0" err="1"/>
              <a:t>menuElemek</a:t>
            </a:r>
            <a:r>
              <a:rPr lang="hu-HU" sz="2400" b="1" dirty="0"/>
              <a:t>(): felépíti a teljes UI-t (cím, nehézség, méret, start gomb). </a:t>
            </a:r>
            <a:r>
              <a:rPr lang="hu-HU" sz="2400" b="1" dirty="0" err="1"/>
              <a:t>startBTN.Click</a:t>
            </a:r>
            <a:r>
              <a:rPr lang="hu-HU" sz="2400" b="1" dirty="0"/>
              <a:t>: kiolvassa a beállításokat, elindítja a játékot (</a:t>
            </a:r>
            <a:r>
              <a:rPr lang="hu-HU" b="1" dirty="0" err="1"/>
              <a:t>Jatekter</a:t>
            </a:r>
            <a:r>
              <a:rPr lang="hu-HU" sz="2400" b="1" dirty="0"/>
              <a:t>), elrejti a menüt, majd visszahozza. </a:t>
            </a:r>
          </a:p>
          <a:p>
            <a:endParaRPr lang="hu-HU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400" b="1" dirty="0" err="1"/>
              <a:t>ClientSizeChanged</a:t>
            </a:r>
            <a:r>
              <a:rPr lang="hu-HU" sz="2400" b="1" dirty="0"/>
              <a:t>: automatikusan skálázza a </a:t>
            </a:r>
            <a:r>
              <a:rPr lang="hu-HU" sz="2400" b="1" dirty="0" err="1"/>
              <a:t>ComboBoxokat</a:t>
            </a:r>
            <a:r>
              <a:rPr lang="hu-HU" sz="2400" b="1" dirty="0"/>
              <a:t>.</a:t>
            </a:r>
          </a:p>
        </p:txBody>
      </p:sp>
      <p:sp>
        <p:nvSpPr>
          <p:cNvPr id="14" name="Szövegdoboz 13">
            <a:extLst>
              <a:ext uri="{FF2B5EF4-FFF2-40B4-BE49-F238E27FC236}">
                <a16:creationId xmlns:a16="http://schemas.microsoft.com/office/drawing/2014/main" id="{EE834F2E-B73E-FA68-E923-6D6DE30AE602}"/>
              </a:ext>
            </a:extLst>
          </p:cNvPr>
          <p:cNvSpPr txBox="1"/>
          <p:nvPr/>
        </p:nvSpPr>
        <p:spPr>
          <a:xfrm>
            <a:off x="12243000" y="716326"/>
            <a:ext cx="609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600" b="1" dirty="0" err="1"/>
              <a:t>Jatekter.cs</a:t>
            </a:r>
            <a:r>
              <a:rPr lang="hu-HU" sz="3600" b="1" dirty="0"/>
              <a:t> – fontos részek</a:t>
            </a:r>
          </a:p>
        </p:txBody>
      </p:sp>
      <p:sp>
        <p:nvSpPr>
          <p:cNvPr id="15" name="Szövegdoboz 14">
            <a:extLst>
              <a:ext uri="{FF2B5EF4-FFF2-40B4-BE49-F238E27FC236}">
                <a16:creationId xmlns:a16="http://schemas.microsoft.com/office/drawing/2014/main" id="{1BADECCE-AAF0-A4E0-65EF-2A8F3111ED47}"/>
              </a:ext>
            </a:extLst>
          </p:cNvPr>
          <p:cNvSpPr txBox="1"/>
          <p:nvPr/>
        </p:nvSpPr>
        <p:spPr>
          <a:xfrm>
            <a:off x="12509217" y="1828800"/>
            <a:ext cx="10012101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b="1" dirty="0" err="1"/>
              <a:t>Jatekter</a:t>
            </a:r>
            <a:r>
              <a:rPr lang="hu-HU" sz="2400" b="1" dirty="0"/>
              <a:t>()</a:t>
            </a:r>
            <a:r>
              <a:rPr lang="hu-HU" sz="2400" dirty="0"/>
              <a:t>: létrehozza a pályát (rács + cellák + képek). 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b="1" dirty="0" err="1"/>
              <a:t>Kattintas</a:t>
            </a:r>
            <a:r>
              <a:rPr lang="hu-HU" sz="2400" b="1" dirty="0"/>
              <a:t>()</a:t>
            </a:r>
            <a:r>
              <a:rPr lang="hu-HU" sz="2400" dirty="0"/>
              <a:t>: kezeli a bal (felfedés) és jobb (zászló) kattintást, itt indul a játék logika. 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b="1" dirty="0" err="1"/>
              <a:t>aknaLetrehoz</a:t>
            </a:r>
            <a:r>
              <a:rPr lang="hu-HU" sz="2400" b="1" dirty="0"/>
              <a:t>()</a:t>
            </a:r>
            <a:r>
              <a:rPr lang="hu-HU" sz="2400" dirty="0"/>
              <a:t>: első kattintás után generálja az aknákat és a számokat.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b="1" dirty="0" err="1"/>
              <a:t>ellenoriz</a:t>
            </a:r>
            <a:r>
              <a:rPr lang="hu-HU" sz="2400" b="1" dirty="0"/>
              <a:t>()</a:t>
            </a:r>
            <a:r>
              <a:rPr lang="hu-HU" sz="2400" dirty="0"/>
              <a:t>: üres mezők automatikus terjedő felfedése. 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b="1" dirty="0"/>
              <a:t>felfed()</a:t>
            </a:r>
            <a:r>
              <a:rPr lang="hu-HU" sz="2400" dirty="0"/>
              <a:t>: játék vége, minden mező megmutatása és kiértékelés. 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b="1" dirty="0" err="1"/>
              <a:t>teleEllenoriz</a:t>
            </a:r>
            <a:r>
              <a:rPr lang="hu-HU" sz="2400" b="1" dirty="0"/>
              <a:t>()</a:t>
            </a:r>
            <a:r>
              <a:rPr lang="hu-HU" sz="2400" dirty="0"/>
              <a:t>: ellenőrzi, hogy a játék kész van-e (győzelem feltétel). 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b="1" dirty="0" err="1"/>
              <a:t>aknaKorulotte</a:t>
            </a:r>
            <a:r>
              <a:rPr lang="hu-HU" sz="2400" b="1" dirty="0"/>
              <a:t>()</a:t>
            </a:r>
            <a:r>
              <a:rPr lang="hu-HU" sz="2400" dirty="0"/>
              <a:t>: megakadályozza, hogy a kezdő mező közelébe akna kerüljön.</a:t>
            </a:r>
            <a:endParaRPr lang="hu-HU" sz="2400" b="1" dirty="0"/>
          </a:p>
        </p:txBody>
      </p:sp>
    </p:spTree>
    <p:extLst>
      <p:ext uri="{BB962C8B-B14F-4D97-AF65-F5344CB8AC3E}">
        <p14:creationId xmlns:p14="http://schemas.microsoft.com/office/powerpoint/2010/main" val="25191445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D6DEA-9D5F-9C11-EAED-34034E3C0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870F9395-FF7C-DE64-D0CC-A6830F8DD83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3674"/>
            <a:ext cx="720000" cy="720000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14" name="Téglalap 113">
            <a:extLst>
              <a:ext uri="{FF2B5EF4-FFF2-40B4-BE49-F238E27FC236}">
                <a16:creationId xmlns:a16="http://schemas.microsoft.com/office/drawing/2014/main" id="{3B5DCC5A-DBBA-7BFA-E9BB-C91BBDAE86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-3674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32" name="Téglalap 131">
            <a:extLst>
              <a:ext uri="{FF2B5EF4-FFF2-40B4-BE49-F238E27FC236}">
                <a16:creationId xmlns:a16="http://schemas.microsoft.com/office/drawing/2014/main" id="{B872E6F9-6031-A899-2727-9E6C612E465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-3674"/>
            <a:ext cx="720000" cy="720000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33" name="Téglalap 132">
            <a:extLst>
              <a:ext uri="{FF2B5EF4-FFF2-40B4-BE49-F238E27FC236}">
                <a16:creationId xmlns:a16="http://schemas.microsoft.com/office/drawing/2014/main" id="{0FD16CD9-45F5-79FF-EF65-ACFE0F5FBD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-3674"/>
            <a:ext cx="720000" cy="720000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36" name="Téglalap 135">
            <a:extLst>
              <a:ext uri="{FF2B5EF4-FFF2-40B4-BE49-F238E27FC236}">
                <a16:creationId xmlns:a16="http://schemas.microsoft.com/office/drawing/2014/main" id="{FF1C7ABA-C5C0-F83B-89CE-18EBD784EFA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716326"/>
            <a:ext cx="720000" cy="678224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37" name="Téglalap 136">
            <a:extLst>
              <a:ext uri="{FF2B5EF4-FFF2-40B4-BE49-F238E27FC236}">
                <a16:creationId xmlns:a16="http://schemas.microsoft.com/office/drawing/2014/main" id="{DA21D7AF-8C96-9E9A-085B-D27ED19614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716326"/>
            <a:ext cx="720000" cy="678224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51" name="Téglalap 150">
            <a:extLst>
              <a:ext uri="{FF2B5EF4-FFF2-40B4-BE49-F238E27FC236}">
                <a16:creationId xmlns:a16="http://schemas.microsoft.com/office/drawing/2014/main" id="{D6891451-47C7-3496-1489-25A2FD1302E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716326"/>
            <a:ext cx="720000" cy="678224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52" name="Téglalap 151">
            <a:extLst>
              <a:ext uri="{FF2B5EF4-FFF2-40B4-BE49-F238E27FC236}">
                <a16:creationId xmlns:a16="http://schemas.microsoft.com/office/drawing/2014/main" id="{7EA99DCE-95A5-C4E9-AEA3-31BB1FBBC41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716326"/>
            <a:ext cx="720000" cy="678224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74" name="Téglalap 173">
            <a:extLst>
              <a:ext uri="{FF2B5EF4-FFF2-40B4-BE49-F238E27FC236}">
                <a16:creationId xmlns:a16="http://schemas.microsoft.com/office/drawing/2014/main" id="{EB231B1B-D96F-8526-9141-39909C9D7F13}"/>
              </a:ext>
            </a:extLst>
          </p:cNvPr>
          <p:cNvSpPr>
            <a:spLocks/>
          </p:cNvSpPr>
          <p:nvPr/>
        </p:nvSpPr>
        <p:spPr>
          <a:xfrm>
            <a:off x="0" y="1394550"/>
            <a:ext cx="720000" cy="721451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75" name="Téglalap 174">
            <a:extLst>
              <a:ext uri="{FF2B5EF4-FFF2-40B4-BE49-F238E27FC236}">
                <a16:creationId xmlns:a16="http://schemas.microsoft.com/office/drawing/2014/main" id="{088A920E-9370-DFBF-3B8C-410BB99BE6EC}"/>
              </a:ext>
            </a:extLst>
          </p:cNvPr>
          <p:cNvSpPr>
            <a:spLocks/>
          </p:cNvSpPr>
          <p:nvPr/>
        </p:nvSpPr>
        <p:spPr>
          <a:xfrm>
            <a:off x="720000" y="1394550"/>
            <a:ext cx="720000" cy="721451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76" name="Címkocka">
            <a:extLst>
              <a:ext uri="{FF2B5EF4-FFF2-40B4-BE49-F238E27FC236}">
                <a16:creationId xmlns:a16="http://schemas.microsoft.com/office/drawing/2014/main" id="{3F3CA176-DEBC-7130-EB05-FC72C06F2932}"/>
              </a:ext>
            </a:extLst>
          </p:cNvPr>
          <p:cNvSpPr>
            <a:spLocks/>
          </p:cNvSpPr>
          <p:nvPr/>
        </p:nvSpPr>
        <p:spPr>
          <a:xfrm>
            <a:off x="1441000" y="1394550"/>
            <a:ext cx="720000" cy="721451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77" name="Címkocka">
            <a:extLst>
              <a:ext uri="{FF2B5EF4-FFF2-40B4-BE49-F238E27FC236}">
                <a16:creationId xmlns:a16="http://schemas.microsoft.com/office/drawing/2014/main" id="{4AB2F1F4-6AF8-2412-24D3-B81E3F0D03A0}"/>
              </a:ext>
            </a:extLst>
          </p:cNvPr>
          <p:cNvSpPr>
            <a:spLocks/>
          </p:cNvSpPr>
          <p:nvPr/>
        </p:nvSpPr>
        <p:spPr>
          <a:xfrm>
            <a:off x="2162000" y="1394550"/>
            <a:ext cx="720000" cy="721451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78" name="Címkocka">
            <a:extLst>
              <a:ext uri="{FF2B5EF4-FFF2-40B4-BE49-F238E27FC236}">
                <a16:creationId xmlns:a16="http://schemas.microsoft.com/office/drawing/2014/main" id="{EC291EDB-E2BE-464F-73EA-A55A675DA9E5}"/>
              </a:ext>
            </a:extLst>
          </p:cNvPr>
          <p:cNvSpPr>
            <a:spLocks/>
          </p:cNvSpPr>
          <p:nvPr/>
        </p:nvSpPr>
        <p:spPr>
          <a:xfrm>
            <a:off x="2883000" y="1394550"/>
            <a:ext cx="720000" cy="721451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79" name="Címkocka">
            <a:extLst>
              <a:ext uri="{FF2B5EF4-FFF2-40B4-BE49-F238E27FC236}">
                <a16:creationId xmlns:a16="http://schemas.microsoft.com/office/drawing/2014/main" id="{CDDB2738-F71C-DF23-08F0-8CE6319C0F34}"/>
              </a:ext>
            </a:extLst>
          </p:cNvPr>
          <p:cNvSpPr>
            <a:spLocks/>
          </p:cNvSpPr>
          <p:nvPr/>
        </p:nvSpPr>
        <p:spPr>
          <a:xfrm>
            <a:off x="3602000" y="1394550"/>
            <a:ext cx="720000" cy="721451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80" name="Címkocka">
            <a:extLst>
              <a:ext uri="{FF2B5EF4-FFF2-40B4-BE49-F238E27FC236}">
                <a16:creationId xmlns:a16="http://schemas.microsoft.com/office/drawing/2014/main" id="{55437EDD-4040-AD6F-6705-7861E493AA0B}"/>
              </a:ext>
            </a:extLst>
          </p:cNvPr>
          <p:cNvSpPr>
            <a:spLocks/>
          </p:cNvSpPr>
          <p:nvPr/>
        </p:nvSpPr>
        <p:spPr>
          <a:xfrm>
            <a:off x="4322000" y="1394550"/>
            <a:ext cx="720000" cy="721451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81" name="Címkocka">
            <a:extLst>
              <a:ext uri="{FF2B5EF4-FFF2-40B4-BE49-F238E27FC236}">
                <a16:creationId xmlns:a16="http://schemas.microsoft.com/office/drawing/2014/main" id="{65E1903A-D0E8-1EF1-02CF-D6FCDBA29F9F}"/>
              </a:ext>
            </a:extLst>
          </p:cNvPr>
          <p:cNvSpPr>
            <a:spLocks/>
          </p:cNvSpPr>
          <p:nvPr/>
        </p:nvSpPr>
        <p:spPr>
          <a:xfrm>
            <a:off x="5042000" y="1394550"/>
            <a:ext cx="720000" cy="721451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388E3C">
                    <a:alpha val="50000"/>
                  </a:srgbClr>
                </a:solidFill>
                <a:latin typeface="Consolas" panose="020B0609020204030204" pitchFamily="49" charset="0"/>
              </a:rPr>
              <a:t>2</a:t>
            </a:r>
            <a:endParaRPr lang="hu-HU" sz="3600" b="1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82" name="Címkocka">
            <a:extLst>
              <a:ext uri="{FF2B5EF4-FFF2-40B4-BE49-F238E27FC236}">
                <a16:creationId xmlns:a16="http://schemas.microsoft.com/office/drawing/2014/main" id="{62DC9B6F-F71A-6855-9AAB-C2118E884F87}"/>
              </a:ext>
            </a:extLst>
          </p:cNvPr>
          <p:cNvSpPr>
            <a:spLocks/>
          </p:cNvSpPr>
          <p:nvPr/>
        </p:nvSpPr>
        <p:spPr>
          <a:xfrm>
            <a:off x="5762000" y="1394550"/>
            <a:ext cx="720000" cy="721451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83" name="Címkocka">
            <a:extLst>
              <a:ext uri="{FF2B5EF4-FFF2-40B4-BE49-F238E27FC236}">
                <a16:creationId xmlns:a16="http://schemas.microsoft.com/office/drawing/2014/main" id="{2A665813-99F9-3A7C-80DA-F7922A45E932}"/>
              </a:ext>
            </a:extLst>
          </p:cNvPr>
          <p:cNvSpPr>
            <a:spLocks/>
          </p:cNvSpPr>
          <p:nvPr/>
        </p:nvSpPr>
        <p:spPr>
          <a:xfrm>
            <a:off x="6482000" y="1394550"/>
            <a:ext cx="720000" cy="721451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84" name="Címkocka">
            <a:extLst>
              <a:ext uri="{FF2B5EF4-FFF2-40B4-BE49-F238E27FC236}">
                <a16:creationId xmlns:a16="http://schemas.microsoft.com/office/drawing/2014/main" id="{965A49EB-CA3F-A99E-5E77-337551FA70C4}"/>
              </a:ext>
            </a:extLst>
          </p:cNvPr>
          <p:cNvSpPr>
            <a:spLocks/>
          </p:cNvSpPr>
          <p:nvPr/>
        </p:nvSpPr>
        <p:spPr>
          <a:xfrm>
            <a:off x="7203000" y="1394550"/>
            <a:ext cx="720000" cy="721451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85" name="Címkocka">
            <a:extLst>
              <a:ext uri="{FF2B5EF4-FFF2-40B4-BE49-F238E27FC236}">
                <a16:creationId xmlns:a16="http://schemas.microsoft.com/office/drawing/2014/main" id="{2FB8CD0F-8608-ADA7-35D8-14E27415B3DB}"/>
              </a:ext>
            </a:extLst>
          </p:cNvPr>
          <p:cNvSpPr>
            <a:spLocks/>
          </p:cNvSpPr>
          <p:nvPr/>
        </p:nvSpPr>
        <p:spPr>
          <a:xfrm>
            <a:off x="7924000" y="1394550"/>
            <a:ext cx="720000" cy="721451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86" name="Címkocka">
            <a:extLst>
              <a:ext uri="{FF2B5EF4-FFF2-40B4-BE49-F238E27FC236}">
                <a16:creationId xmlns:a16="http://schemas.microsoft.com/office/drawing/2014/main" id="{8FECE63A-94CA-2BB7-AF8B-0064586A825E}"/>
              </a:ext>
            </a:extLst>
          </p:cNvPr>
          <p:cNvSpPr>
            <a:spLocks/>
          </p:cNvSpPr>
          <p:nvPr/>
        </p:nvSpPr>
        <p:spPr>
          <a:xfrm>
            <a:off x="8645000" y="1394550"/>
            <a:ext cx="720000" cy="721451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388E3C">
                    <a:alpha val="50000"/>
                  </a:srgbClr>
                </a:solidFill>
                <a:latin typeface="Consolas" panose="020B0609020204030204" pitchFamily="49" charset="0"/>
              </a:rPr>
              <a:t>2</a:t>
            </a:r>
            <a:endParaRPr lang="hu-HU" sz="3600" b="1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87" name="Címkocka">
            <a:extLst>
              <a:ext uri="{FF2B5EF4-FFF2-40B4-BE49-F238E27FC236}">
                <a16:creationId xmlns:a16="http://schemas.microsoft.com/office/drawing/2014/main" id="{4BA1930C-3A59-9FEC-9D3B-EFB2200FCF15}"/>
              </a:ext>
            </a:extLst>
          </p:cNvPr>
          <p:cNvSpPr>
            <a:spLocks/>
          </p:cNvSpPr>
          <p:nvPr/>
        </p:nvSpPr>
        <p:spPr>
          <a:xfrm>
            <a:off x="9364000" y="1394550"/>
            <a:ext cx="720000" cy="721451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88" name="Címkocka">
            <a:extLst>
              <a:ext uri="{FF2B5EF4-FFF2-40B4-BE49-F238E27FC236}">
                <a16:creationId xmlns:a16="http://schemas.microsoft.com/office/drawing/2014/main" id="{4A74996F-223A-71ED-AF4B-5218D7DCEB84}"/>
              </a:ext>
            </a:extLst>
          </p:cNvPr>
          <p:cNvSpPr>
            <a:spLocks/>
          </p:cNvSpPr>
          <p:nvPr/>
        </p:nvSpPr>
        <p:spPr>
          <a:xfrm>
            <a:off x="10084000" y="1394550"/>
            <a:ext cx="720000" cy="721451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89" name="Téglalap 188">
            <a:extLst>
              <a:ext uri="{FF2B5EF4-FFF2-40B4-BE49-F238E27FC236}">
                <a16:creationId xmlns:a16="http://schemas.microsoft.com/office/drawing/2014/main" id="{CD90B737-9B18-FB41-6972-A8EE92C97F5B}"/>
              </a:ext>
            </a:extLst>
          </p:cNvPr>
          <p:cNvSpPr>
            <a:spLocks/>
          </p:cNvSpPr>
          <p:nvPr/>
        </p:nvSpPr>
        <p:spPr>
          <a:xfrm>
            <a:off x="10804000" y="1394550"/>
            <a:ext cx="720000" cy="721451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90" name="Téglalap 189">
            <a:extLst>
              <a:ext uri="{FF2B5EF4-FFF2-40B4-BE49-F238E27FC236}">
                <a16:creationId xmlns:a16="http://schemas.microsoft.com/office/drawing/2014/main" id="{A9192035-6C60-B3C0-10D1-2522A7F94868}"/>
              </a:ext>
            </a:extLst>
          </p:cNvPr>
          <p:cNvSpPr>
            <a:spLocks/>
          </p:cNvSpPr>
          <p:nvPr/>
        </p:nvSpPr>
        <p:spPr>
          <a:xfrm>
            <a:off x="11524000" y="1394550"/>
            <a:ext cx="720000" cy="721451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57" name="Téglalap 156">
            <a:extLst>
              <a:ext uri="{FF2B5EF4-FFF2-40B4-BE49-F238E27FC236}">
                <a16:creationId xmlns:a16="http://schemas.microsoft.com/office/drawing/2014/main" id="{3C6C8F5E-EA24-9D5D-5CA0-D624E552B5E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2114550"/>
            <a:ext cx="720000" cy="681126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58" name="Téglalap 157">
            <a:extLst>
              <a:ext uri="{FF2B5EF4-FFF2-40B4-BE49-F238E27FC236}">
                <a16:creationId xmlns:a16="http://schemas.microsoft.com/office/drawing/2014/main" id="{98D62C35-8F50-B10D-A2AD-32EE071BA8B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2114550"/>
            <a:ext cx="720000" cy="681126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59" name="Címkocka">
            <a:extLst>
              <a:ext uri="{FF2B5EF4-FFF2-40B4-BE49-F238E27FC236}">
                <a16:creationId xmlns:a16="http://schemas.microsoft.com/office/drawing/2014/main" id="{73572207-DA4B-AD87-3937-D8BF491202D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2114550"/>
            <a:ext cx="720000" cy="681126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60" name="Címkocka">
            <a:extLst>
              <a:ext uri="{FF2B5EF4-FFF2-40B4-BE49-F238E27FC236}">
                <a16:creationId xmlns:a16="http://schemas.microsoft.com/office/drawing/2014/main" id="{8FD72215-842B-2560-490B-4D78DF44F09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2114550"/>
            <a:ext cx="720000" cy="681126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61" name="Címkocka">
            <a:extLst>
              <a:ext uri="{FF2B5EF4-FFF2-40B4-BE49-F238E27FC236}">
                <a16:creationId xmlns:a16="http://schemas.microsoft.com/office/drawing/2014/main" id="{4676D322-DB8D-B017-5D39-632F551831A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2114550"/>
            <a:ext cx="720000" cy="681126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62" name="Címkocka">
            <a:extLst>
              <a:ext uri="{FF2B5EF4-FFF2-40B4-BE49-F238E27FC236}">
                <a16:creationId xmlns:a16="http://schemas.microsoft.com/office/drawing/2014/main" id="{97E4ADDE-2DEB-F821-8E0B-CA918FF2981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2114550"/>
            <a:ext cx="720000" cy="681126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63" name="Címkocka">
            <a:extLst>
              <a:ext uri="{FF2B5EF4-FFF2-40B4-BE49-F238E27FC236}">
                <a16:creationId xmlns:a16="http://schemas.microsoft.com/office/drawing/2014/main" id="{8917F817-F385-6F52-3AD2-14DA796E10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2114550"/>
            <a:ext cx="720000" cy="681126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64" name="Címkocka">
            <a:extLst>
              <a:ext uri="{FF2B5EF4-FFF2-40B4-BE49-F238E27FC236}">
                <a16:creationId xmlns:a16="http://schemas.microsoft.com/office/drawing/2014/main" id="{28B552A2-5950-6F47-6758-72E285A41E8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2114550"/>
            <a:ext cx="720000" cy="681126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65" name="Címkocka">
            <a:extLst>
              <a:ext uri="{FF2B5EF4-FFF2-40B4-BE49-F238E27FC236}">
                <a16:creationId xmlns:a16="http://schemas.microsoft.com/office/drawing/2014/main" id="{0C501AEB-38EB-FD95-6B20-75747B1F064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2114550"/>
            <a:ext cx="720000" cy="681126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66" name="Címkocka">
            <a:extLst>
              <a:ext uri="{FF2B5EF4-FFF2-40B4-BE49-F238E27FC236}">
                <a16:creationId xmlns:a16="http://schemas.microsoft.com/office/drawing/2014/main" id="{80E59C77-4F72-B25A-686F-8B591FCF17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2114550"/>
            <a:ext cx="720000" cy="681126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67" name="Címkocka">
            <a:extLst>
              <a:ext uri="{FF2B5EF4-FFF2-40B4-BE49-F238E27FC236}">
                <a16:creationId xmlns:a16="http://schemas.microsoft.com/office/drawing/2014/main" id="{94B4644D-9C23-0583-BB18-164A15ECD8E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2114550"/>
            <a:ext cx="720000" cy="681126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68" name="Címkocka">
            <a:extLst>
              <a:ext uri="{FF2B5EF4-FFF2-40B4-BE49-F238E27FC236}">
                <a16:creationId xmlns:a16="http://schemas.microsoft.com/office/drawing/2014/main" id="{26658D43-9B36-59B6-11F4-E53EBA06F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2114550"/>
            <a:ext cx="720000" cy="681126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69" name="Címkocka">
            <a:extLst>
              <a:ext uri="{FF2B5EF4-FFF2-40B4-BE49-F238E27FC236}">
                <a16:creationId xmlns:a16="http://schemas.microsoft.com/office/drawing/2014/main" id="{55939D78-D835-415B-FD94-AE3AC335F1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2114550"/>
            <a:ext cx="720000" cy="681126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70" name="Címkocka">
            <a:extLst>
              <a:ext uri="{FF2B5EF4-FFF2-40B4-BE49-F238E27FC236}">
                <a16:creationId xmlns:a16="http://schemas.microsoft.com/office/drawing/2014/main" id="{F4EB227B-5ABA-2D22-7A1E-8825F6EEB8F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2114550"/>
            <a:ext cx="720000" cy="681126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71" name="Címkocka">
            <a:extLst>
              <a:ext uri="{FF2B5EF4-FFF2-40B4-BE49-F238E27FC236}">
                <a16:creationId xmlns:a16="http://schemas.microsoft.com/office/drawing/2014/main" id="{E285F1D6-A521-8A2B-A960-CD0481A3EED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2114550"/>
            <a:ext cx="720000" cy="681126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72" name="Téglalap 171">
            <a:extLst>
              <a:ext uri="{FF2B5EF4-FFF2-40B4-BE49-F238E27FC236}">
                <a16:creationId xmlns:a16="http://schemas.microsoft.com/office/drawing/2014/main" id="{FC83722C-D609-5AAA-F621-E774DCFE29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2114550"/>
            <a:ext cx="720000" cy="681126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73" name="Téglalap 172">
            <a:extLst>
              <a:ext uri="{FF2B5EF4-FFF2-40B4-BE49-F238E27FC236}">
                <a16:creationId xmlns:a16="http://schemas.microsoft.com/office/drawing/2014/main" id="{57549154-2EE8-3E45-0E3C-7F67C07C868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2114550"/>
            <a:ext cx="720000" cy="681126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50" name="Téglalap 249">
            <a:extLst>
              <a:ext uri="{FF2B5EF4-FFF2-40B4-BE49-F238E27FC236}">
                <a16:creationId xmlns:a16="http://schemas.microsoft.com/office/drawing/2014/main" id="{4493602E-1414-0E53-51FC-44570DA844C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2795676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51" name="Téglalap 250">
            <a:extLst>
              <a:ext uri="{FF2B5EF4-FFF2-40B4-BE49-F238E27FC236}">
                <a16:creationId xmlns:a16="http://schemas.microsoft.com/office/drawing/2014/main" id="{75AC5302-21A2-B4CE-7689-C26B8ED9EA8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2795676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52" name="Címkocka">
            <a:extLst>
              <a:ext uri="{FF2B5EF4-FFF2-40B4-BE49-F238E27FC236}">
                <a16:creationId xmlns:a16="http://schemas.microsoft.com/office/drawing/2014/main" id="{A59043D0-BE9B-4441-C99D-5D730FAA090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2795676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53" name="Címkocka">
            <a:extLst>
              <a:ext uri="{FF2B5EF4-FFF2-40B4-BE49-F238E27FC236}">
                <a16:creationId xmlns:a16="http://schemas.microsoft.com/office/drawing/2014/main" id="{646B8A14-8AEF-7605-DE61-9482E644EA2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2795676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54" name="Címkocka">
            <a:extLst>
              <a:ext uri="{FF2B5EF4-FFF2-40B4-BE49-F238E27FC236}">
                <a16:creationId xmlns:a16="http://schemas.microsoft.com/office/drawing/2014/main" id="{6B6E13E9-34AB-80C2-2A7A-56950863420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2795676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55" name="Címkocka">
            <a:extLst>
              <a:ext uri="{FF2B5EF4-FFF2-40B4-BE49-F238E27FC236}">
                <a16:creationId xmlns:a16="http://schemas.microsoft.com/office/drawing/2014/main" id="{CAE7009D-3A6F-8F36-1858-1D8795792A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2795676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56" name="Címkocka">
            <a:extLst>
              <a:ext uri="{FF2B5EF4-FFF2-40B4-BE49-F238E27FC236}">
                <a16:creationId xmlns:a16="http://schemas.microsoft.com/office/drawing/2014/main" id="{7810DF21-573A-609F-B90C-D07D2742679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2795676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57" name="Címkocka">
            <a:extLst>
              <a:ext uri="{FF2B5EF4-FFF2-40B4-BE49-F238E27FC236}">
                <a16:creationId xmlns:a16="http://schemas.microsoft.com/office/drawing/2014/main" id="{604DD406-63EB-7FD2-5735-0CA10E9BCE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2795676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58" name="Címkocka">
            <a:extLst>
              <a:ext uri="{FF2B5EF4-FFF2-40B4-BE49-F238E27FC236}">
                <a16:creationId xmlns:a16="http://schemas.microsoft.com/office/drawing/2014/main" id="{39D09559-37BE-98E5-525B-9EB3005CAC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2795676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59" name="Címkocka">
            <a:extLst>
              <a:ext uri="{FF2B5EF4-FFF2-40B4-BE49-F238E27FC236}">
                <a16:creationId xmlns:a16="http://schemas.microsoft.com/office/drawing/2014/main" id="{9F34C1E0-2FB3-9C8E-BBB8-3EDAE6AA36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2795676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60" name="Címkocka">
            <a:extLst>
              <a:ext uri="{FF2B5EF4-FFF2-40B4-BE49-F238E27FC236}">
                <a16:creationId xmlns:a16="http://schemas.microsoft.com/office/drawing/2014/main" id="{4168CF65-50C0-1DFB-CFA2-FA2E231074F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2795676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61" name="Címkocka">
            <a:extLst>
              <a:ext uri="{FF2B5EF4-FFF2-40B4-BE49-F238E27FC236}">
                <a16:creationId xmlns:a16="http://schemas.microsoft.com/office/drawing/2014/main" id="{BD2EB1D9-527C-D51F-C911-7B6828CD17A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2795676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62" name="Címkocka">
            <a:extLst>
              <a:ext uri="{FF2B5EF4-FFF2-40B4-BE49-F238E27FC236}">
                <a16:creationId xmlns:a16="http://schemas.microsoft.com/office/drawing/2014/main" id="{79138F32-E87E-1B5A-7914-09ED6029F1C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2795676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63" name="Címkocka">
            <a:extLst>
              <a:ext uri="{FF2B5EF4-FFF2-40B4-BE49-F238E27FC236}">
                <a16:creationId xmlns:a16="http://schemas.microsoft.com/office/drawing/2014/main" id="{E9752910-EDBC-E666-9734-A6C9B23F1D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2795676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64" name="Címkocka">
            <a:extLst>
              <a:ext uri="{FF2B5EF4-FFF2-40B4-BE49-F238E27FC236}">
                <a16:creationId xmlns:a16="http://schemas.microsoft.com/office/drawing/2014/main" id="{C16B22F7-895E-7FA7-04DC-B80F6235002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2795676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65" name="Téglalap 264">
            <a:extLst>
              <a:ext uri="{FF2B5EF4-FFF2-40B4-BE49-F238E27FC236}">
                <a16:creationId xmlns:a16="http://schemas.microsoft.com/office/drawing/2014/main" id="{E0C05D0D-DC67-3890-CDBD-AFA330B132F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2795676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66" name="Téglalap 265">
            <a:extLst>
              <a:ext uri="{FF2B5EF4-FFF2-40B4-BE49-F238E27FC236}">
                <a16:creationId xmlns:a16="http://schemas.microsoft.com/office/drawing/2014/main" id="{2A380EB3-B903-025B-D9F0-F0DCECE3F06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2795676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33" name="Téglalap 232">
            <a:extLst>
              <a:ext uri="{FF2B5EF4-FFF2-40B4-BE49-F238E27FC236}">
                <a16:creationId xmlns:a16="http://schemas.microsoft.com/office/drawing/2014/main" id="{966609D7-2EE6-6509-D98F-2063EEB76C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3515676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34" name="Téglalap 233">
            <a:extLst>
              <a:ext uri="{FF2B5EF4-FFF2-40B4-BE49-F238E27FC236}">
                <a16:creationId xmlns:a16="http://schemas.microsoft.com/office/drawing/2014/main" id="{51F8E880-E9E0-F06D-B005-867C4EA6656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3515676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35" name="Címkocka">
            <a:extLst>
              <a:ext uri="{FF2B5EF4-FFF2-40B4-BE49-F238E27FC236}">
                <a16:creationId xmlns:a16="http://schemas.microsoft.com/office/drawing/2014/main" id="{94E76E3B-03C1-2CA0-926A-E4265ACC9BA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3515676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36" name="Címkocka">
            <a:extLst>
              <a:ext uri="{FF2B5EF4-FFF2-40B4-BE49-F238E27FC236}">
                <a16:creationId xmlns:a16="http://schemas.microsoft.com/office/drawing/2014/main" id="{E29C4075-48EF-493A-DC9A-3E0E73F94A5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3515676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37" name="Címkocka">
            <a:extLst>
              <a:ext uri="{FF2B5EF4-FFF2-40B4-BE49-F238E27FC236}">
                <a16:creationId xmlns:a16="http://schemas.microsoft.com/office/drawing/2014/main" id="{C4CFBC38-B4A9-EEFE-C682-C5E4615674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3515676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388E3C">
                    <a:alpha val="50000"/>
                  </a:srgbClr>
                </a:solidFill>
                <a:latin typeface="Consolas" panose="020B0609020204030204" pitchFamily="49" charset="0"/>
              </a:rPr>
              <a:t>2</a:t>
            </a:r>
            <a:endParaRPr lang="hu-HU" sz="3600" b="1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38" name="Címkocka">
            <a:extLst>
              <a:ext uri="{FF2B5EF4-FFF2-40B4-BE49-F238E27FC236}">
                <a16:creationId xmlns:a16="http://schemas.microsoft.com/office/drawing/2014/main" id="{9CCB8D6B-36B2-20A3-29EC-37D494C3BE0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3515676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388E3C">
                    <a:alpha val="50000"/>
                  </a:srgbClr>
                </a:solidFill>
                <a:latin typeface="Consolas" panose="020B0609020204030204" pitchFamily="49" charset="0"/>
              </a:rPr>
              <a:t>2</a:t>
            </a:r>
            <a:endParaRPr lang="hu-HU" sz="3600" b="1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39" name="Címkocka">
            <a:extLst>
              <a:ext uri="{FF2B5EF4-FFF2-40B4-BE49-F238E27FC236}">
                <a16:creationId xmlns:a16="http://schemas.microsoft.com/office/drawing/2014/main" id="{188F3798-F11B-90C0-D3C8-0E92148D286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3515676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388E3C">
                    <a:alpha val="50000"/>
                  </a:srgbClr>
                </a:solidFill>
                <a:latin typeface="Consolas" panose="020B0609020204030204" pitchFamily="49" charset="0"/>
              </a:rPr>
              <a:t>2</a:t>
            </a:r>
            <a:endParaRPr lang="hu-HU" sz="3600" b="1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40" name="Címkocka">
            <a:extLst>
              <a:ext uri="{FF2B5EF4-FFF2-40B4-BE49-F238E27FC236}">
                <a16:creationId xmlns:a16="http://schemas.microsoft.com/office/drawing/2014/main" id="{325F59C4-C243-23CE-676A-5AD3B77ED32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3515676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41" name="Címkocka">
            <a:extLst>
              <a:ext uri="{FF2B5EF4-FFF2-40B4-BE49-F238E27FC236}">
                <a16:creationId xmlns:a16="http://schemas.microsoft.com/office/drawing/2014/main" id="{87667AED-6438-3841-9AF0-23B56710D91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3515676"/>
            <a:ext cx="720000" cy="682944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42" name="Címkocka">
            <a:extLst>
              <a:ext uri="{FF2B5EF4-FFF2-40B4-BE49-F238E27FC236}">
                <a16:creationId xmlns:a16="http://schemas.microsoft.com/office/drawing/2014/main" id="{3C320C71-8DD7-531A-EA98-CF6932A4C1A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3515676"/>
            <a:ext cx="720000" cy="682944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43" name="Címkocka">
            <a:extLst>
              <a:ext uri="{FF2B5EF4-FFF2-40B4-BE49-F238E27FC236}">
                <a16:creationId xmlns:a16="http://schemas.microsoft.com/office/drawing/2014/main" id="{DB40C8D4-AEBE-5357-6D5A-B70BA51EC48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3515676"/>
            <a:ext cx="720000" cy="682944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44" name="Címkocka">
            <a:extLst>
              <a:ext uri="{FF2B5EF4-FFF2-40B4-BE49-F238E27FC236}">
                <a16:creationId xmlns:a16="http://schemas.microsoft.com/office/drawing/2014/main" id="{92C0EA1A-ECD9-82E6-BAF4-E115F91265C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3515676"/>
            <a:ext cx="720000" cy="682944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45" name="Címkocka">
            <a:extLst>
              <a:ext uri="{FF2B5EF4-FFF2-40B4-BE49-F238E27FC236}">
                <a16:creationId xmlns:a16="http://schemas.microsoft.com/office/drawing/2014/main" id="{32C44CD0-30D5-2FC3-6593-FB2FBDC342A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3515676"/>
            <a:ext cx="720000" cy="682944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46" name="Címkocka">
            <a:extLst>
              <a:ext uri="{FF2B5EF4-FFF2-40B4-BE49-F238E27FC236}">
                <a16:creationId xmlns:a16="http://schemas.microsoft.com/office/drawing/2014/main" id="{97854279-FBAE-C6EC-A786-AFAF4A7A63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3515676"/>
            <a:ext cx="720000" cy="682944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47" name="Címkocka">
            <a:extLst>
              <a:ext uri="{FF2B5EF4-FFF2-40B4-BE49-F238E27FC236}">
                <a16:creationId xmlns:a16="http://schemas.microsoft.com/office/drawing/2014/main" id="{ADA2803A-0C68-BB33-D2B7-3351E3325A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3515676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48" name="Téglalap 247">
            <a:extLst>
              <a:ext uri="{FF2B5EF4-FFF2-40B4-BE49-F238E27FC236}">
                <a16:creationId xmlns:a16="http://schemas.microsoft.com/office/drawing/2014/main" id="{26AF7DA7-ACCA-3A9B-B031-094FCA14675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3515676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49" name="Téglalap 248">
            <a:extLst>
              <a:ext uri="{FF2B5EF4-FFF2-40B4-BE49-F238E27FC236}">
                <a16:creationId xmlns:a16="http://schemas.microsoft.com/office/drawing/2014/main" id="{174B48BC-2737-F677-B422-BA60EFC7DF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3515676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14" name="Téglalap 213">
            <a:extLst>
              <a:ext uri="{FF2B5EF4-FFF2-40B4-BE49-F238E27FC236}">
                <a16:creationId xmlns:a16="http://schemas.microsoft.com/office/drawing/2014/main" id="{106DDD55-EC6C-51EE-CA70-4CD4A775B68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4235675"/>
            <a:ext cx="720000" cy="679675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15" name="Téglalap 214">
            <a:extLst>
              <a:ext uri="{FF2B5EF4-FFF2-40B4-BE49-F238E27FC236}">
                <a16:creationId xmlns:a16="http://schemas.microsoft.com/office/drawing/2014/main" id="{9949BFAE-72B5-D5BC-E9F4-A9D6B155F8B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4235675"/>
            <a:ext cx="720000" cy="679675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16" name="Címkocka">
            <a:extLst>
              <a:ext uri="{FF2B5EF4-FFF2-40B4-BE49-F238E27FC236}">
                <a16:creationId xmlns:a16="http://schemas.microsoft.com/office/drawing/2014/main" id="{C6B06906-B612-E316-EC0A-9E8DB1E31BB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4235675"/>
            <a:ext cx="720000" cy="679675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17" name="Címkocka">
            <a:extLst>
              <a:ext uri="{FF2B5EF4-FFF2-40B4-BE49-F238E27FC236}">
                <a16:creationId xmlns:a16="http://schemas.microsoft.com/office/drawing/2014/main" id="{7DDBB3AE-A43C-530E-310C-3386960D869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4235675"/>
            <a:ext cx="720000" cy="679675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18" name="Címkocka">
            <a:extLst>
              <a:ext uri="{FF2B5EF4-FFF2-40B4-BE49-F238E27FC236}">
                <a16:creationId xmlns:a16="http://schemas.microsoft.com/office/drawing/2014/main" id="{1BF3B7F8-BC4D-9510-4527-C312AF64828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4235675"/>
            <a:ext cx="720000" cy="679675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22" name="Címkocka">
            <a:extLst>
              <a:ext uri="{FF2B5EF4-FFF2-40B4-BE49-F238E27FC236}">
                <a16:creationId xmlns:a16="http://schemas.microsoft.com/office/drawing/2014/main" id="{C08629B2-AAE7-096B-2BFF-957AD51A28E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4195351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23" name="Címkocka">
            <a:extLst>
              <a:ext uri="{FF2B5EF4-FFF2-40B4-BE49-F238E27FC236}">
                <a16:creationId xmlns:a16="http://schemas.microsoft.com/office/drawing/2014/main" id="{01E5A679-D0B0-1111-8769-31AE2804B09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4195351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24" name="Címkocka">
            <a:extLst>
              <a:ext uri="{FF2B5EF4-FFF2-40B4-BE49-F238E27FC236}">
                <a16:creationId xmlns:a16="http://schemas.microsoft.com/office/drawing/2014/main" id="{83A0BCEF-AD6E-C550-0A82-21F9ECA3BA1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4195351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26" name="Címkocka">
            <a:extLst>
              <a:ext uri="{FF2B5EF4-FFF2-40B4-BE49-F238E27FC236}">
                <a16:creationId xmlns:a16="http://schemas.microsoft.com/office/drawing/2014/main" id="{30424AE5-1ADE-8096-0154-F344570A09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4195351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27" name="Címkocka">
            <a:extLst>
              <a:ext uri="{FF2B5EF4-FFF2-40B4-BE49-F238E27FC236}">
                <a16:creationId xmlns:a16="http://schemas.microsoft.com/office/drawing/2014/main" id="{43CE72DD-5281-D776-C5B2-58E1F432D12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4195351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28" name="Címkocka">
            <a:extLst>
              <a:ext uri="{FF2B5EF4-FFF2-40B4-BE49-F238E27FC236}">
                <a16:creationId xmlns:a16="http://schemas.microsoft.com/office/drawing/2014/main" id="{3BC7E87B-20F3-F460-4127-1CC4C26C3D6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4235675"/>
            <a:ext cx="720000" cy="679675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29" name="Téglalap 228">
            <a:extLst>
              <a:ext uri="{FF2B5EF4-FFF2-40B4-BE49-F238E27FC236}">
                <a16:creationId xmlns:a16="http://schemas.microsoft.com/office/drawing/2014/main" id="{32F1B7A6-05ED-9294-ED6D-A615FAD90B8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4235675"/>
            <a:ext cx="720000" cy="679675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30" name="Téglalap 229">
            <a:extLst>
              <a:ext uri="{FF2B5EF4-FFF2-40B4-BE49-F238E27FC236}">
                <a16:creationId xmlns:a16="http://schemas.microsoft.com/office/drawing/2014/main" id="{68DBC706-D0D8-5A0E-2688-36442693620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4235675"/>
            <a:ext cx="720000" cy="679675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97" name="Téglalap 196">
            <a:extLst>
              <a:ext uri="{FF2B5EF4-FFF2-40B4-BE49-F238E27FC236}">
                <a16:creationId xmlns:a16="http://schemas.microsoft.com/office/drawing/2014/main" id="{C0B0A2D7-DF9F-6F98-9436-015DC35A944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4915351"/>
            <a:ext cx="720000" cy="679675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98" name="Téglalap 197">
            <a:extLst>
              <a:ext uri="{FF2B5EF4-FFF2-40B4-BE49-F238E27FC236}">
                <a16:creationId xmlns:a16="http://schemas.microsoft.com/office/drawing/2014/main" id="{D45ABFDC-8298-CAE5-A9DD-25E83579D63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4915351"/>
            <a:ext cx="720000" cy="679675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99" name="Címkocka">
            <a:extLst>
              <a:ext uri="{FF2B5EF4-FFF2-40B4-BE49-F238E27FC236}">
                <a16:creationId xmlns:a16="http://schemas.microsoft.com/office/drawing/2014/main" id="{89218D9D-9542-2CC8-438E-5EE882F7CD0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4915351"/>
            <a:ext cx="720000" cy="679675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00" name="Címkocka">
            <a:extLst>
              <a:ext uri="{FF2B5EF4-FFF2-40B4-BE49-F238E27FC236}">
                <a16:creationId xmlns:a16="http://schemas.microsoft.com/office/drawing/2014/main" id="{9A3084D1-35D7-80A7-FC65-2F84006B181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4915351"/>
            <a:ext cx="720000" cy="679675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01" name="Címkocka">
            <a:extLst>
              <a:ext uri="{FF2B5EF4-FFF2-40B4-BE49-F238E27FC236}">
                <a16:creationId xmlns:a16="http://schemas.microsoft.com/office/drawing/2014/main" id="{4E79CE82-4AA8-00DF-A565-5271CAE06DD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4915351"/>
            <a:ext cx="720000" cy="679675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03" name="Címkocka">
            <a:extLst>
              <a:ext uri="{FF2B5EF4-FFF2-40B4-BE49-F238E27FC236}">
                <a16:creationId xmlns:a16="http://schemas.microsoft.com/office/drawing/2014/main" id="{C1B0081F-820E-78A3-66AE-850663A319F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4915351"/>
            <a:ext cx="720000" cy="654869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388E3C">
                    <a:alpha val="50000"/>
                  </a:srgbClr>
                </a:solidFill>
                <a:latin typeface="Consolas" panose="020B0609020204030204" pitchFamily="49" charset="0"/>
              </a:rPr>
              <a:t>2</a:t>
            </a:r>
            <a:endParaRPr lang="hu-HU" sz="3600" b="1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04" name="Címkocka">
            <a:extLst>
              <a:ext uri="{FF2B5EF4-FFF2-40B4-BE49-F238E27FC236}">
                <a16:creationId xmlns:a16="http://schemas.microsoft.com/office/drawing/2014/main" id="{1682C7F8-13C4-046E-07C8-D3D9C041ED3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4915351"/>
            <a:ext cx="720000" cy="654869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05" name="Címkocka">
            <a:extLst>
              <a:ext uri="{FF2B5EF4-FFF2-40B4-BE49-F238E27FC236}">
                <a16:creationId xmlns:a16="http://schemas.microsoft.com/office/drawing/2014/main" id="{D3DCB4DF-B09F-9BF2-B62C-70B7AD16A75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4915351"/>
            <a:ext cx="720000" cy="654869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06" name="Címkocka">
            <a:extLst>
              <a:ext uri="{FF2B5EF4-FFF2-40B4-BE49-F238E27FC236}">
                <a16:creationId xmlns:a16="http://schemas.microsoft.com/office/drawing/2014/main" id="{B42FD10C-FFE8-F258-6915-53F51E76CBE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4915351"/>
            <a:ext cx="720000" cy="654869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07" name="Címkocka">
            <a:extLst>
              <a:ext uri="{FF2B5EF4-FFF2-40B4-BE49-F238E27FC236}">
                <a16:creationId xmlns:a16="http://schemas.microsoft.com/office/drawing/2014/main" id="{624EA772-9A56-BB3F-1E3E-5C22AD7EAA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4915351"/>
            <a:ext cx="720000" cy="654869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08" name="Címkocka">
            <a:extLst>
              <a:ext uri="{FF2B5EF4-FFF2-40B4-BE49-F238E27FC236}">
                <a16:creationId xmlns:a16="http://schemas.microsoft.com/office/drawing/2014/main" id="{7D365BBD-B324-2E7F-EDB1-08C6236DC9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4915351"/>
            <a:ext cx="720000" cy="654869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09" name="Címkocka">
            <a:extLst>
              <a:ext uri="{FF2B5EF4-FFF2-40B4-BE49-F238E27FC236}">
                <a16:creationId xmlns:a16="http://schemas.microsoft.com/office/drawing/2014/main" id="{8331B0C8-CB40-0452-4459-7D1DE71F70A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4915351"/>
            <a:ext cx="720000" cy="654869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10" name="Címkocka">
            <a:extLst>
              <a:ext uri="{FF2B5EF4-FFF2-40B4-BE49-F238E27FC236}">
                <a16:creationId xmlns:a16="http://schemas.microsoft.com/office/drawing/2014/main" id="{3703681D-1520-9A45-8989-71432878208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4915351"/>
            <a:ext cx="720000" cy="654869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11" name="Címkocka">
            <a:extLst>
              <a:ext uri="{FF2B5EF4-FFF2-40B4-BE49-F238E27FC236}">
                <a16:creationId xmlns:a16="http://schemas.microsoft.com/office/drawing/2014/main" id="{F4F77087-AC17-47E4-EBC7-35D2B403C88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4915351"/>
            <a:ext cx="720000" cy="679675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12" name="Téglalap 211">
            <a:extLst>
              <a:ext uri="{FF2B5EF4-FFF2-40B4-BE49-F238E27FC236}">
                <a16:creationId xmlns:a16="http://schemas.microsoft.com/office/drawing/2014/main" id="{9019A4B8-874C-8185-D3FA-23663B435D8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4915351"/>
            <a:ext cx="720000" cy="679675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13" name="Téglalap 212">
            <a:extLst>
              <a:ext uri="{FF2B5EF4-FFF2-40B4-BE49-F238E27FC236}">
                <a16:creationId xmlns:a16="http://schemas.microsoft.com/office/drawing/2014/main" id="{481C10D9-A6B8-0673-825A-CAC3A6ACEFA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4915351"/>
            <a:ext cx="720000" cy="679675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25" name="Téglalap 324">
            <a:extLst>
              <a:ext uri="{FF2B5EF4-FFF2-40B4-BE49-F238E27FC236}">
                <a16:creationId xmlns:a16="http://schemas.microsoft.com/office/drawing/2014/main" id="{F663BA21-CA35-E02B-BF13-79F6C35C6D8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5595026"/>
            <a:ext cx="720000" cy="688928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26" name="Téglalap 325">
            <a:extLst>
              <a:ext uri="{FF2B5EF4-FFF2-40B4-BE49-F238E27FC236}">
                <a16:creationId xmlns:a16="http://schemas.microsoft.com/office/drawing/2014/main" id="{0B885F8B-4C9F-BB73-73FE-CCD85E11525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5595026"/>
            <a:ext cx="720000" cy="688928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27" name="Téglalap 326">
            <a:extLst>
              <a:ext uri="{FF2B5EF4-FFF2-40B4-BE49-F238E27FC236}">
                <a16:creationId xmlns:a16="http://schemas.microsoft.com/office/drawing/2014/main" id="{C4439A77-CF1C-185E-4690-E6418D02AF7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5595026"/>
            <a:ext cx="720000" cy="688928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28" name="Téglalap 327">
            <a:extLst>
              <a:ext uri="{FF2B5EF4-FFF2-40B4-BE49-F238E27FC236}">
                <a16:creationId xmlns:a16="http://schemas.microsoft.com/office/drawing/2014/main" id="{FAB99EE0-9481-C6D7-93C2-FBA87090828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5595026"/>
            <a:ext cx="720000" cy="688928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29" name="Téglalap 328">
            <a:extLst>
              <a:ext uri="{FF2B5EF4-FFF2-40B4-BE49-F238E27FC236}">
                <a16:creationId xmlns:a16="http://schemas.microsoft.com/office/drawing/2014/main" id="{BC649DA1-A5EF-DC14-2C55-0931D958977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5595026"/>
            <a:ext cx="720000" cy="688928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31" name="Téglalap 330">
            <a:extLst>
              <a:ext uri="{FF2B5EF4-FFF2-40B4-BE49-F238E27FC236}">
                <a16:creationId xmlns:a16="http://schemas.microsoft.com/office/drawing/2014/main" id="{07C47433-AB67-370B-475E-6208B4A49BE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5563954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332" name="Téglalap 331">
            <a:extLst>
              <a:ext uri="{FF2B5EF4-FFF2-40B4-BE49-F238E27FC236}">
                <a16:creationId xmlns:a16="http://schemas.microsoft.com/office/drawing/2014/main" id="{228887FC-6F31-5728-2AE8-F87CFA66111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5563954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33" name="Téglalap 332">
            <a:extLst>
              <a:ext uri="{FF2B5EF4-FFF2-40B4-BE49-F238E27FC236}">
                <a16:creationId xmlns:a16="http://schemas.microsoft.com/office/drawing/2014/main" id="{3BB1A4B3-8BB7-1023-2141-B22A874446A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5563954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34" name="Téglalap 333">
            <a:extLst>
              <a:ext uri="{FF2B5EF4-FFF2-40B4-BE49-F238E27FC236}">
                <a16:creationId xmlns:a16="http://schemas.microsoft.com/office/drawing/2014/main" id="{21093E24-9055-5425-CCEF-0C9CF999729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5563954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35" name="Téglalap 334">
            <a:extLst>
              <a:ext uri="{FF2B5EF4-FFF2-40B4-BE49-F238E27FC236}">
                <a16:creationId xmlns:a16="http://schemas.microsoft.com/office/drawing/2014/main" id="{8548ABB0-3576-6C4A-E969-C90B03C7305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5563954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36" name="Téglalap 335">
            <a:extLst>
              <a:ext uri="{FF2B5EF4-FFF2-40B4-BE49-F238E27FC236}">
                <a16:creationId xmlns:a16="http://schemas.microsoft.com/office/drawing/2014/main" id="{57EBA762-6ECB-6049-528C-BD40C230235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5563954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37" name="Téglalap 336">
            <a:extLst>
              <a:ext uri="{FF2B5EF4-FFF2-40B4-BE49-F238E27FC236}">
                <a16:creationId xmlns:a16="http://schemas.microsoft.com/office/drawing/2014/main" id="{A1B1F406-4D98-12DA-88E8-E430E0B999D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5563954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38" name="Téglalap 337">
            <a:extLst>
              <a:ext uri="{FF2B5EF4-FFF2-40B4-BE49-F238E27FC236}">
                <a16:creationId xmlns:a16="http://schemas.microsoft.com/office/drawing/2014/main" id="{9F85A867-0F50-EF95-3CA6-D5DEAF3402A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5563954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39" name="Téglalap 338">
            <a:extLst>
              <a:ext uri="{FF2B5EF4-FFF2-40B4-BE49-F238E27FC236}">
                <a16:creationId xmlns:a16="http://schemas.microsoft.com/office/drawing/2014/main" id="{4B32FECE-819D-4D9F-A6EB-7E37078BF40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5582920"/>
            <a:ext cx="720000" cy="701034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340" name="Téglalap 339">
            <a:extLst>
              <a:ext uri="{FF2B5EF4-FFF2-40B4-BE49-F238E27FC236}">
                <a16:creationId xmlns:a16="http://schemas.microsoft.com/office/drawing/2014/main" id="{3629A67A-AD23-7E27-C555-6049621D89D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5582920"/>
            <a:ext cx="720000" cy="701034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341" name="Téglalap 340">
            <a:extLst>
              <a:ext uri="{FF2B5EF4-FFF2-40B4-BE49-F238E27FC236}">
                <a16:creationId xmlns:a16="http://schemas.microsoft.com/office/drawing/2014/main" id="{3D5BCEF9-EB83-CC3A-F3A1-20E4D229EA3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5582920"/>
            <a:ext cx="720000" cy="701034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308" name="Téglalap 307">
            <a:extLst>
              <a:ext uri="{FF2B5EF4-FFF2-40B4-BE49-F238E27FC236}">
                <a16:creationId xmlns:a16="http://schemas.microsoft.com/office/drawing/2014/main" id="{1F2D4B58-A904-60E9-115C-E766A069500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6283954"/>
            <a:ext cx="720000" cy="720000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09" name="Téglalap 308">
            <a:extLst>
              <a:ext uri="{FF2B5EF4-FFF2-40B4-BE49-F238E27FC236}">
                <a16:creationId xmlns:a16="http://schemas.microsoft.com/office/drawing/2014/main" id="{BF3CDE02-5140-521A-334A-A735CB0B72F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6283954"/>
            <a:ext cx="720000" cy="720000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10" name="Téglalap 309">
            <a:extLst>
              <a:ext uri="{FF2B5EF4-FFF2-40B4-BE49-F238E27FC236}">
                <a16:creationId xmlns:a16="http://schemas.microsoft.com/office/drawing/2014/main" id="{D118B111-410D-77D1-DEE0-04C0E3916E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6283954"/>
            <a:ext cx="720000" cy="720000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11" name="Téglalap 310">
            <a:extLst>
              <a:ext uri="{FF2B5EF4-FFF2-40B4-BE49-F238E27FC236}">
                <a16:creationId xmlns:a16="http://schemas.microsoft.com/office/drawing/2014/main" id="{1E05372A-FE4C-8B6D-9C80-28B5BBDC419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6283954"/>
            <a:ext cx="720000" cy="720000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12" name="Téglalap 311">
            <a:extLst>
              <a:ext uri="{FF2B5EF4-FFF2-40B4-BE49-F238E27FC236}">
                <a16:creationId xmlns:a16="http://schemas.microsoft.com/office/drawing/2014/main" id="{D3E821EC-0F10-5DB5-4DAE-3D0805B4F43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6283954"/>
            <a:ext cx="720000" cy="720000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14" name="Téglalap 313">
            <a:extLst>
              <a:ext uri="{FF2B5EF4-FFF2-40B4-BE49-F238E27FC236}">
                <a16:creationId xmlns:a16="http://schemas.microsoft.com/office/drawing/2014/main" id="{296ADE9A-77BA-DD9C-04FD-932FF2102CB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6283954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315" name="Téglalap 314">
            <a:extLst>
              <a:ext uri="{FF2B5EF4-FFF2-40B4-BE49-F238E27FC236}">
                <a16:creationId xmlns:a16="http://schemas.microsoft.com/office/drawing/2014/main" id="{C4F0F822-24EF-9DD6-82D4-3FDCAF02906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6283954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16" name="Téglalap 315">
            <a:extLst>
              <a:ext uri="{FF2B5EF4-FFF2-40B4-BE49-F238E27FC236}">
                <a16:creationId xmlns:a16="http://schemas.microsoft.com/office/drawing/2014/main" id="{BD705F00-EC0E-A119-D194-AD7ED8CD6B7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6283954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17" name="Téglalap 316">
            <a:extLst>
              <a:ext uri="{FF2B5EF4-FFF2-40B4-BE49-F238E27FC236}">
                <a16:creationId xmlns:a16="http://schemas.microsoft.com/office/drawing/2014/main" id="{964ED43A-9422-93BB-E109-8D25925F229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6283954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18" name="Téglalap 317">
            <a:extLst>
              <a:ext uri="{FF2B5EF4-FFF2-40B4-BE49-F238E27FC236}">
                <a16:creationId xmlns:a16="http://schemas.microsoft.com/office/drawing/2014/main" id="{E5561E6C-BB51-DFC5-8A3F-4F7CFE4779E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6283954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19" name="Téglalap 318">
            <a:extLst>
              <a:ext uri="{FF2B5EF4-FFF2-40B4-BE49-F238E27FC236}">
                <a16:creationId xmlns:a16="http://schemas.microsoft.com/office/drawing/2014/main" id="{8AD0F7CC-0B38-6C3D-7618-91789B1707F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6283954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20" name="Téglalap 319">
            <a:extLst>
              <a:ext uri="{FF2B5EF4-FFF2-40B4-BE49-F238E27FC236}">
                <a16:creationId xmlns:a16="http://schemas.microsoft.com/office/drawing/2014/main" id="{FAC77E95-2C1A-8CB3-47E8-99D07710F43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6283954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21" name="Téglalap 320">
            <a:extLst>
              <a:ext uri="{FF2B5EF4-FFF2-40B4-BE49-F238E27FC236}">
                <a16:creationId xmlns:a16="http://schemas.microsoft.com/office/drawing/2014/main" id="{8323255F-63C6-D499-4D87-55F89B8C23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6283954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22" name="Téglalap 321">
            <a:extLst>
              <a:ext uri="{FF2B5EF4-FFF2-40B4-BE49-F238E27FC236}">
                <a16:creationId xmlns:a16="http://schemas.microsoft.com/office/drawing/2014/main" id="{B65E7CCD-90D6-6BF8-D99D-6B4774BD4CA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6283954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23" name="Téglalap 322">
            <a:extLst>
              <a:ext uri="{FF2B5EF4-FFF2-40B4-BE49-F238E27FC236}">
                <a16:creationId xmlns:a16="http://schemas.microsoft.com/office/drawing/2014/main" id="{F291F2C3-9479-24C4-23F8-6B21624D6BC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6283954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24" name="Téglalap 323">
            <a:extLst>
              <a:ext uri="{FF2B5EF4-FFF2-40B4-BE49-F238E27FC236}">
                <a16:creationId xmlns:a16="http://schemas.microsoft.com/office/drawing/2014/main" id="{C26528DA-5727-CED2-2241-BE8C95FE60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6283954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19" name="Téglalap 118">
            <a:extLst>
              <a:ext uri="{FF2B5EF4-FFF2-40B4-BE49-F238E27FC236}">
                <a16:creationId xmlns:a16="http://schemas.microsoft.com/office/drawing/2014/main" id="{9C0D0749-095D-F434-83AB-B3B714BAAC5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-3674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20" name="Téglalap 119">
            <a:extLst>
              <a:ext uri="{FF2B5EF4-FFF2-40B4-BE49-F238E27FC236}">
                <a16:creationId xmlns:a16="http://schemas.microsoft.com/office/drawing/2014/main" id="{A8D7F0F0-8B96-68C5-D836-B71A808E15C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-3674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38" name="Téglalap 137">
            <a:extLst>
              <a:ext uri="{FF2B5EF4-FFF2-40B4-BE49-F238E27FC236}">
                <a16:creationId xmlns:a16="http://schemas.microsoft.com/office/drawing/2014/main" id="{CA735B2C-392B-E78F-4454-B4348A5587E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716326"/>
            <a:ext cx="720000" cy="678224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39" name="Téglalap 138">
            <a:extLst>
              <a:ext uri="{FF2B5EF4-FFF2-40B4-BE49-F238E27FC236}">
                <a16:creationId xmlns:a16="http://schemas.microsoft.com/office/drawing/2014/main" id="{052AFDA1-BD20-B20B-8AD4-567FEB7700D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716326"/>
            <a:ext cx="720000" cy="678224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40" name="Téglalap 139">
            <a:extLst>
              <a:ext uri="{FF2B5EF4-FFF2-40B4-BE49-F238E27FC236}">
                <a16:creationId xmlns:a16="http://schemas.microsoft.com/office/drawing/2014/main" id="{6FB1E769-06D1-9DAA-AEC0-CDBE4D3268A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716326"/>
            <a:ext cx="720000" cy="678224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41" name="Téglalap 140">
            <a:extLst>
              <a:ext uri="{FF2B5EF4-FFF2-40B4-BE49-F238E27FC236}">
                <a16:creationId xmlns:a16="http://schemas.microsoft.com/office/drawing/2014/main" id="{AFB6DE43-CDB6-3755-B28E-93EEDEC4862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716326"/>
            <a:ext cx="720000" cy="678224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4000" b="1" dirty="0">
                <a:solidFill>
                  <a:srgbClr val="388E3C">
                    <a:alpha val="50000"/>
                  </a:srgbClr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150" name="Téglalap 149">
            <a:extLst>
              <a:ext uri="{FF2B5EF4-FFF2-40B4-BE49-F238E27FC236}">
                <a16:creationId xmlns:a16="http://schemas.microsoft.com/office/drawing/2014/main" id="{297E6410-D222-FC81-2119-EA3DF2B7522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716326"/>
            <a:ext cx="720000" cy="678224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21" name="Téglalap 120">
            <a:extLst>
              <a:ext uri="{FF2B5EF4-FFF2-40B4-BE49-F238E27FC236}">
                <a16:creationId xmlns:a16="http://schemas.microsoft.com/office/drawing/2014/main" id="{8E01DBA1-CC16-A363-A760-9B2A4FF23F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-3674"/>
            <a:ext cx="720000" cy="720000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22" name="Téglalap 121">
            <a:extLst>
              <a:ext uri="{FF2B5EF4-FFF2-40B4-BE49-F238E27FC236}">
                <a16:creationId xmlns:a16="http://schemas.microsoft.com/office/drawing/2014/main" id="{9D88B14F-59DE-B70D-72D0-7EBD9CDD44C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-3674"/>
            <a:ext cx="720000" cy="720000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23" name="Téglalap 122">
            <a:extLst>
              <a:ext uri="{FF2B5EF4-FFF2-40B4-BE49-F238E27FC236}">
                <a16:creationId xmlns:a16="http://schemas.microsoft.com/office/drawing/2014/main" id="{7CCA7DC4-F87B-B8B3-C706-67B79A52D79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-3674"/>
            <a:ext cx="720000" cy="720000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24" name="Téglalap 123">
            <a:extLst>
              <a:ext uri="{FF2B5EF4-FFF2-40B4-BE49-F238E27FC236}">
                <a16:creationId xmlns:a16="http://schemas.microsoft.com/office/drawing/2014/main" id="{B8E07072-13FB-7873-7F93-74F009D2013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-3674"/>
            <a:ext cx="720000" cy="720000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25" name="Téglalap 124">
            <a:extLst>
              <a:ext uri="{FF2B5EF4-FFF2-40B4-BE49-F238E27FC236}">
                <a16:creationId xmlns:a16="http://schemas.microsoft.com/office/drawing/2014/main" id="{52BC06B2-CB2A-27A0-F06E-42E431FC84A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-3674"/>
            <a:ext cx="720000" cy="720000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26" name="Téglalap 125">
            <a:extLst>
              <a:ext uri="{FF2B5EF4-FFF2-40B4-BE49-F238E27FC236}">
                <a16:creationId xmlns:a16="http://schemas.microsoft.com/office/drawing/2014/main" id="{CA4C29DF-6A16-6ADA-DF3A-B3A0A4745F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-3674"/>
            <a:ext cx="720000" cy="720000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27" name="Téglalap 126">
            <a:extLst>
              <a:ext uri="{FF2B5EF4-FFF2-40B4-BE49-F238E27FC236}">
                <a16:creationId xmlns:a16="http://schemas.microsoft.com/office/drawing/2014/main" id="{4789331B-D839-0958-C94C-E3B356B993F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-3674"/>
            <a:ext cx="720000" cy="720000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28" name="Téglalap 127">
            <a:extLst>
              <a:ext uri="{FF2B5EF4-FFF2-40B4-BE49-F238E27FC236}">
                <a16:creationId xmlns:a16="http://schemas.microsoft.com/office/drawing/2014/main" id="{D1BCFD14-4FDD-5A7B-4BEE-2DB3935A727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-3674"/>
            <a:ext cx="720000" cy="720000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29" name="Téglalap 128">
            <a:extLst>
              <a:ext uri="{FF2B5EF4-FFF2-40B4-BE49-F238E27FC236}">
                <a16:creationId xmlns:a16="http://schemas.microsoft.com/office/drawing/2014/main" id="{926341F3-F5C3-8BF5-A25A-BFD5FCA3DC7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-3674"/>
            <a:ext cx="720000" cy="720000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30" name="Téglalap 129">
            <a:extLst>
              <a:ext uri="{FF2B5EF4-FFF2-40B4-BE49-F238E27FC236}">
                <a16:creationId xmlns:a16="http://schemas.microsoft.com/office/drawing/2014/main" id="{2B61145B-FB1A-739A-7C25-4A8BEB72597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-3674"/>
            <a:ext cx="720000" cy="720000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31" name="Téglalap 130">
            <a:extLst>
              <a:ext uri="{FF2B5EF4-FFF2-40B4-BE49-F238E27FC236}">
                <a16:creationId xmlns:a16="http://schemas.microsoft.com/office/drawing/2014/main" id="{78F56FBA-3EDB-C210-49D0-FCF9255383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-3674"/>
            <a:ext cx="720000" cy="720000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42" name="Téglalap 141">
            <a:extLst>
              <a:ext uri="{FF2B5EF4-FFF2-40B4-BE49-F238E27FC236}">
                <a16:creationId xmlns:a16="http://schemas.microsoft.com/office/drawing/2014/main" id="{B9E57A27-F280-E4CD-0B11-E509D40559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716326"/>
            <a:ext cx="720000" cy="678224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43" name="Téglalap 142">
            <a:extLst>
              <a:ext uri="{FF2B5EF4-FFF2-40B4-BE49-F238E27FC236}">
                <a16:creationId xmlns:a16="http://schemas.microsoft.com/office/drawing/2014/main" id="{16EDAF01-3451-C86A-D47A-FAE0080E974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716326"/>
            <a:ext cx="720000" cy="678224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44" name="Téglalap 143">
            <a:extLst>
              <a:ext uri="{FF2B5EF4-FFF2-40B4-BE49-F238E27FC236}">
                <a16:creationId xmlns:a16="http://schemas.microsoft.com/office/drawing/2014/main" id="{DC3FABE0-94DC-FEA7-D028-E746E8508D7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716326"/>
            <a:ext cx="720000" cy="678224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45" name="Téglalap 144">
            <a:extLst>
              <a:ext uri="{FF2B5EF4-FFF2-40B4-BE49-F238E27FC236}">
                <a16:creationId xmlns:a16="http://schemas.microsoft.com/office/drawing/2014/main" id="{E544E8F3-B5F5-9B6D-84C3-094F178B48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716326"/>
            <a:ext cx="720000" cy="678224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46" name="Téglalap 145">
            <a:extLst>
              <a:ext uri="{FF2B5EF4-FFF2-40B4-BE49-F238E27FC236}">
                <a16:creationId xmlns:a16="http://schemas.microsoft.com/office/drawing/2014/main" id="{F52BF698-195E-864C-35B1-0D6EAAD00D6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716326"/>
            <a:ext cx="720000" cy="678224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47" name="Téglalap 146">
            <a:extLst>
              <a:ext uri="{FF2B5EF4-FFF2-40B4-BE49-F238E27FC236}">
                <a16:creationId xmlns:a16="http://schemas.microsoft.com/office/drawing/2014/main" id="{E58DB987-37D2-720A-A6A3-8D70594381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716326"/>
            <a:ext cx="720000" cy="678224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48" name="Téglalap 147">
            <a:extLst>
              <a:ext uri="{FF2B5EF4-FFF2-40B4-BE49-F238E27FC236}">
                <a16:creationId xmlns:a16="http://schemas.microsoft.com/office/drawing/2014/main" id="{76EBB440-811E-9B99-91A3-F38156A7E65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716326"/>
            <a:ext cx="720000" cy="678224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49" name="Téglalap 148">
            <a:extLst>
              <a:ext uri="{FF2B5EF4-FFF2-40B4-BE49-F238E27FC236}">
                <a16:creationId xmlns:a16="http://schemas.microsoft.com/office/drawing/2014/main" id="{FFFE773F-85CA-10BB-AD48-D27DB70EA25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716326"/>
            <a:ext cx="720000" cy="678224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19" name="Címkocka">
            <a:extLst>
              <a:ext uri="{FF2B5EF4-FFF2-40B4-BE49-F238E27FC236}">
                <a16:creationId xmlns:a16="http://schemas.microsoft.com/office/drawing/2014/main" id="{269E93F3-50F8-96DE-EA86-5B54E179C4E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4235675"/>
            <a:ext cx="720000" cy="679675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20" name="Címkocka">
            <a:extLst>
              <a:ext uri="{FF2B5EF4-FFF2-40B4-BE49-F238E27FC236}">
                <a16:creationId xmlns:a16="http://schemas.microsoft.com/office/drawing/2014/main" id="{2DE20641-AFA7-4E82-795A-1DEE754B0B1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4235675"/>
            <a:ext cx="720000" cy="679675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21" name="Címkocka">
            <a:extLst>
              <a:ext uri="{FF2B5EF4-FFF2-40B4-BE49-F238E27FC236}">
                <a16:creationId xmlns:a16="http://schemas.microsoft.com/office/drawing/2014/main" id="{7E6EEB4D-0D92-732B-E907-D07847A3D34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4235675"/>
            <a:ext cx="720000" cy="679675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25" name="Címkocka">
            <a:extLst>
              <a:ext uri="{FF2B5EF4-FFF2-40B4-BE49-F238E27FC236}">
                <a16:creationId xmlns:a16="http://schemas.microsoft.com/office/drawing/2014/main" id="{BE6ADB78-4F6B-7CCE-7965-28032CE0B1C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4195351"/>
            <a:ext cx="720000" cy="720000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02" name="Címkocka">
            <a:extLst>
              <a:ext uri="{FF2B5EF4-FFF2-40B4-BE49-F238E27FC236}">
                <a16:creationId xmlns:a16="http://schemas.microsoft.com/office/drawing/2014/main" id="{5A0C8FBD-9EBE-E42C-1038-77BAE880E35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4915351"/>
            <a:ext cx="720000" cy="679675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30" name="Téglalap 329">
            <a:extLst>
              <a:ext uri="{FF2B5EF4-FFF2-40B4-BE49-F238E27FC236}">
                <a16:creationId xmlns:a16="http://schemas.microsoft.com/office/drawing/2014/main" id="{29091A40-33DB-7908-7A18-45A1E92D1CD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5595026"/>
            <a:ext cx="720000" cy="688928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13" name="Téglalap 312">
            <a:extLst>
              <a:ext uri="{FF2B5EF4-FFF2-40B4-BE49-F238E27FC236}">
                <a16:creationId xmlns:a16="http://schemas.microsoft.com/office/drawing/2014/main" id="{9139AAE1-F915-3620-BFAA-02C56023320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6283954"/>
            <a:ext cx="720000" cy="720000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grpSp>
        <p:nvGrpSpPr>
          <p:cNvPr id="191" name="Csoportba foglalás 190">
            <a:extLst>
              <a:ext uri="{FF2B5EF4-FFF2-40B4-BE49-F238E27FC236}">
                <a16:creationId xmlns:a16="http://schemas.microsoft.com/office/drawing/2014/main" id="{CD413922-4CB8-4A3F-BC3A-AEA5D3AA4D41}"/>
              </a:ext>
            </a:extLst>
          </p:cNvPr>
          <p:cNvGrpSpPr/>
          <p:nvPr/>
        </p:nvGrpSpPr>
        <p:grpSpPr>
          <a:xfrm>
            <a:off x="-24027" y="-70779"/>
            <a:ext cx="12268027" cy="7195479"/>
            <a:chOff x="-24027" y="-70779"/>
            <a:chExt cx="12268027" cy="7195479"/>
          </a:xfrm>
        </p:grpSpPr>
        <p:cxnSp>
          <p:nvCxnSpPr>
            <p:cNvPr id="192" name="Egyenes összekötő 191">
              <a:extLst>
                <a:ext uri="{FF2B5EF4-FFF2-40B4-BE49-F238E27FC236}">
                  <a16:creationId xmlns:a16="http://schemas.microsoft.com/office/drawing/2014/main" id="{EED4CF4F-1E4A-4509-91D5-4E437B6494A9}"/>
                </a:ext>
              </a:extLst>
            </p:cNvPr>
            <p:cNvCxnSpPr/>
            <p:nvPr/>
          </p:nvCxnSpPr>
          <p:spPr>
            <a:xfrm>
              <a:off x="0" y="735376"/>
              <a:ext cx="720000" cy="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gyenes összekötő 192">
              <a:extLst>
                <a:ext uri="{FF2B5EF4-FFF2-40B4-BE49-F238E27FC236}">
                  <a16:creationId xmlns:a16="http://schemas.microsoft.com/office/drawing/2014/main" id="{9F78F8BD-A8D5-4A11-B71D-5B13D21C8E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9241" y="-51303"/>
              <a:ext cx="1" cy="806155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gyenes összekötő 193">
              <a:extLst>
                <a:ext uri="{FF2B5EF4-FFF2-40B4-BE49-F238E27FC236}">
                  <a16:creationId xmlns:a16="http://schemas.microsoft.com/office/drawing/2014/main" id="{5C5C0548-3C38-439C-A2D9-6C597D94B93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71377" y="-70779"/>
              <a:ext cx="1" cy="806155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gyenes összekötő 194">
              <a:extLst>
                <a:ext uri="{FF2B5EF4-FFF2-40B4-BE49-F238E27FC236}">
                  <a16:creationId xmlns:a16="http://schemas.microsoft.com/office/drawing/2014/main" id="{8EA88EAC-4997-4D78-995E-EFCE160DD70C}"/>
                </a:ext>
              </a:extLst>
            </p:cNvPr>
            <p:cNvCxnSpPr>
              <a:cxnSpLocks/>
            </p:cNvCxnSpPr>
            <p:nvPr/>
          </p:nvCxnSpPr>
          <p:spPr>
            <a:xfrm>
              <a:off x="2853193" y="735376"/>
              <a:ext cx="1468807" cy="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Egyenes összekötő 195">
              <a:extLst>
                <a:ext uri="{FF2B5EF4-FFF2-40B4-BE49-F238E27FC236}">
                  <a16:creationId xmlns:a16="http://schemas.microsoft.com/office/drawing/2014/main" id="{AC91D64D-373B-4B09-A12D-CB244DF58E4C}"/>
                </a:ext>
              </a:extLst>
            </p:cNvPr>
            <p:cNvCxnSpPr>
              <a:cxnSpLocks/>
            </p:cNvCxnSpPr>
            <p:nvPr/>
          </p:nvCxnSpPr>
          <p:spPr>
            <a:xfrm>
              <a:off x="4302755" y="735376"/>
              <a:ext cx="1" cy="70095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Egyenes összekötő 230">
              <a:extLst>
                <a:ext uri="{FF2B5EF4-FFF2-40B4-BE49-F238E27FC236}">
                  <a16:creationId xmlns:a16="http://schemas.microsoft.com/office/drawing/2014/main" id="{BA31DFAA-DD02-460D-B8A1-4CD908E431C4}"/>
                </a:ext>
              </a:extLst>
            </p:cNvPr>
            <p:cNvCxnSpPr>
              <a:cxnSpLocks/>
            </p:cNvCxnSpPr>
            <p:nvPr/>
          </p:nvCxnSpPr>
          <p:spPr>
            <a:xfrm>
              <a:off x="4293193" y="1440182"/>
              <a:ext cx="5790807" cy="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Egyenes összekötő 231">
              <a:extLst>
                <a:ext uri="{FF2B5EF4-FFF2-40B4-BE49-F238E27FC236}">
                  <a16:creationId xmlns:a16="http://schemas.microsoft.com/office/drawing/2014/main" id="{3F3204C0-1E75-4EF7-BD39-E907F3CF4D37}"/>
                </a:ext>
              </a:extLst>
            </p:cNvPr>
            <p:cNvCxnSpPr>
              <a:cxnSpLocks/>
            </p:cNvCxnSpPr>
            <p:nvPr/>
          </p:nvCxnSpPr>
          <p:spPr>
            <a:xfrm>
              <a:off x="10084000" y="735376"/>
              <a:ext cx="2160000" cy="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Egyenes összekötő 266">
              <a:extLst>
                <a:ext uri="{FF2B5EF4-FFF2-40B4-BE49-F238E27FC236}">
                  <a16:creationId xmlns:a16="http://schemas.microsoft.com/office/drawing/2014/main" id="{5975FD45-696F-40C5-887F-D38DD1E6D074}"/>
                </a:ext>
              </a:extLst>
            </p:cNvPr>
            <p:cNvCxnSpPr>
              <a:cxnSpLocks/>
            </p:cNvCxnSpPr>
            <p:nvPr/>
          </p:nvCxnSpPr>
          <p:spPr>
            <a:xfrm>
              <a:off x="10103244" y="735376"/>
              <a:ext cx="40" cy="72476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Egyenes összekötő 267">
              <a:extLst>
                <a:ext uri="{FF2B5EF4-FFF2-40B4-BE49-F238E27FC236}">
                  <a16:creationId xmlns:a16="http://schemas.microsoft.com/office/drawing/2014/main" id="{BFD02E66-804D-4B0D-8A6C-CEC8ED197BD3}"/>
                </a:ext>
              </a:extLst>
            </p:cNvPr>
            <p:cNvCxnSpPr>
              <a:cxnSpLocks/>
            </p:cNvCxnSpPr>
            <p:nvPr/>
          </p:nvCxnSpPr>
          <p:spPr>
            <a:xfrm>
              <a:off x="-24027" y="4191362"/>
              <a:ext cx="5790807" cy="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Egyenes összekötő 268">
              <a:extLst>
                <a:ext uri="{FF2B5EF4-FFF2-40B4-BE49-F238E27FC236}">
                  <a16:creationId xmlns:a16="http://schemas.microsoft.com/office/drawing/2014/main" id="{6E445D34-308E-4CCA-8AB9-189B844E0CD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78509" y="4172436"/>
              <a:ext cx="1" cy="742915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Egyenes összekötő 269">
              <a:extLst>
                <a:ext uri="{FF2B5EF4-FFF2-40B4-BE49-F238E27FC236}">
                  <a16:creationId xmlns:a16="http://schemas.microsoft.com/office/drawing/2014/main" id="{D85DD90E-C58A-4058-9651-6E221C4AD1FE}"/>
                </a:ext>
              </a:extLst>
            </p:cNvPr>
            <p:cNvCxnSpPr>
              <a:cxnSpLocks/>
            </p:cNvCxnSpPr>
            <p:nvPr/>
          </p:nvCxnSpPr>
          <p:spPr>
            <a:xfrm>
              <a:off x="4322000" y="4934531"/>
              <a:ext cx="1475950" cy="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Egyenes összekötő 270">
              <a:extLst>
                <a:ext uri="{FF2B5EF4-FFF2-40B4-BE49-F238E27FC236}">
                  <a16:creationId xmlns:a16="http://schemas.microsoft.com/office/drawing/2014/main" id="{B4857E83-469E-43A7-9D25-92A2375E366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39975" y="4947867"/>
              <a:ext cx="1" cy="2176833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Egyenes összekötő 271">
              <a:extLst>
                <a:ext uri="{FF2B5EF4-FFF2-40B4-BE49-F238E27FC236}">
                  <a16:creationId xmlns:a16="http://schemas.microsoft.com/office/drawing/2014/main" id="{D324AD1A-E9D9-481F-BE29-2A09CFC40B02}"/>
                </a:ext>
              </a:extLst>
            </p:cNvPr>
            <p:cNvCxnSpPr>
              <a:cxnSpLocks/>
            </p:cNvCxnSpPr>
            <p:nvPr/>
          </p:nvCxnSpPr>
          <p:spPr>
            <a:xfrm>
              <a:off x="7906453" y="4194465"/>
              <a:ext cx="1368" cy="753402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Egyenes összekötő 272">
              <a:extLst>
                <a:ext uri="{FF2B5EF4-FFF2-40B4-BE49-F238E27FC236}">
                  <a16:creationId xmlns:a16="http://schemas.microsoft.com/office/drawing/2014/main" id="{F12185C6-04E9-4CB1-A9AB-7B1059D20D19}"/>
                </a:ext>
              </a:extLst>
            </p:cNvPr>
            <p:cNvCxnSpPr>
              <a:cxnSpLocks/>
            </p:cNvCxnSpPr>
            <p:nvPr/>
          </p:nvCxnSpPr>
          <p:spPr>
            <a:xfrm>
              <a:off x="8663690" y="4172436"/>
              <a:ext cx="0" cy="764943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Egyenes összekötő 273">
              <a:extLst>
                <a:ext uri="{FF2B5EF4-FFF2-40B4-BE49-F238E27FC236}">
                  <a16:creationId xmlns:a16="http://schemas.microsoft.com/office/drawing/2014/main" id="{780D31B4-BFC3-4515-9F4B-8D3668D595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86128" y="4177319"/>
              <a:ext cx="777561" cy="2383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Egyenes összekötő 274">
              <a:extLst>
                <a:ext uri="{FF2B5EF4-FFF2-40B4-BE49-F238E27FC236}">
                  <a16:creationId xmlns:a16="http://schemas.microsoft.com/office/drawing/2014/main" id="{254861B9-AF15-4C5A-8C1B-89C8120B18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02309" y="4926611"/>
              <a:ext cx="777561" cy="2383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Egyenes összekötő 275">
              <a:extLst>
                <a:ext uri="{FF2B5EF4-FFF2-40B4-BE49-F238E27FC236}">
                  <a16:creationId xmlns:a16="http://schemas.microsoft.com/office/drawing/2014/main" id="{8B0E6EB7-14CD-48CF-B922-1CDC7665D9FE}"/>
                </a:ext>
              </a:extLst>
            </p:cNvPr>
            <p:cNvCxnSpPr>
              <a:cxnSpLocks/>
            </p:cNvCxnSpPr>
            <p:nvPr/>
          </p:nvCxnSpPr>
          <p:spPr>
            <a:xfrm>
              <a:off x="10779919" y="4895077"/>
              <a:ext cx="1464081" cy="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Egyenes összekötő 276">
              <a:extLst>
                <a:ext uri="{FF2B5EF4-FFF2-40B4-BE49-F238E27FC236}">
                  <a16:creationId xmlns:a16="http://schemas.microsoft.com/office/drawing/2014/main" id="{83FE15F7-9F38-451B-B811-9A06C3638D14}"/>
                </a:ext>
              </a:extLst>
            </p:cNvPr>
            <p:cNvCxnSpPr>
              <a:cxnSpLocks/>
            </p:cNvCxnSpPr>
            <p:nvPr/>
          </p:nvCxnSpPr>
          <p:spPr>
            <a:xfrm>
              <a:off x="10784681" y="4876800"/>
              <a:ext cx="0" cy="72390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Egyenes összekötő 277">
              <a:extLst>
                <a:ext uri="{FF2B5EF4-FFF2-40B4-BE49-F238E27FC236}">
                  <a16:creationId xmlns:a16="http://schemas.microsoft.com/office/drawing/2014/main" id="{E50E7BB1-6513-4350-B46F-8006DB47787D}"/>
                </a:ext>
              </a:extLst>
            </p:cNvPr>
            <p:cNvCxnSpPr>
              <a:cxnSpLocks/>
            </p:cNvCxnSpPr>
            <p:nvPr/>
          </p:nvCxnSpPr>
          <p:spPr>
            <a:xfrm>
              <a:off x="10779919" y="5583259"/>
              <a:ext cx="1464081" cy="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" name="Egyenes összekötő 5">
            <a:extLst>
              <a:ext uri="{FF2B5EF4-FFF2-40B4-BE49-F238E27FC236}">
                <a16:creationId xmlns:a16="http://schemas.microsoft.com/office/drawing/2014/main" id="{540D319E-169C-9F81-55C6-3629C3DD7B66}"/>
              </a:ext>
            </a:extLst>
          </p:cNvPr>
          <p:cNvCxnSpPr>
            <a:cxnSpLocks/>
          </p:cNvCxnSpPr>
          <p:nvPr/>
        </p:nvCxnSpPr>
        <p:spPr>
          <a:xfrm>
            <a:off x="81023" y="1341548"/>
            <a:ext cx="12244000" cy="1594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E457ABBD-BBC9-2E5A-F41E-F8BF047A04E7}"/>
              </a:ext>
            </a:extLst>
          </p:cNvPr>
          <p:cNvSpPr txBox="1"/>
          <p:nvPr/>
        </p:nvSpPr>
        <p:spPr>
          <a:xfrm>
            <a:off x="-10315268" y="716326"/>
            <a:ext cx="609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600" b="1" dirty="0" err="1"/>
              <a:t>Menu.cs</a:t>
            </a:r>
            <a:r>
              <a:rPr lang="hu-HU" sz="3600" b="1" dirty="0"/>
              <a:t> – fontos részek</a:t>
            </a:r>
          </a:p>
        </p:txBody>
      </p:sp>
      <p:sp>
        <p:nvSpPr>
          <p:cNvPr id="13" name="Szövegdoboz 12">
            <a:extLst>
              <a:ext uri="{FF2B5EF4-FFF2-40B4-BE49-F238E27FC236}">
                <a16:creationId xmlns:a16="http://schemas.microsoft.com/office/drawing/2014/main" id="{CD8C3F01-8B0F-CDEA-81F9-A7C4BCB5A27B}"/>
              </a:ext>
            </a:extLst>
          </p:cNvPr>
          <p:cNvSpPr txBox="1"/>
          <p:nvPr/>
        </p:nvSpPr>
        <p:spPr>
          <a:xfrm>
            <a:off x="-10049051" y="1828800"/>
            <a:ext cx="1001210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400" b="1" dirty="0" err="1"/>
              <a:t>Menu</a:t>
            </a:r>
            <a:r>
              <a:rPr lang="hu-HU" sz="2400" b="1" dirty="0"/>
              <a:t>(): létrehozza a menüt és beállítja az átméretezést.</a:t>
            </a:r>
          </a:p>
          <a:p>
            <a:endParaRPr lang="hu-HU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400" b="1" dirty="0" err="1"/>
              <a:t>menuElemek</a:t>
            </a:r>
            <a:r>
              <a:rPr lang="hu-HU" sz="2400" b="1" dirty="0"/>
              <a:t>(): felépíti a teljes UI-t (cím, nehézség, méret, start gomb). </a:t>
            </a:r>
            <a:r>
              <a:rPr lang="hu-HU" sz="2400" b="1" dirty="0" err="1"/>
              <a:t>startBTN.Click</a:t>
            </a:r>
            <a:r>
              <a:rPr lang="hu-HU" sz="2400" b="1" dirty="0"/>
              <a:t>: kiolvassa a beállításokat, elindítja a játékot (</a:t>
            </a:r>
            <a:r>
              <a:rPr lang="hu-HU" b="1" dirty="0" err="1"/>
              <a:t>Jatekter</a:t>
            </a:r>
            <a:r>
              <a:rPr lang="hu-HU" sz="2400" b="1" dirty="0"/>
              <a:t>), elrejti a menüt, majd visszahozza. </a:t>
            </a:r>
          </a:p>
          <a:p>
            <a:endParaRPr lang="hu-HU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400" b="1" dirty="0" err="1"/>
              <a:t>ClientSizeChanged</a:t>
            </a:r>
            <a:r>
              <a:rPr lang="hu-HU" sz="2400" b="1" dirty="0"/>
              <a:t>: automatikusan skálázza a </a:t>
            </a:r>
            <a:r>
              <a:rPr lang="hu-HU" sz="2400" b="1" dirty="0" err="1"/>
              <a:t>ComboBoxokat</a:t>
            </a:r>
            <a:r>
              <a:rPr lang="hu-HU" sz="2400" b="1" dirty="0"/>
              <a:t>.</a:t>
            </a: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678BA9A8-0752-C46C-F028-41991F8770DD}"/>
              </a:ext>
            </a:extLst>
          </p:cNvPr>
          <p:cNvSpPr txBox="1"/>
          <p:nvPr/>
        </p:nvSpPr>
        <p:spPr>
          <a:xfrm>
            <a:off x="0" y="716326"/>
            <a:ext cx="609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600" b="1" dirty="0" err="1"/>
              <a:t>Jatekter.cs</a:t>
            </a:r>
            <a:r>
              <a:rPr lang="hu-HU" sz="3600" b="1" dirty="0"/>
              <a:t> – fontos részek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F6141F2B-5895-61FD-3089-602086F91E3C}"/>
              </a:ext>
            </a:extLst>
          </p:cNvPr>
          <p:cNvSpPr txBox="1"/>
          <p:nvPr/>
        </p:nvSpPr>
        <p:spPr>
          <a:xfrm>
            <a:off x="266217" y="1828800"/>
            <a:ext cx="10012101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b="1" dirty="0" err="1"/>
              <a:t>Jatekter</a:t>
            </a:r>
            <a:r>
              <a:rPr lang="hu-HU" sz="2400" b="1" dirty="0"/>
              <a:t>()</a:t>
            </a:r>
            <a:r>
              <a:rPr lang="hu-HU" sz="2400" dirty="0"/>
              <a:t>: létrehozza a pályát (rács + cellák + képek). 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b="1" dirty="0" err="1"/>
              <a:t>Kattintas</a:t>
            </a:r>
            <a:r>
              <a:rPr lang="hu-HU" sz="2400" b="1" dirty="0"/>
              <a:t>()</a:t>
            </a:r>
            <a:r>
              <a:rPr lang="hu-HU" sz="2400" dirty="0"/>
              <a:t>: kezeli a bal (felfedés) és jobb (zászló) kattintást, itt indul a játék logika. 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b="1" dirty="0" err="1"/>
              <a:t>aknaLetrehoz</a:t>
            </a:r>
            <a:r>
              <a:rPr lang="hu-HU" sz="2400" b="1" dirty="0"/>
              <a:t>()</a:t>
            </a:r>
            <a:r>
              <a:rPr lang="hu-HU" sz="2400" dirty="0"/>
              <a:t>: első kattintás után generálja az aknákat és a számokat.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b="1" dirty="0" err="1"/>
              <a:t>ellenoriz</a:t>
            </a:r>
            <a:r>
              <a:rPr lang="hu-HU" sz="2400" b="1" dirty="0"/>
              <a:t>()</a:t>
            </a:r>
            <a:r>
              <a:rPr lang="hu-HU" sz="2400" dirty="0"/>
              <a:t>: üres mezők automatikus terjedő felfedése. 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b="1" dirty="0"/>
              <a:t>felfed()</a:t>
            </a:r>
            <a:r>
              <a:rPr lang="hu-HU" sz="2400" dirty="0"/>
              <a:t>: játék vége, minden mező megmutatása és kiértékelés. 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b="1" dirty="0" err="1"/>
              <a:t>teleEllenoriz</a:t>
            </a:r>
            <a:r>
              <a:rPr lang="hu-HU" sz="2400" b="1" dirty="0"/>
              <a:t>()</a:t>
            </a:r>
            <a:r>
              <a:rPr lang="hu-HU" sz="2400" dirty="0"/>
              <a:t>: ellenőrzi, hogy a játék kész van-e (győzelem feltétel). 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b="1" dirty="0" err="1"/>
              <a:t>aknaKorulotte</a:t>
            </a:r>
            <a:r>
              <a:rPr lang="hu-HU" sz="2400" b="1" dirty="0"/>
              <a:t>()</a:t>
            </a:r>
            <a:r>
              <a:rPr lang="hu-HU" sz="2400" dirty="0"/>
              <a:t>: megakadályozza, hogy a kezdő mező közelébe akna kerüljön.</a:t>
            </a:r>
            <a:endParaRPr lang="hu-HU" sz="2400" b="1" dirty="0"/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3368B7EE-15E8-873F-1971-5EC4354F084D}"/>
              </a:ext>
            </a:extLst>
          </p:cNvPr>
          <p:cNvSpPr txBox="1"/>
          <p:nvPr/>
        </p:nvSpPr>
        <p:spPr>
          <a:xfrm>
            <a:off x="12266149" y="716326"/>
            <a:ext cx="609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600" b="1" dirty="0"/>
              <a:t>Csapatmunka</a:t>
            </a: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4D42FB5C-F80A-756C-9C6E-35F8FDBC9BC2}"/>
              </a:ext>
            </a:extLst>
          </p:cNvPr>
          <p:cNvSpPr txBox="1"/>
          <p:nvPr/>
        </p:nvSpPr>
        <p:spPr>
          <a:xfrm>
            <a:off x="12532366" y="1828800"/>
            <a:ext cx="10012101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b="1" dirty="0"/>
              <a:t>Gyorsmunka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b="1" dirty="0"/>
              <a:t>Folyamatos megbeszélés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b="1" dirty="0"/>
              <a:t>Egyenlő munka felosztás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b="1" dirty="0"/>
              <a:t>Könnyű kommunikáció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b="1" dirty="0" err="1"/>
              <a:t>Teams</a:t>
            </a:r>
            <a:endParaRPr lang="hu-HU" sz="2400" b="1" dirty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b="1" dirty="0"/>
              <a:t>Mindenki számára ismert alkalmazás/platform használata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b="1" dirty="0" err="1"/>
              <a:t>Github</a:t>
            </a:r>
            <a:endParaRPr lang="hu-HU" sz="2400" b="1" dirty="0"/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b="1" dirty="0"/>
              <a:t>Visual </a:t>
            </a:r>
            <a:r>
              <a:rPr lang="hu-HU" sz="2400" b="1" dirty="0" err="1"/>
              <a:t>Studio</a:t>
            </a:r>
            <a:endParaRPr lang="hu-HU" sz="2400" b="1" dirty="0"/>
          </a:p>
        </p:txBody>
      </p:sp>
    </p:spTree>
    <p:extLst>
      <p:ext uri="{BB962C8B-B14F-4D97-AF65-F5344CB8AC3E}">
        <p14:creationId xmlns:p14="http://schemas.microsoft.com/office/powerpoint/2010/main" val="10717345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17913-E7C1-ED48-6C9C-9D675C2EB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BAFFA620-D68F-9BA1-77B4-D56C1E5AA40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3674"/>
            <a:ext cx="720000" cy="720000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14" name="Téglalap 113">
            <a:extLst>
              <a:ext uri="{FF2B5EF4-FFF2-40B4-BE49-F238E27FC236}">
                <a16:creationId xmlns:a16="http://schemas.microsoft.com/office/drawing/2014/main" id="{9F06C20E-A048-6922-EDC2-FC46787F9BA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-3674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32" name="Téglalap 131">
            <a:extLst>
              <a:ext uri="{FF2B5EF4-FFF2-40B4-BE49-F238E27FC236}">
                <a16:creationId xmlns:a16="http://schemas.microsoft.com/office/drawing/2014/main" id="{9FC285FC-1BBE-47A2-0B7E-D254760BB6C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-3674"/>
            <a:ext cx="720000" cy="720000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33" name="Téglalap 132">
            <a:extLst>
              <a:ext uri="{FF2B5EF4-FFF2-40B4-BE49-F238E27FC236}">
                <a16:creationId xmlns:a16="http://schemas.microsoft.com/office/drawing/2014/main" id="{AF3FCD55-5365-0C99-0434-6A0B6FE556A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-3674"/>
            <a:ext cx="720000" cy="720000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36" name="Téglalap 135">
            <a:extLst>
              <a:ext uri="{FF2B5EF4-FFF2-40B4-BE49-F238E27FC236}">
                <a16:creationId xmlns:a16="http://schemas.microsoft.com/office/drawing/2014/main" id="{02F516CB-5A20-FF25-6294-C04D957A147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716326"/>
            <a:ext cx="720000" cy="678224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37" name="Téglalap 136">
            <a:extLst>
              <a:ext uri="{FF2B5EF4-FFF2-40B4-BE49-F238E27FC236}">
                <a16:creationId xmlns:a16="http://schemas.microsoft.com/office/drawing/2014/main" id="{9E6AB3F2-6425-4FEE-7620-06AE2864369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716326"/>
            <a:ext cx="720000" cy="678224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51" name="Téglalap 150">
            <a:extLst>
              <a:ext uri="{FF2B5EF4-FFF2-40B4-BE49-F238E27FC236}">
                <a16:creationId xmlns:a16="http://schemas.microsoft.com/office/drawing/2014/main" id="{C75E5E10-B454-3166-4678-639C2FFA88F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716326"/>
            <a:ext cx="720000" cy="678224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52" name="Téglalap 151">
            <a:extLst>
              <a:ext uri="{FF2B5EF4-FFF2-40B4-BE49-F238E27FC236}">
                <a16:creationId xmlns:a16="http://schemas.microsoft.com/office/drawing/2014/main" id="{46A2E553-AB3C-82EA-BBA5-DD902ACE03F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716326"/>
            <a:ext cx="720000" cy="678224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74" name="Téglalap 173">
            <a:extLst>
              <a:ext uri="{FF2B5EF4-FFF2-40B4-BE49-F238E27FC236}">
                <a16:creationId xmlns:a16="http://schemas.microsoft.com/office/drawing/2014/main" id="{29EF9538-3A88-E623-B95B-D2AC9EB7D8B6}"/>
              </a:ext>
            </a:extLst>
          </p:cNvPr>
          <p:cNvSpPr>
            <a:spLocks/>
          </p:cNvSpPr>
          <p:nvPr/>
        </p:nvSpPr>
        <p:spPr>
          <a:xfrm>
            <a:off x="0" y="1394550"/>
            <a:ext cx="720000" cy="721451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75" name="Téglalap 174">
            <a:extLst>
              <a:ext uri="{FF2B5EF4-FFF2-40B4-BE49-F238E27FC236}">
                <a16:creationId xmlns:a16="http://schemas.microsoft.com/office/drawing/2014/main" id="{145F486F-2A37-AC69-B791-D256D0B4A5C4}"/>
              </a:ext>
            </a:extLst>
          </p:cNvPr>
          <p:cNvSpPr>
            <a:spLocks/>
          </p:cNvSpPr>
          <p:nvPr/>
        </p:nvSpPr>
        <p:spPr>
          <a:xfrm>
            <a:off x="720000" y="1394550"/>
            <a:ext cx="720000" cy="721451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76" name="Címkocka">
            <a:extLst>
              <a:ext uri="{FF2B5EF4-FFF2-40B4-BE49-F238E27FC236}">
                <a16:creationId xmlns:a16="http://schemas.microsoft.com/office/drawing/2014/main" id="{5F290962-8EEE-7EA4-BC3D-69CCF2A98E1B}"/>
              </a:ext>
            </a:extLst>
          </p:cNvPr>
          <p:cNvSpPr>
            <a:spLocks/>
          </p:cNvSpPr>
          <p:nvPr/>
        </p:nvSpPr>
        <p:spPr>
          <a:xfrm>
            <a:off x="1441000" y="1394550"/>
            <a:ext cx="720000" cy="721451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77" name="Címkocka">
            <a:extLst>
              <a:ext uri="{FF2B5EF4-FFF2-40B4-BE49-F238E27FC236}">
                <a16:creationId xmlns:a16="http://schemas.microsoft.com/office/drawing/2014/main" id="{6C5C0ED9-0810-71E2-9623-6F761A6C1CAA}"/>
              </a:ext>
            </a:extLst>
          </p:cNvPr>
          <p:cNvSpPr>
            <a:spLocks/>
          </p:cNvSpPr>
          <p:nvPr/>
        </p:nvSpPr>
        <p:spPr>
          <a:xfrm>
            <a:off x="2162000" y="1394550"/>
            <a:ext cx="720000" cy="721451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78" name="Címkocka">
            <a:extLst>
              <a:ext uri="{FF2B5EF4-FFF2-40B4-BE49-F238E27FC236}">
                <a16:creationId xmlns:a16="http://schemas.microsoft.com/office/drawing/2014/main" id="{606B4AE7-277A-6943-094E-758E20217FBA}"/>
              </a:ext>
            </a:extLst>
          </p:cNvPr>
          <p:cNvSpPr>
            <a:spLocks/>
          </p:cNvSpPr>
          <p:nvPr/>
        </p:nvSpPr>
        <p:spPr>
          <a:xfrm>
            <a:off x="2883000" y="1394550"/>
            <a:ext cx="720000" cy="721451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79" name="Címkocka">
            <a:extLst>
              <a:ext uri="{FF2B5EF4-FFF2-40B4-BE49-F238E27FC236}">
                <a16:creationId xmlns:a16="http://schemas.microsoft.com/office/drawing/2014/main" id="{7F12E217-F735-38E2-7897-89E91AA6FB34}"/>
              </a:ext>
            </a:extLst>
          </p:cNvPr>
          <p:cNvSpPr>
            <a:spLocks/>
          </p:cNvSpPr>
          <p:nvPr/>
        </p:nvSpPr>
        <p:spPr>
          <a:xfrm>
            <a:off x="3602000" y="1394550"/>
            <a:ext cx="720000" cy="721451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80" name="Címkocka">
            <a:extLst>
              <a:ext uri="{FF2B5EF4-FFF2-40B4-BE49-F238E27FC236}">
                <a16:creationId xmlns:a16="http://schemas.microsoft.com/office/drawing/2014/main" id="{13466952-AAB4-CA73-1987-60A995DDE78A}"/>
              </a:ext>
            </a:extLst>
          </p:cNvPr>
          <p:cNvSpPr>
            <a:spLocks/>
          </p:cNvSpPr>
          <p:nvPr/>
        </p:nvSpPr>
        <p:spPr>
          <a:xfrm>
            <a:off x="4322000" y="1394550"/>
            <a:ext cx="720000" cy="721451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81" name="Címkocka">
            <a:extLst>
              <a:ext uri="{FF2B5EF4-FFF2-40B4-BE49-F238E27FC236}">
                <a16:creationId xmlns:a16="http://schemas.microsoft.com/office/drawing/2014/main" id="{A91E0AAE-C4E1-F192-DAED-D3B08A0711A2}"/>
              </a:ext>
            </a:extLst>
          </p:cNvPr>
          <p:cNvSpPr>
            <a:spLocks/>
          </p:cNvSpPr>
          <p:nvPr/>
        </p:nvSpPr>
        <p:spPr>
          <a:xfrm>
            <a:off x="5042000" y="1394550"/>
            <a:ext cx="720000" cy="721451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388E3C">
                    <a:alpha val="50000"/>
                  </a:srgbClr>
                </a:solidFill>
                <a:latin typeface="Consolas" panose="020B0609020204030204" pitchFamily="49" charset="0"/>
              </a:rPr>
              <a:t>2</a:t>
            </a:r>
            <a:endParaRPr lang="hu-HU" sz="3600" b="1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82" name="Címkocka">
            <a:extLst>
              <a:ext uri="{FF2B5EF4-FFF2-40B4-BE49-F238E27FC236}">
                <a16:creationId xmlns:a16="http://schemas.microsoft.com/office/drawing/2014/main" id="{C600AA1B-1D8A-A3EA-B47B-07037B43272C}"/>
              </a:ext>
            </a:extLst>
          </p:cNvPr>
          <p:cNvSpPr>
            <a:spLocks/>
          </p:cNvSpPr>
          <p:nvPr/>
        </p:nvSpPr>
        <p:spPr>
          <a:xfrm>
            <a:off x="5762000" y="1394550"/>
            <a:ext cx="720000" cy="721451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83" name="Címkocka">
            <a:extLst>
              <a:ext uri="{FF2B5EF4-FFF2-40B4-BE49-F238E27FC236}">
                <a16:creationId xmlns:a16="http://schemas.microsoft.com/office/drawing/2014/main" id="{016763A5-FB7F-D712-9771-9BC4EA79B762}"/>
              </a:ext>
            </a:extLst>
          </p:cNvPr>
          <p:cNvSpPr>
            <a:spLocks/>
          </p:cNvSpPr>
          <p:nvPr/>
        </p:nvSpPr>
        <p:spPr>
          <a:xfrm>
            <a:off x="6482000" y="1394550"/>
            <a:ext cx="720000" cy="721451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84" name="Címkocka">
            <a:extLst>
              <a:ext uri="{FF2B5EF4-FFF2-40B4-BE49-F238E27FC236}">
                <a16:creationId xmlns:a16="http://schemas.microsoft.com/office/drawing/2014/main" id="{875EBC31-BA3F-24E4-EB28-9B8ACD662CC9}"/>
              </a:ext>
            </a:extLst>
          </p:cNvPr>
          <p:cNvSpPr>
            <a:spLocks/>
          </p:cNvSpPr>
          <p:nvPr/>
        </p:nvSpPr>
        <p:spPr>
          <a:xfrm>
            <a:off x="7203000" y="1394550"/>
            <a:ext cx="720000" cy="721451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85" name="Címkocka">
            <a:extLst>
              <a:ext uri="{FF2B5EF4-FFF2-40B4-BE49-F238E27FC236}">
                <a16:creationId xmlns:a16="http://schemas.microsoft.com/office/drawing/2014/main" id="{3924A259-4BD4-88FD-B347-90A038799AF4}"/>
              </a:ext>
            </a:extLst>
          </p:cNvPr>
          <p:cNvSpPr>
            <a:spLocks/>
          </p:cNvSpPr>
          <p:nvPr/>
        </p:nvSpPr>
        <p:spPr>
          <a:xfrm>
            <a:off x="7924000" y="1394550"/>
            <a:ext cx="720000" cy="721451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86" name="Címkocka">
            <a:extLst>
              <a:ext uri="{FF2B5EF4-FFF2-40B4-BE49-F238E27FC236}">
                <a16:creationId xmlns:a16="http://schemas.microsoft.com/office/drawing/2014/main" id="{75B6239A-0599-880A-FD62-939FD96B011E}"/>
              </a:ext>
            </a:extLst>
          </p:cNvPr>
          <p:cNvSpPr>
            <a:spLocks/>
          </p:cNvSpPr>
          <p:nvPr/>
        </p:nvSpPr>
        <p:spPr>
          <a:xfrm>
            <a:off x="8645000" y="1394550"/>
            <a:ext cx="720000" cy="721451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388E3C">
                    <a:alpha val="50000"/>
                  </a:srgbClr>
                </a:solidFill>
                <a:latin typeface="Consolas" panose="020B0609020204030204" pitchFamily="49" charset="0"/>
              </a:rPr>
              <a:t>2</a:t>
            </a:r>
            <a:endParaRPr lang="hu-HU" sz="3600" b="1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87" name="Címkocka">
            <a:extLst>
              <a:ext uri="{FF2B5EF4-FFF2-40B4-BE49-F238E27FC236}">
                <a16:creationId xmlns:a16="http://schemas.microsoft.com/office/drawing/2014/main" id="{92DCE05D-7036-C168-7768-5CD05C8FA591}"/>
              </a:ext>
            </a:extLst>
          </p:cNvPr>
          <p:cNvSpPr>
            <a:spLocks/>
          </p:cNvSpPr>
          <p:nvPr/>
        </p:nvSpPr>
        <p:spPr>
          <a:xfrm>
            <a:off x="9364000" y="1394550"/>
            <a:ext cx="720000" cy="721451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88" name="Címkocka">
            <a:extLst>
              <a:ext uri="{FF2B5EF4-FFF2-40B4-BE49-F238E27FC236}">
                <a16:creationId xmlns:a16="http://schemas.microsoft.com/office/drawing/2014/main" id="{FA9F0BEF-C3CB-4F93-E31F-1BD19047CD74}"/>
              </a:ext>
            </a:extLst>
          </p:cNvPr>
          <p:cNvSpPr>
            <a:spLocks/>
          </p:cNvSpPr>
          <p:nvPr/>
        </p:nvSpPr>
        <p:spPr>
          <a:xfrm>
            <a:off x="10084000" y="1394550"/>
            <a:ext cx="720000" cy="721451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89" name="Téglalap 188">
            <a:extLst>
              <a:ext uri="{FF2B5EF4-FFF2-40B4-BE49-F238E27FC236}">
                <a16:creationId xmlns:a16="http://schemas.microsoft.com/office/drawing/2014/main" id="{95A547E3-B59A-E3B2-1004-0EAF1AEA8D41}"/>
              </a:ext>
            </a:extLst>
          </p:cNvPr>
          <p:cNvSpPr>
            <a:spLocks/>
          </p:cNvSpPr>
          <p:nvPr/>
        </p:nvSpPr>
        <p:spPr>
          <a:xfrm>
            <a:off x="10804000" y="1394550"/>
            <a:ext cx="720000" cy="721451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90" name="Téglalap 189">
            <a:extLst>
              <a:ext uri="{FF2B5EF4-FFF2-40B4-BE49-F238E27FC236}">
                <a16:creationId xmlns:a16="http://schemas.microsoft.com/office/drawing/2014/main" id="{007DDF66-7D84-BC61-1CFE-188494C4B1E1}"/>
              </a:ext>
            </a:extLst>
          </p:cNvPr>
          <p:cNvSpPr>
            <a:spLocks/>
          </p:cNvSpPr>
          <p:nvPr/>
        </p:nvSpPr>
        <p:spPr>
          <a:xfrm>
            <a:off x="11524000" y="1394550"/>
            <a:ext cx="720000" cy="721451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57" name="Téglalap 156">
            <a:extLst>
              <a:ext uri="{FF2B5EF4-FFF2-40B4-BE49-F238E27FC236}">
                <a16:creationId xmlns:a16="http://schemas.microsoft.com/office/drawing/2014/main" id="{BD5040B4-0937-5C87-0AF1-173C3685C00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2114550"/>
            <a:ext cx="720000" cy="681126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58" name="Téglalap 157">
            <a:extLst>
              <a:ext uri="{FF2B5EF4-FFF2-40B4-BE49-F238E27FC236}">
                <a16:creationId xmlns:a16="http://schemas.microsoft.com/office/drawing/2014/main" id="{BAD6A732-61DF-51E1-4A44-B442A8BE2DE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2114550"/>
            <a:ext cx="720000" cy="681126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59" name="Címkocka">
            <a:extLst>
              <a:ext uri="{FF2B5EF4-FFF2-40B4-BE49-F238E27FC236}">
                <a16:creationId xmlns:a16="http://schemas.microsoft.com/office/drawing/2014/main" id="{B247DF11-7746-212F-6DAD-CC4C6C70202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2114550"/>
            <a:ext cx="720000" cy="681126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60" name="Címkocka">
            <a:extLst>
              <a:ext uri="{FF2B5EF4-FFF2-40B4-BE49-F238E27FC236}">
                <a16:creationId xmlns:a16="http://schemas.microsoft.com/office/drawing/2014/main" id="{C270F534-CDC7-D056-0EE5-530657CA602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2114550"/>
            <a:ext cx="720000" cy="681126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61" name="Címkocka">
            <a:extLst>
              <a:ext uri="{FF2B5EF4-FFF2-40B4-BE49-F238E27FC236}">
                <a16:creationId xmlns:a16="http://schemas.microsoft.com/office/drawing/2014/main" id="{330D878A-212F-B4CF-45FF-A7CD3FD58FE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2114550"/>
            <a:ext cx="720000" cy="681126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62" name="Címkocka">
            <a:extLst>
              <a:ext uri="{FF2B5EF4-FFF2-40B4-BE49-F238E27FC236}">
                <a16:creationId xmlns:a16="http://schemas.microsoft.com/office/drawing/2014/main" id="{8F9F8B71-841B-EBB4-12C1-3E4692B96C7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2114550"/>
            <a:ext cx="720000" cy="681126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63" name="Címkocka">
            <a:extLst>
              <a:ext uri="{FF2B5EF4-FFF2-40B4-BE49-F238E27FC236}">
                <a16:creationId xmlns:a16="http://schemas.microsoft.com/office/drawing/2014/main" id="{A845748C-D221-4DB0-8FA4-1C0AC138973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2114550"/>
            <a:ext cx="720000" cy="681126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64" name="Címkocka">
            <a:extLst>
              <a:ext uri="{FF2B5EF4-FFF2-40B4-BE49-F238E27FC236}">
                <a16:creationId xmlns:a16="http://schemas.microsoft.com/office/drawing/2014/main" id="{B660ED52-D42E-839C-62D6-6F5A3A0ABC5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2114550"/>
            <a:ext cx="720000" cy="681126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65" name="Címkocka">
            <a:extLst>
              <a:ext uri="{FF2B5EF4-FFF2-40B4-BE49-F238E27FC236}">
                <a16:creationId xmlns:a16="http://schemas.microsoft.com/office/drawing/2014/main" id="{51E6137E-CB84-A83A-C644-2911D380EB7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2114550"/>
            <a:ext cx="720000" cy="681126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66" name="Címkocka">
            <a:extLst>
              <a:ext uri="{FF2B5EF4-FFF2-40B4-BE49-F238E27FC236}">
                <a16:creationId xmlns:a16="http://schemas.microsoft.com/office/drawing/2014/main" id="{3CD83F2A-6A4D-C78C-F700-EA2A127D2B3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2114550"/>
            <a:ext cx="720000" cy="681126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67" name="Címkocka">
            <a:extLst>
              <a:ext uri="{FF2B5EF4-FFF2-40B4-BE49-F238E27FC236}">
                <a16:creationId xmlns:a16="http://schemas.microsoft.com/office/drawing/2014/main" id="{7CD9D7C4-85D7-DF72-1087-F3413E8FBDD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2114550"/>
            <a:ext cx="720000" cy="681126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68" name="Címkocka">
            <a:extLst>
              <a:ext uri="{FF2B5EF4-FFF2-40B4-BE49-F238E27FC236}">
                <a16:creationId xmlns:a16="http://schemas.microsoft.com/office/drawing/2014/main" id="{4D76EE5A-B0AC-04C2-3137-EE947B0207D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2114550"/>
            <a:ext cx="720000" cy="681126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69" name="Címkocka">
            <a:extLst>
              <a:ext uri="{FF2B5EF4-FFF2-40B4-BE49-F238E27FC236}">
                <a16:creationId xmlns:a16="http://schemas.microsoft.com/office/drawing/2014/main" id="{A6EFF643-A178-E84D-4996-23FA440C70F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2114550"/>
            <a:ext cx="720000" cy="681126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70" name="Címkocka">
            <a:extLst>
              <a:ext uri="{FF2B5EF4-FFF2-40B4-BE49-F238E27FC236}">
                <a16:creationId xmlns:a16="http://schemas.microsoft.com/office/drawing/2014/main" id="{DCE9C4EA-D3F3-B4F0-C821-99982290AF2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2114550"/>
            <a:ext cx="720000" cy="681126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71" name="Címkocka">
            <a:extLst>
              <a:ext uri="{FF2B5EF4-FFF2-40B4-BE49-F238E27FC236}">
                <a16:creationId xmlns:a16="http://schemas.microsoft.com/office/drawing/2014/main" id="{AFF1CA9B-E937-71A0-0B8B-F008817E05F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2114550"/>
            <a:ext cx="720000" cy="681126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72" name="Téglalap 171">
            <a:extLst>
              <a:ext uri="{FF2B5EF4-FFF2-40B4-BE49-F238E27FC236}">
                <a16:creationId xmlns:a16="http://schemas.microsoft.com/office/drawing/2014/main" id="{FF89D237-8F55-7D6B-F87B-9EA83F75D2E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2114550"/>
            <a:ext cx="720000" cy="681126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73" name="Téglalap 172">
            <a:extLst>
              <a:ext uri="{FF2B5EF4-FFF2-40B4-BE49-F238E27FC236}">
                <a16:creationId xmlns:a16="http://schemas.microsoft.com/office/drawing/2014/main" id="{C3D7B914-49B2-251A-A66A-8681D327F37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2114550"/>
            <a:ext cx="720000" cy="681126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50" name="Téglalap 249">
            <a:extLst>
              <a:ext uri="{FF2B5EF4-FFF2-40B4-BE49-F238E27FC236}">
                <a16:creationId xmlns:a16="http://schemas.microsoft.com/office/drawing/2014/main" id="{832BB0F0-B532-199D-423C-FCD0EB30FAA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2795676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51" name="Téglalap 250">
            <a:extLst>
              <a:ext uri="{FF2B5EF4-FFF2-40B4-BE49-F238E27FC236}">
                <a16:creationId xmlns:a16="http://schemas.microsoft.com/office/drawing/2014/main" id="{415F3836-F578-73FC-E029-61E4993AB5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2795676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52" name="Címkocka">
            <a:extLst>
              <a:ext uri="{FF2B5EF4-FFF2-40B4-BE49-F238E27FC236}">
                <a16:creationId xmlns:a16="http://schemas.microsoft.com/office/drawing/2014/main" id="{505A71CB-30A2-5A7E-4AD4-E42F0F21744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2795676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53" name="Címkocka">
            <a:extLst>
              <a:ext uri="{FF2B5EF4-FFF2-40B4-BE49-F238E27FC236}">
                <a16:creationId xmlns:a16="http://schemas.microsoft.com/office/drawing/2014/main" id="{AF690116-AFFF-3272-F9AE-A4C3D255FDA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2795676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54" name="Címkocka">
            <a:extLst>
              <a:ext uri="{FF2B5EF4-FFF2-40B4-BE49-F238E27FC236}">
                <a16:creationId xmlns:a16="http://schemas.microsoft.com/office/drawing/2014/main" id="{30AF657C-A0B1-27E7-D24C-9B5C82BDF0E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2795676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55" name="Címkocka">
            <a:extLst>
              <a:ext uri="{FF2B5EF4-FFF2-40B4-BE49-F238E27FC236}">
                <a16:creationId xmlns:a16="http://schemas.microsoft.com/office/drawing/2014/main" id="{986096CF-2B99-8964-8208-9F3B2821201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2795676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56" name="Címkocka">
            <a:extLst>
              <a:ext uri="{FF2B5EF4-FFF2-40B4-BE49-F238E27FC236}">
                <a16:creationId xmlns:a16="http://schemas.microsoft.com/office/drawing/2014/main" id="{257EBF00-FBE9-1898-638A-0C06D392851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2795676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57" name="Címkocka">
            <a:extLst>
              <a:ext uri="{FF2B5EF4-FFF2-40B4-BE49-F238E27FC236}">
                <a16:creationId xmlns:a16="http://schemas.microsoft.com/office/drawing/2014/main" id="{C2C1AE95-B57A-31DB-893C-D61545A9C59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2795676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58" name="Címkocka">
            <a:extLst>
              <a:ext uri="{FF2B5EF4-FFF2-40B4-BE49-F238E27FC236}">
                <a16:creationId xmlns:a16="http://schemas.microsoft.com/office/drawing/2014/main" id="{404DB1A8-E00A-FD14-F937-B5B8F9C4508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2795676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59" name="Címkocka">
            <a:extLst>
              <a:ext uri="{FF2B5EF4-FFF2-40B4-BE49-F238E27FC236}">
                <a16:creationId xmlns:a16="http://schemas.microsoft.com/office/drawing/2014/main" id="{655EB8EB-2E1F-3A07-C397-9EE5AC17339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2795676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60" name="Címkocka">
            <a:extLst>
              <a:ext uri="{FF2B5EF4-FFF2-40B4-BE49-F238E27FC236}">
                <a16:creationId xmlns:a16="http://schemas.microsoft.com/office/drawing/2014/main" id="{A1037DC0-ADDB-CA75-B27C-640C071E30E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2795676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61" name="Címkocka">
            <a:extLst>
              <a:ext uri="{FF2B5EF4-FFF2-40B4-BE49-F238E27FC236}">
                <a16:creationId xmlns:a16="http://schemas.microsoft.com/office/drawing/2014/main" id="{A43BA961-AE70-A267-C004-F8F67FA0843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2795676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62" name="Címkocka">
            <a:extLst>
              <a:ext uri="{FF2B5EF4-FFF2-40B4-BE49-F238E27FC236}">
                <a16:creationId xmlns:a16="http://schemas.microsoft.com/office/drawing/2014/main" id="{9795F690-951D-DD0D-67F3-387E093B260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2795676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63" name="Címkocka">
            <a:extLst>
              <a:ext uri="{FF2B5EF4-FFF2-40B4-BE49-F238E27FC236}">
                <a16:creationId xmlns:a16="http://schemas.microsoft.com/office/drawing/2014/main" id="{94A969A9-FC50-7215-837D-CCCFFAA627B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2795676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64" name="Címkocka">
            <a:extLst>
              <a:ext uri="{FF2B5EF4-FFF2-40B4-BE49-F238E27FC236}">
                <a16:creationId xmlns:a16="http://schemas.microsoft.com/office/drawing/2014/main" id="{9E3FA884-AC75-BFFF-C88A-27E99E11D3F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2795676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65" name="Téglalap 264">
            <a:extLst>
              <a:ext uri="{FF2B5EF4-FFF2-40B4-BE49-F238E27FC236}">
                <a16:creationId xmlns:a16="http://schemas.microsoft.com/office/drawing/2014/main" id="{0C7E7122-8987-F24D-A25D-DF734F6722C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2795676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66" name="Téglalap 265">
            <a:extLst>
              <a:ext uri="{FF2B5EF4-FFF2-40B4-BE49-F238E27FC236}">
                <a16:creationId xmlns:a16="http://schemas.microsoft.com/office/drawing/2014/main" id="{14A1D2BA-36E1-F56B-9681-335BA1A4DA1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2795676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33" name="Téglalap 232">
            <a:extLst>
              <a:ext uri="{FF2B5EF4-FFF2-40B4-BE49-F238E27FC236}">
                <a16:creationId xmlns:a16="http://schemas.microsoft.com/office/drawing/2014/main" id="{BFB3BFE1-3791-D1F0-8294-0B693A978B3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3515676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34" name="Téglalap 233">
            <a:extLst>
              <a:ext uri="{FF2B5EF4-FFF2-40B4-BE49-F238E27FC236}">
                <a16:creationId xmlns:a16="http://schemas.microsoft.com/office/drawing/2014/main" id="{431411F1-C04B-97EF-B11B-2939374CADE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3515676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35" name="Címkocka">
            <a:extLst>
              <a:ext uri="{FF2B5EF4-FFF2-40B4-BE49-F238E27FC236}">
                <a16:creationId xmlns:a16="http://schemas.microsoft.com/office/drawing/2014/main" id="{FFB84982-339D-AB50-B51F-E6F7F2C520D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3515676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36" name="Címkocka">
            <a:extLst>
              <a:ext uri="{FF2B5EF4-FFF2-40B4-BE49-F238E27FC236}">
                <a16:creationId xmlns:a16="http://schemas.microsoft.com/office/drawing/2014/main" id="{46891427-B97E-8023-A269-F2DA27DDBF1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3515676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37" name="Címkocka">
            <a:extLst>
              <a:ext uri="{FF2B5EF4-FFF2-40B4-BE49-F238E27FC236}">
                <a16:creationId xmlns:a16="http://schemas.microsoft.com/office/drawing/2014/main" id="{B4812CCF-7671-5AF7-A7A6-A7AC660545D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3515676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388E3C">
                    <a:alpha val="50000"/>
                  </a:srgbClr>
                </a:solidFill>
                <a:latin typeface="Consolas" panose="020B0609020204030204" pitchFamily="49" charset="0"/>
              </a:rPr>
              <a:t>2</a:t>
            </a:r>
            <a:endParaRPr lang="hu-HU" sz="3600" b="1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38" name="Címkocka">
            <a:extLst>
              <a:ext uri="{FF2B5EF4-FFF2-40B4-BE49-F238E27FC236}">
                <a16:creationId xmlns:a16="http://schemas.microsoft.com/office/drawing/2014/main" id="{25478F06-404B-1BCB-AC5A-A68D2A463DD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3515676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388E3C">
                    <a:alpha val="50000"/>
                  </a:srgbClr>
                </a:solidFill>
                <a:latin typeface="Consolas" panose="020B0609020204030204" pitchFamily="49" charset="0"/>
              </a:rPr>
              <a:t>2</a:t>
            </a:r>
            <a:endParaRPr lang="hu-HU" sz="3600" b="1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39" name="Címkocka">
            <a:extLst>
              <a:ext uri="{FF2B5EF4-FFF2-40B4-BE49-F238E27FC236}">
                <a16:creationId xmlns:a16="http://schemas.microsoft.com/office/drawing/2014/main" id="{381F9CFD-C94C-6B38-32E3-0D2056A872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3515676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388E3C">
                    <a:alpha val="50000"/>
                  </a:srgbClr>
                </a:solidFill>
                <a:latin typeface="Consolas" panose="020B0609020204030204" pitchFamily="49" charset="0"/>
              </a:rPr>
              <a:t>2</a:t>
            </a:r>
            <a:endParaRPr lang="hu-HU" sz="3600" b="1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40" name="Címkocka">
            <a:extLst>
              <a:ext uri="{FF2B5EF4-FFF2-40B4-BE49-F238E27FC236}">
                <a16:creationId xmlns:a16="http://schemas.microsoft.com/office/drawing/2014/main" id="{1A841B97-720E-41E9-2006-FEE2C85802B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3515676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41" name="Címkocka">
            <a:extLst>
              <a:ext uri="{FF2B5EF4-FFF2-40B4-BE49-F238E27FC236}">
                <a16:creationId xmlns:a16="http://schemas.microsoft.com/office/drawing/2014/main" id="{CF6E68E0-3572-E3BF-0695-59EEAFEB556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3515676"/>
            <a:ext cx="720000" cy="682944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42" name="Címkocka">
            <a:extLst>
              <a:ext uri="{FF2B5EF4-FFF2-40B4-BE49-F238E27FC236}">
                <a16:creationId xmlns:a16="http://schemas.microsoft.com/office/drawing/2014/main" id="{151ECF93-C46C-4742-712F-B2BC239EB2D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3515676"/>
            <a:ext cx="720000" cy="682944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43" name="Címkocka">
            <a:extLst>
              <a:ext uri="{FF2B5EF4-FFF2-40B4-BE49-F238E27FC236}">
                <a16:creationId xmlns:a16="http://schemas.microsoft.com/office/drawing/2014/main" id="{2B4CA6D6-C6E8-19EB-C34D-C56702571BC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3515676"/>
            <a:ext cx="720000" cy="682944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44" name="Címkocka">
            <a:extLst>
              <a:ext uri="{FF2B5EF4-FFF2-40B4-BE49-F238E27FC236}">
                <a16:creationId xmlns:a16="http://schemas.microsoft.com/office/drawing/2014/main" id="{6ABC46E0-7E56-95F5-41B9-B6E49B60ACF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3515676"/>
            <a:ext cx="720000" cy="682944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45" name="Címkocka">
            <a:extLst>
              <a:ext uri="{FF2B5EF4-FFF2-40B4-BE49-F238E27FC236}">
                <a16:creationId xmlns:a16="http://schemas.microsoft.com/office/drawing/2014/main" id="{BC89D20D-B1F4-B1D9-622E-3DD94DA4BCB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3515676"/>
            <a:ext cx="720000" cy="682944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46" name="Címkocka">
            <a:extLst>
              <a:ext uri="{FF2B5EF4-FFF2-40B4-BE49-F238E27FC236}">
                <a16:creationId xmlns:a16="http://schemas.microsoft.com/office/drawing/2014/main" id="{923793A1-F674-326D-9434-55334B0CB0F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3515676"/>
            <a:ext cx="720000" cy="682944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47" name="Címkocka">
            <a:extLst>
              <a:ext uri="{FF2B5EF4-FFF2-40B4-BE49-F238E27FC236}">
                <a16:creationId xmlns:a16="http://schemas.microsoft.com/office/drawing/2014/main" id="{967CA69A-85DF-2E1C-FEA7-A181A173AB0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3515676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48" name="Téglalap 247">
            <a:extLst>
              <a:ext uri="{FF2B5EF4-FFF2-40B4-BE49-F238E27FC236}">
                <a16:creationId xmlns:a16="http://schemas.microsoft.com/office/drawing/2014/main" id="{697CA32C-5140-78D6-0AF8-98218DD2E85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3515676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49" name="Téglalap 248">
            <a:extLst>
              <a:ext uri="{FF2B5EF4-FFF2-40B4-BE49-F238E27FC236}">
                <a16:creationId xmlns:a16="http://schemas.microsoft.com/office/drawing/2014/main" id="{CC65541B-2DEB-03D3-C6B1-91825B09198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3515676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14" name="Téglalap 213">
            <a:extLst>
              <a:ext uri="{FF2B5EF4-FFF2-40B4-BE49-F238E27FC236}">
                <a16:creationId xmlns:a16="http://schemas.microsoft.com/office/drawing/2014/main" id="{F355A6D3-FE80-C335-AD75-14B19B41195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4235675"/>
            <a:ext cx="720000" cy="679675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15" name="Téglalap 214">
            <a:extLst>
              <a:ext uri="{FF2B5EF4-FFF2-40B4-BE49-F238E27FC236}">
                <a16:creationId xmlns:a16="http://schemas.microsoft.com/office/drawing/2014/main" id="{48EF8DD8-2C3B-47A8-87E7-5461D3426F5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4235675"/>
            <a:ext cx="720000" cy="679675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16" name="Címkocka">
            <a:extLst>
              <a:ext uri="{FF2B5EF4-FFF2-40B4-BE49-F238E27FC236}">
                <a16:creationId xmlns:a16="http://schemas.microsoft.com/office/drawing/2014/main" id="{0DC46380-BA3D-C8FD-D059-77FF3EBFC08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4235675"/>
            <a:ext cx="720000" cy="679675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17" name="Címkocka">
            <a:extLst>
              <a:ext uri="{FF2B5EF4-FFF2-40B4-BE49-F238E27FC236}">
                <a16:creationId xmlns:a16="http://schemas.microsoft.com/office/drawing/2014/main" id="{186DCED2-E6F4-6A7C-7D23-E226FB4678B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4235675"/>
            <a:ext cx="720000" cy="679675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18" name="Címkocka">
            <a:extLst>
              <a:ext uri="{FF2B5EF4-FFF2-40B4-BE49-F238E27FC236}">
                <a16:creationId xmlns:a16="http://schemas.microsoft.com/office/drawing/2014/main" id="{A8A253F4-34BD-C8CC-4ADD-2C655DC1F4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4235675"/>
            <a:ext cx="720000" cy="679675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22" name="Címkocka">
            <a:extLst>
              <a:ext uri="{FF2B5EF4-FFF2-40B4-BE49-F238E27FC236}">
                <a16:creationId xmlns:a16="http://schemas.microsoft.com/office/drawing/2014/main" id="{2CBE979D-D151-CE3A-0B62-393579E5AB4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4195351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23" name="Címkocka">
            <a:extLst>
              <a:ext uri="{FF2B5EF4-FFF2-40B4-BE49-F238E27FC236}">
                <a16:creationId xmlns:a16="http://schemas.microsoft.com/office/drawing/2014/main" id="{84651F10-6EF0-32EC-B946-73A5DD924ED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4195351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24" name="Címkocka">
            <a:extLst>
              <a:ext uri="{FF2B5EF4-FFF2-40B4-BE49-F238E27FC236}">
                <a16:creationId xmlns:a16="http://schemas.microsoft.com/office/drawing/2014/main" id="{40E2FBFF-FD60-0EBB-F335-4422B05BB5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4195351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26" name="Címkocka">
            <a:extLst>
              <a:ext uri="{FF2B5EF4-FFF2-40B4-BE49-F238E27FC236}">
                <a16:creationId xmlns:a16="http://schemas.microsoft.com/office/drawing/2014/main" id="{F63B3D8C-3317-1AE8-EC3B-BDC4DD8444C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4195351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27" name="Címkocka">
            <a:extLst>
              <a:ext uri="{FF2B5EF4-FFF2-40B4-BE49-F238E27FC236}">
                <a16:creationId xmlns:a16="http://schemas.microsoft.com/office/drawing/2014/main" id="{08C3D250-1B17-65C4-F84E-5B668BC3F5A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4195351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28" name="Címkocka">
            <a:extLst>
              <a:ext uri="{FF2B5EF4-FFF2-40B4-BE49-F238E27FC236}">
                <a16:creationId xmlns:a16="http://schemas.microsoft.com/office/drawing/2014/main" id="{A1ADFBA6-4FA6-6D98-C2D7-B701B4A8DAC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4235675"/>
            <a:ext cx="720000" cy="679675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29" name="Téglalap 228">
            <a:extLst>
              <a:ext uri="{FF2B5EF4-FFF2-40B4-BE49-F238E27FC236}">
                <a16:creationId xmlns:a16="http://schemas.microsoft.com/office/drawing/2014/main" id="{72F3ABEE-1435-EAEA-FE80-2C82C8D10F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4235675"/>
            <a:ext cx="720000" cy="679675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30" name="Téglalap 229">
            <a:extLst>
              <a:ext uri="{FF2B5EF4-FFF2-40B4-BE49-F238E27FC236}">
                <a16:creationId xmlns:a16="http://schemas.microsoft.com/office/drawing/2014/main" id="{72B55811-FE2D-63A0-C8EA-5895EBC0D45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4235675"/>
            <a:ext cx="720000" cy="679675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97" name="Téglalap 196">
            <a:extLst>
              <a:ext uri="{FF2B5EF4-FFF2-40B4-BE49-F238E27FC236}">
                <a16:creationId xmlns:a16="http://schemas.microsoft.com/office/drawing/2014/main" id="{6AE31169-546A-ADB0-573A-31FA329C5E6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4915351"/>
            <a:ext cx="720000" cy="679675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98" name="Téglalap 197">
            <a:extLst>
              <a:ext uri="{FF2B5EF4-FFF2-40B4-BE49-F238E27FC236}">
                <a16:creationId xmlns:a16="http://schemas.microsoft.com/office/drawing/2014/main" id="{2811125B-A981-DCDC-D9AD-1E013561FF5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4915351"/>
            <a:ext cx="720000" cy="679675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99" name="Címkocka">
            <a:extLst>
              <a:ext uri="{FF2B5EF4-FFF2-40B4-BE49-F238E27FC236}">
                <a16:creationId xmlns:a16="http://schemas.microsoft.com/office/drawing/2014/main" id="{4C86CF87-8067-2991-E5F8-85740EED383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4915351"/>
            <a:ext cx="720000" cy="679675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00" name="Címkocka">
            <a:extLst>
              <a:ext uri="{FF2B5EF4-FFF2-40B4-BE49-F238E27FC236}">
                <a16:creationId xmlns:a16="http://schemas.microsoft.com/office/drawing/2014/main" id="{2FA6B1E1-74EA-1063-9B31-03E876CDA65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4915351"/>
            <a:ext cx="720000" cy="679675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01" name="Címkocka">
            <a:extLst>
              <a:ext uri="{FF2B5EF4-FFF2-40B4-BE49-F238E27FC236}">
                <a16:creationId xmlns:a16="http://schemas.microsoft.com/office/drawing/2014/main" id="{07F2EC2F-5231-7159-8A31-A27F8A898DB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4915351"/>
            <a:ext cx="720000" cy="679675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03" name="Címkocka">
            <a:extLst>
              <a:ext uri="{FF2B5EF4-FFF2-40B4-BE49-F238E27FC236}">
                <a16:creationId xmlns:a16="http://schemas.microsoft.com/office/drawing/2014/main" id="{E2EC3FE4-D01E-5BED-EE80-5ABD95C573D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4915351"/>
            <a:ext cx="720000" cy="654869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388E3C">
                    <a:alpha val="50000"/>
                  </a:srgbClr>
                </a:solidFill>
                <a:latin typeface="Consolas" panose="020B0609020204030204" pitchFamily="49" charset="0"/>
              </a:rPr>
              <a:t>2</a:t>
            </a:r>
            <a:endParaRPr lang="hu-HU" sz="3600" b="1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04" name="Címkocka">
            <a:extLst>
              <a:ext uri="{FF2B5EF4-FFF2-40B4-BE49-F238E27FC236}">
                <a16:creationId xmlns:a16="http://schemas.microsoft.com/office/drawing/2014/main" id="{23A3A50A-63CD-20F2-FCBA-FDAB90E705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4915351"/>
            <a:ext cx="720000" cy="654869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05" name="Címkocka">
            <a:extLst>
              <a:ext uri="{FF2B5EF4-FFF2-40B4-BE49-F238E27FC236}">
                <a16:creationId xmlns:a16="http://schemas.microsoft.com/office/drawing/2014/main" id="{7353E2F6-A3C9-9427-FF25-370C0ADF766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4915351"/>
            <a:ext cx="720000" cy="654869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06" name="Címkocka">
            <a:extLst>
              <a:ext uri="{FF2B5EF4-FFF2-40B4-BE49-F238E27FC236}">
                <a16:creationId xmlns:a16="http://schemas.microsoft.com/office/drawing/2014/main" id="{EF2A5E95-E3A6-24AB-61F5-75FF87CF868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4915351"/>
            <a:ext cx="720000" cy="654869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07" name="Címkocka">
            <a:extLst>
              <a:ext uri="{FF2B5EF4-FFF2-40B4-BE49-F238E27FC236}">
                <a16:creationId xmlns:a16="http://schemas.microsoft.com/office/drawing/2014/main" id="{3F0725E9-D9FE-8DF1-881B-1CC3098A6DD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4915351"/>
            <a:ext cx="720000" cy="654869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08" name="Címkocka">
            <a:extLst>
              <a:ext uri="{FF2B5EF4-FFF2-40B4-BE49-F238E27FC236}">
                <a16:creationId xmlns:a16="http://schemas.microsoft.com/office/drawing/2014/main" id="{CC8333C0-4F75-23A9-EFEF-DA211BCFD46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4915351"/>
            <a:ext cx="720000" cy="654869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09" name="Címkocka">
            <a:extLst>
              <a:ext uri="{FF2B5EF4-FFF2-40B4-BE49-F238E27FC236}">
                <a16:creationId xmlns:a16="http://schemas.microsoft.com/office/drawing/2014/main" id="{12FF5E10-AAC6-0375-FCDD-FEE2C71952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4915351"/>
            <a:ext cx="720000" cy="654869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10" name="Címkocka">
            <a:extLst>
              <a:ext uri="{FF2B5EF4-FFF2-40B4-BE49-F238E27FC236}">
                <a16:creationId xmlns:a16="http://schemas.microsoft.com/office/drawing/2014/main" id="{22525CC2-2AF8-6D1C-1FB7-E980277E839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4915351"/>
            <a:ext cx="720000" cy="654869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11" name="Címkocka">
            <a:extLst>
              <a:ext uri="{FF2B5EF4-FFF2-40B4-BE49-F238E27FC236}">
                <a16:creationId xmlns:a16="http://schemas.microsoft.com/office/drawing/2014/main" id="{3C63A6A7-8A94-79B0-ADB4-A10D32A7C17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4915351"/>
            <a:ext cx="720000" cy="679675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12" name="Téglalap 211">
            <a:extLst>
              <a:ext uri="{FF2B5EF4-FFF2-40B4-BE49-F238E27FC236}">
                <a16:creationId xmlns:a16="http://schemas.microsoft.com/office/drawing/2014/main" id="{4E0D6C98-720C-9578-DED0-2D77592B1D9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4915351"/>
            <a:ext cx="720000" cy="679675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13" name="Téglalap 212">
            <a:extLst>
              <a:ext uri="{FF2B5EF4-FFF2-40B4-BE49-F238E27FC236}">
                <a16:creationId xmlns:a16="http://schemas.microsoft.com/office/drawing/2014/main" id="{B729F1EC-6D94-3DE5-9C17-6BFF20C3F20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4915351"/>
            <a:ext cx="720000" cy="679675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25" name="Téglalap 324">
            <a:extLst>
              <a:ext uri="{FF2B5EF4-FFF2-40B4-BE49-F238E27FC236}">
                <a16:creationId xmlns:a16="http://schemas.microsoft.com/office/drawing/2014/main" id="{E959742F-283E-3BA8-DC17-ED083370BF2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5595026"/>
            <a:ext cx="720000" cy="688928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26" name="Téglalap 325">
            <a:extLst>
              <a:ext uri="{FF2B5EF4-FFF2-40B4-BE49-F238E27FC236}">
                <a16:creationId xmlns:a16="http://schemas.microsoft.com/office/drawing/2014/main" id="{7EC834F6-6357-0DE9-8B88-A427742BA6B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5595026"/>
            <a:ext cx="720000" cy="688928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27" name="Téglalap 326">
            <a:extLst>
              <a:ext uri="{FF2B5EF4-FFF2-40B4-BE49-F238E27FC236}">
                <a16:creationId xmlns:a16="http://schemas.microsoft.com/office/drawing/2014/main" id="{7E26B6AE-3EE7-2F4B-E056-BB5933B58DB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5595026"/>
            <a:ext cx="720000" cy="688928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28" name="Téglalap 327">
            <a:extLst>
              <a:ext uri="{FF2B5EF4-FFF2-40B4-BE49-F238E27FC236}">
                <a16:creationId xmlns:a16="http://schemas.microsoft.com/office/drawing/2014/main" id="{D5B6B391-2E33-3F1C-82BD-F7D3A595C63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5595026"/>
            <a:ext cx="720000" cy="688928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29" name="Téglalap 328">
            <a:extLst>
              <a:ext uri="{FF2B5EF4-FFF2-40B4-BE49-F238E27FC236}">
                <a16:creationId xmlns:a16="http://schemas.microsoft.com/office/drawing/2014/main" id="{DEF3301D-B32B-08A6-E630-C37F7F8DBA8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5595026"/>
            <a:ext cx="720000" cy="688928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31" name="Téglalap 330">
            <a:extLst>
              <a:ext uri="{FF2B5EF4-FFF2-40B4-BE49-F238E27FC236}">
                <a16:creationId xmlns:a16="http://schemas.microsoft.com/office/drawing/2014/main" id="{1317DC79-FD5F-F12E-E280-379841EF1C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5563954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332" name="Téglalap 331">
            <a:extLst>
              <a:ext uri="{FF2B5EF4-FFF2-40B4-BE49-F238E27FC236}">
                <a16:creationId xmlns:a16="http://schemas.microsoft.com/office/drawing/2014/main" id="{C2434E67-8170-2E6D-7F76-2E598DFFFB3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5563954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33" name="Téglalap 332">
            <a:extLst>
              <a:ext uri="{FF2B5EF4-FFF2-40B4-BE49-F238E27FC236}">
                <a16:creationId xmlns:a16="http://schemas.microsoft.com/office/drawing/2014/main" id="{2310B8A7-11DD-6D81-CEF5-B2FA0EB1CEA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5563954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34" name="Téglalap 333">
            <a:extLst>
              <a:ext uri="{FF2B5EF4-FFF2-40B4-BE49-F238E27FC236}">
                <a16:creationId xmlns:a16="http://schemas.microsoft.com/office/drawing/2014/main" id="{B89FFF80-B0E9-BFB8-ED73-F126DDB1688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5563954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35" name="Téglalap 334">
            <a:extLst>
              <a:ext uri="{FF2B5EF4-FFF2-40B4-BE49-F238E27FC236}">
                <a16:creationId xmlns:a16="http://schemas.microsoft.com/office/drawing/2014/main" id="{F4E1373F-51C4-2149-A19A-A62D12B86A4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5563954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36" name="Téglalap 335">
            <a:extLst>
              <a:ext uri="{FF2B5EF4-FFF2-40B4-BE49-F238E27FC236}">
                <a16:creationId xmlns:a16="http://schemas.microsoft.com/office/drawing/2014/main" id="{00A52F25-B9E9-CE0C-E5A0-4382074CD15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5563954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37" name="Téglalap 336">
            <a:extLst>
              <a:ext uri="{FF2B5EF4-FFF2-40B4-BE49-F238E27FC236}">
                <a16:creationId xmlns:a16="http://schemas.microsoft.com/office/drawing/2014/main" id="{A1E35C5A-22D1-76E7-AE27-D50FA81D8E0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5563954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38" name="Téglalap 337">
            <a:extLst>
              <a:ext uri="{FF2B5EF4-FFF2-40B4-BE49-F238E27FC236}">
                <a16:creationId xmlns:a16="http://schemas.microsoft.com/office/drawing/2014/main" id="{F1824995-1060-87C3-60FB-46618DE97AC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5563954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39" name="Téglalap 338">
            <a:extLst>
              <a:ext uri="{FF2B5EF4-FFF2-40B4-BE49-F238E27FC236}">
                <a16:creationId xmlns:a16="http://schemas.microsoft.com/office/drawing/2014/main" id="{01713405-55E5-83F6-AABA-6DB3CBCA53F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5582920"/>
            <a:ext cx="720000" cy="701034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340" name="Téglalap 339">
            <a:extLst>
              <a:ext uri="{FF2B5EF4-FFF2-40B4-BE49-F238E27FC236}">
                <a16:creationId xmlns:a16="http://schemas.microsoft.com/office/drawing/2014/main" id="{02F28823-FEDA-3EAF-7189-F0456E83178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5582920"/>
            <a:ext cx="720000" cy="701034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341" name="Téglalap 340">
            <a:extLst>
              <a:ext uri="{FF2B5EF4-FFF2-40B4-BE49-F238E27FC236}">
                <a16:creationId xmlns:a16="http://schemas.microsoft.com/office/drawing/2014/main" id="{FC60C269-D562-9BE1-3E8D-C1075D9D6C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5582920"/>
            <a:ext cx="720000" cy="701034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308" name="Téglalap 307">
            <a:extLst>
              <a:ext uri="{FF2B5EF4-FFF2-40B4-BE49-F238E27FC236}">
                <a16:creationId xmlns:a16="http://schemas.microsoft.com/office/drawing/2014/main" id="{3CF18706-A652-2050-73CA-8EE314F15B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6283954"/>
            <a:ext cx="720000" cy="720000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09" name="Téglalap 308">
            <a:extLst>
              <a:ext uri="{FF2B5EF4-FFF2-40B4-BE49-F238E27FC236}">
                <a16:creationId xmlns:a16="http://schemas.microsoft.com/office/drawing/2014/main" id="{CC4FD25F-BA41-28D8-45C4-6822AD77135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6283954"/>
            <a:ext cx="720000" cy="720000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10" name="Téglalap 309">
            <a:extLst>
              <a:ext uri="{FF2B5EF4-FFF2-40B4-BE49-F238E27FC236}">
                <a16:creationId xmlns:a16="http://schemas.microsoft.com/office/drawing/2014/main" id="{8C4CB987-3311-24AC-D2D4-7F339648B3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6283954"/>
            <a:ext cx="720000" cy="720000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11" name="Téglalap 310">
            <a:extLst>
              <a:ext uri="{FF2B5EF4-FFF2-40B4-BE49-F238E27FC236}">
                <a16:creationId xmlns:a16="http://schemas.microsoft.com/office/drawing/2014/main" id="{5CC231A0-1210-9B10-3FC1-206EC9DE830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6283954"/>
            <a:ext cx="720000" cy="720000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12" name="Téglalap 311">
            <a:extLst>
              <a:ext uri="{FF2B5EF4-FFF2-40B4-BE49-F238E27FC236}">
                <a16:creationId xmlns:a16="http://schemas.microsoft.com/office/drawing/2014/main" id="{DED8AF0A-ED0C-9E61-2EC0-7CDFB2BA80F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6283954"/>
            <a:ext cx="720000" cy="720000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14" name="Téglalap 313">
            <a:extLst>
              <a:ext uri="{FF2B5EF4-FFF2-40B4-BE49-F238E27FC236}">
                <a16:creationId xmlns:a16="http://schemas.microsoft.com/office/drawing/2014/main" id="{465D8B40-DA77-35B8-6CBD-3F34EDC55A9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6283954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315" name="Téglalap 314">
            <a:extLst>
              <a:ext uri="{FF2B5EF4-FFF2-40B4-BE49-F238E27FC236}">
                <a16:creationId xmlns:a16="http://schemas.microsoft.com/office/drawing/2014/main" id="{61821C31-B087-B165-A413-93E2B234E5F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6283954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16" name="Téglalap 315">
            <a:extLst>
              <a:ext uri="{FF2B5EF4-FFF2-40B4-BE49-F238E27FC236}">
                <a16:creationId xmlns:a16="http://schemas.microsoft.com/office/drawing/2014/main" id="{28895136-ED25-5157-BE85-087AAF6C2E7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6283954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17" name="Téglalap 316">
            <a:extLst>
              <a:ext uri="{FF2B5EF4-FFF2-40B4-BE49-F238E27FC236}">
                <a16:creationId xmlns:a16="http://schemas.microsoft.com/office/drawing/2014/main" id="{2FAAE0F1-47E8-105F-15DD-2070533C29F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6283954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18" name="Téglalap 317">
            <a:extLst>
              <a:ext uri="{FF2B5EF4-FFF2-40B4-BE49-F238E27FC236}">
                <a16:creationId xmlns:a16="http://schemas.microsoft.com/office/drawing/2014/main" id="{8DEF8F72-3BB1-3F6B-43C8-4C2AF4CEA0B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6283954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19" name="Téglalap 318">
            <a:extLst>
              <a:ext uri="{FF2B5EF4-FFF2-40B4-BE49-F238E27FC236}">
                <a16:creationId xmlns:a16="http://schemas.microsoft.com/office/drawing/2014/main" id="{770D50C0-392D-3A94-DF2D-FA3820A95D7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6283954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20" name="Téglalap 319">
            <a:extLst>
              <a:ext uri="{FF2B5EF4-FFF2-40B4-BE49-F238E27FC236}">
                <a16:creationId xmlns:a16="http://schemas.microsoft.com/office/drawing/2014/main" id="{3C06B00A-2B95-57E6-7769-CF6C6EA303C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6283954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21" name="Téglalap 320">
            <a:extLst>
              <a:ext uri="{FF2B5EF4-FFF2-40B4-BE49-F238E27FC236}">
                <a16:creationId xmlns:a16="http://schemas.microsoft.com/office/drawing/2014/main" id="{D9EC82F0-76D5-CE02-5BDF-4F970FF10DB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6283954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22" name="Téglalap 321">
            <a:extLst>
              <a:ext uri="{FF2B5EF4-FFF2-40B4-BE49-F238E27FC236}">
                <a16:creationId xmlns:a16="http://schemas.microsoft.com/office/drawing/2014/main" id="{ED3F10F3-BB9C-1D28-68CE-CABBCF8654C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6283954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23" name="Téglalap 322">
            <a:extLst>
              <a:ext uri="{FF2B5EF4-FFF2-40B4-BE49-F238E27FC236}">
                <a16:creationId xmlns:a16="http://schemas.microsoft.com/office/drawing/2014/main" id="{37546EB7-F838-13FC-12E5-87F81A81C4C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6283954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24" name="Téglalap 323">
            <a:extLst>
              <a:ext uri="{FF2B5EF4-FFF2-40B4-BE49-F238E27FC236}">
                <a16:creationId xmlns:a16="http://schemas.microsoft.com/office/drawing/2014/main" id="{220F179C-A5C4-188C-D4B4-5B72E35C64C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6283954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19" name="Téglalap 118">
            <a:extLst>
              <a:ext uri="{FF2B5EF4-FFF2-40B4-BE49-F238E27FC236}">
                <a16:creationId xmlns:a16="http://schemas.microsoft.com/office/drawing/2014/main" id="{D3A207D5-01A1-7DF8-4968-CEEB8D065E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-3674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20" name="Téglalap 119">
            <a:extLst>
              <a:ext uri="{FF2B5EF4-FFF2-40B4-BE49-F238E27FC236}">
                <a16:creationId xmlns:a16="http://schemas.microsoft.com/office/drawing/2014/main" id="{300DB2F0-4116-0C79-9848-F2D78D95142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-3674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38" name="Téglalap 137">
            <a:extLst>
              <a:ext uri="{FF2B5EF4-FFF2-40B4-BE49-F238E27FC236}">
                <a16:creationId xmlns:a16="http://schemas.microsoft.com/office/drawing/2014/main" id="{64F70203-AE57-4EC3-B785-97EAEB2441F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716326"/>
            <a:ext cx="720000" cy="678224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39" name="Téglalap 138">
            <a:extLst>
              <a:ext uri="{FF2B5EF4-FFF2-40B4-BE49-F238E27FC236}">
                <a16:creationId xmlns:a16="http://schemas.microsoft.com/office/drawing/2014/main" id="{4633F37C-66C5-9637-7818-AB3BA41AC0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716326"/>
            <a:ext cx="720000" cy="678224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40" name="Téglalap 139">
            <a:extLst>
              <a:ext uri="{FF2B5EF4-FFF2-40B4-BE49-F238E27FC236}">
                <a16:creationId xmlns:a16="http://schemas.microsoft.com/office/drawing/2014/main" id="{E6120529-EE16-5922-4CFD-D3352B90CE2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716326"/>
            <a:ext cx="720000" cy="678224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41" name="Téglalap 140">
            <a:extLst>
              <a:ext uri="{FF2B5EF4-FFF2-40B4-BE49-F238E27FC236}">
                <a16:creationId xmlns:a16="http://schemas.microsoft.com/office/drawing/2014/main" id="{B9505C1A-BA30-DF80-917F-02D756CA403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716326"/>
            <a:ext cx="720000" cy="678224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4000" b="1" dirty="0">
                <a:solidFill>
                  <a:srgbClr val="388E3C">
                    <a:alpha val="50000"/>
                  </a:srgbClr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150" name="Téglalap 149">
            <a:extLst>
              <a:ext uri="{FF2B5EF4-FFF2-40B4-BE49-F238E27FC236}">
                <a16:creationId xmlns:a16="http://schemas.microsoft.com/office/drawing/2014/main" id="{0D319811-C29C-E897-4C28-11E3D6EC089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716326"/>
            <a:ext cx="720000" cy="678224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21" name="Téglalap 120">
            <a:extLst>
              <a:ext uri="{FF2B5EF4-FFF2-40B4-BE49-F238E27FC236}">
                <a16:creationId xmlns:a16="http://schemas.microsoft.com/office/drawing/2014/main" id="{CB1A3853-95A1-2BAB-5AE2-D85392712EC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-3674"/>
            <a:ext cx="720000" cy="720000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22" name="Téglalap 121">
            <a:extLst>
              <a:ext uri="{FF2B5EF4-FFF2-40B4-BE49-F238E27FC236}">
                <a16:creationId xmlns:a16="http://schemas.microsoft.com/office/drawing/2014/main" id="{159396A0-FC6D-395D-CC2D-5F3D155424B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-3674"/>
            <a:ext cx="720000" cy="720000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23" name="Téglalap 122">
            <a:extLst>
              <a:ext uri="{FF2B5EF4-FFF2-40B4-BE49-F238E27FC236}">
                <a16:creationId xmlns:a16="http://schemas.microsoft.com/office/drawing/2014/main" id="{3E438F4D-7288-38BC-051D-7734490712D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-3674"/>
            <a:ext cx="720000" cy="720000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24" name="Téglalap 123">
            <a:extLst>
              <a:ext uri="{FF2B5EF4-FFF2-40B4-BE49-F238E27FC236}">
                <a16:creationId xmlns:a16="http://schemas.microsoft.com/office/drawing/2014/main" id="{B1828A37-174F-1F1E-F9B0-B16394DD673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-3674"/>
            <a:ext cx="720000" cy="720000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25" name="Téglalap 124">
            <a:extLst>
              <a:ext uri="{FF2B5EF4-FFF2-40B4-BE49-F238E27FC236}">
                <a16:creationId xmlns:a16="http://schemas.microsoft.com/office/drawing/2014/main" id="{6591C796-7E59-1742-C641-1BF5A691A84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-3674"/>
            <a:ext cx="720000" cy="720000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26" name="Téglalap 125">
            <a:extLst>
              <a:ext uri="{FF2B5EF4-FFF2-40B4-BE49-F238E27FC236}">
                <a16:creationId xmlns:a16="http://schemas.microsoft.com/office/drawing/2014/main" id="{E490BBE3-FA32-B792-5009-D14B159DF55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-3674"/>
            <a:ext cx="720000" cy="720000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27" name="Téglalap 126">
            <a:extLst>
              <a:ext uri="{FF2B5EF4-FFF2-40B4-BE49-F238E27FC236}">
                <a16:creationId xmlns:a16="http://schemas.microsoft.com/office/drawing/2014/main" id="{5F3521B5-A1B2-1D7C-56D1-62D0DAA5C31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-3674"/>
            <a:ext cx="720000" cy="720000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28" name="Téglalap 127">
            <a:extLst>
              <a:ext uri="{FF2B5EF4-FFF2-40B4-BE49-F238E27FC236}">
                <a16:creationId xmlns:a16="http://schemas.microsoft.com/office/drawing/2014/main" id="{51B5DC6A-A8E4-09D9-5DBE-9D6B04FEA8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-3674"/>
            <a:ext cx="720000" cy="720000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29" name="Téglalap 128">
            <a:extLst>
              <a:ext uri="{FF2B5EF4-FFF2-40B4-BE49-F238E27FC236}">
                <a16:creationId xmlns:a16="http://schemas.microsoft.com/office/drawing/2014/main" id="{100C4BC3-BFB4-8717-B6EC-4A583FEB9D9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-3674"/>
            <a:ext cx="720000" cy="720000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30" name="Téglalap 129">
            <a:extLst>
              <a:ext uri="{FF2B5EF4-FFF2-40B4-BE49-F238E27FC236}">
                <a16:creationId xmlns:a16="http://schemas.microsoft.com/office/drawing/2014/main" id="{920929E1-F2AF-4317-DB0F-5D97759F44D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-3674"/>
            <a:ext cx="720000" cy="720000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31" name="Téglalap 130">
            <a:extLst>
              <a:ext uri="{FF2B5EF4-FFF2-40B4-BE49-F238E27FC236}">
                <a16:creationId xmlns:a16="http://schemas.microsoft.com/office/drawing/2014/main" id="{8207FDCC-D6FC-7E87-6BFB-328AE28D2A7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-3674"/>
            <a:ext cx="720000" cy="720000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42" name="Téglalap 141">
            <a:extLst>
              <a:ext uri="{FF2B5EF4-FFF2-40B4-BE49-F238E27FC236}">
                <a16:creationId xmlns:a16="http://schemas.microsoft.com/office/drawing/2014/main" id="{73CD53DF-C66D-B2B2-8165-37FD4009DC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716326"/>
            <a:ext cx="720000" cy="678224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43" name="Téglalap 142">
            <a:extLst>
              <a:ext uri="{FF2B5EF4-FFF2-40B4-BE49-F238E27FC236}">
                <a16:creationId xmlns:a16="http://schemas.microsoft.com/office/drawing/2014/main" id="{1F41D2E2-0ABE-162B-8A69-9A2A2E1E9B6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716326"/>
            <a:ext cx="720000" cy="678224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44" name="Téglalap 143">
            <a:extLst>
              <a:ext uri="{FF2B5EF4-FFF2-40B4-BE49-F238E27FC236}">
                <a16:creationId xmlns:a16="http://schemas.microsoft.com/office/drawing/2014/main" id="{E32B1295-C948-B2FB-BED8-52A5B3B9CD9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716326"/>
            <a:ext cx="720000" cy="678224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45" name="Téglalap 144">
            <a:extLst>
              <a:ext uri="{FF2B5EF4-FFF2-40B4-BE49-F238E27FC236}">
                <a16:creationId xmlns:a16="http://schemas.microsoft.com/office/drawing/2014/main" id="{57E28AD7-6D2B-0A6F-B8E5-2EEE61053AB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716326"/>
            <a:ext cx="720000" cy="678224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46" name="Téglalap 145">
            <a:extLst>
              <a:ext uri="{FF2B5EF4-FFF2-40B4-BE49-F238E27FC236}">
                <a16:creationId xmlns:a16="http://schemas.microsoft.com/office/drawing/2014/main" id="{F5CEDBDB-7913-0E6E-0F7F-23EAFDE9ACD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716326"/>
            <a:ext cx="720000" cy="678224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47" name="Téglalap 146">
            <a:extLst>
              <a:ext uri="{FF2B5EF4-FFF2-40B4-BE49-F238E27FC236}">
                <a16:creationId xmlns:a16="http://schemas.microsoft.com/office/drawing/2014/main" id="{99286245-E4C3-D1E9-4F6F-B56C49A0985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716326"/>
            <a:ext cx="720000" cy="678224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48" name="Téglalap 147">
            <a:extLst>
              <a:ext uri="{FF2B5EF4-FFF2-40B4-BE49-F238E27FC236}">
                <a16:creationId xmlns:a16="http://schemas.microsoft.com/office/drawing/2014/main" id="{D441DD21-4806-5970-27DE-47135CC472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716326"/>
            <a:ext cx="720000" cy="678224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49" name="Téglalap 148">
            <a:extLst>
              <a:ext uri="{FF2B5EF4-FFF2-40B4-BE49-F238E27FC236}">
                <a16:creationId xmlns:a16="http://schemas.microsoft.com/office/drawing/2014/main" id="{ACAB0DC0-4DD3-4EAE-E313-D259529F8EC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716326"/>
            <a:ext cx="720000" cy="678224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19" name="Címkocka">
            <a:extLst>
              <a:ext uri="{FF2B5EF4-FFF2-40B4-BE49-F238E27FC236}">
                <a16:creationId xmlns:a16="http://schemas.microsoft.com/office/drawing/2014/main" id="{D5CD1F45-7F3A-7405-AC64-1BDC95DA029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4235675"/>
            <a:ext cx="720000" cy="679675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20" name="Címkocka">
            <a:extLst>
              <a:ext uri="{FF2B5EF4-FFF2-40B4-BE49-F238E27FC236}">
                <a16:creationId xmlns:a16="http://schemas.microsoft.com/office/drawing/2014/main" id="{DBB7FD3B-E713-EFD3-4B9C-BCDF75161E1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4235675"/>
            <a:ext cx="720000" cy="679675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21" name="Címkocka">
            <a:extLst>
              <a:ext uri="{FF2B5EF4-FFF2-40B4-BE49-F238E27FC236}">
                <a16:creationId xmlns:a16="http://schemas.microsoft.com/office/drawing/2014/main" id="{16FB97DD-29D7-8146-7739-00FEC03C6A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4235675"/>
            <a:ext cx="720000" cy="679675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25" name="Címkocka">
            <a:extLst>
              <a:ext uri="{FF2B5EF4-FFF2-40B4-BE49-F238E27FC236}">
                <a16:creationId xmlns:a16="http://schemas.microsoft.com/office/drawing/2014/main" id="{1185D18D-77F5-08F5-D40D-5834FB6A14A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4195351"/>
            <a:ext cx="720000" cy="720000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02" name="Címkocka">
            <a:extLst>
              <a:ext uri="{FF2B5EF4-FFF2-40B4-BE49-F238E27FC236}">
                <a16:creationId xmlns:a16="http://schemas.microsoft.com/office/drawing/2014/main" id="{5B92EA5C-E451-4F82-66BF-38BAA01FA3F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4915351"/>
            <a:ext cx="720000" cy="679675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30" name="Téglalap 329">
            <a:extLst>
              <a:ext uri="{FF2B5EF4-FFF2-40B4-BE49-F238E27FC236}">
                <a16:creationId xmlns:a16="http://schemas.microsoft.com/office/drawing/2014/main" id="{6C223EAA-C504-0C08-EB63-2480483A677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5595026"/>
            <a:ext cx="720000" cy="688928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grpSp>
        <p:nvGrpSpPr>
          <p:cNvPr id="191" name="Csoportba foglalás 190">
            <a:extLst>
              <a:ext uri="{FF2B5EF4-FFF2-40B4-BE49-F238E27FC236}">
                <a16:creationId xmlns:a16="http://schemas.microsoft.com/office/drawing/2014/main" id="{F2C10B84-132A-43AF-B95A-FE682ED72219}"/>
              </a:ext>
            </a:extLst>
          </p:cNvPr>
          <p:cNvGrpSpPr/>
          <p:nvPr/>
        </p:nvGrpSpPr>
        <p:grpSpPr>
          <a:xfrm>
            <a:off x="-24027" y="-70779"/>
            <a:ext cx="12268027" cy="7195479"/>
            <a:chOff x="-24027" y="-70779"/>
            <a:chExt cx="12268027" cy="7195479"/>
          </a:xfrm>
        </p:grpSpPr>
        <p:cxnSp>
          <p:nvCxnSpPr>
            <p:cNvPr id="192" name="Egyenes összekötő 191">
              <a:extLst>
                <a:ext uri="{FF2B5EF4-FFF2-40B4-BE49-F238E27FC236}">
                  <a16:creationId xmlns:a16="http://schemas.microsoft.com/office/drawing/2014/main" id="{72CE206A-E03F-4272-8B87-4BD620C79026}"/>
                </a:ext>
              </a:extLst>
            </p:cNvPr>
            <p:cNvCxnSpPr/>
            <p:nvPr/>
          </p:nvCxnSpPr>
          <p:spPr>
            <a:xfrm>
              <a:off x="0" y="735376"/>
              <a:ext cx="720000" cy="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gyenes összekötő 192">
              <a:extLst>
                <a:ext uri="{FF2B5EF4-FFF2-40B4-BE49-F238E27FC236}">
                  <a16:creationId xmlns:a16="http://schemas.microsoft.com/office/drawing/2014/main" id="{04854EB9-AB15-4204-AE0A-9BB294710DC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9241" y="-51303"/>
              <a:ext cx="1" cy="806155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gyenes összekötő 193">
              <a:extLst>
                <a:ext uri="{FF2B5EF4-FFF2-40B4-BE49-F238E27FC236}">
                  <a16:creationId xmlns:a16="http://schemas.microsoft.com/office/drawing/2014/main" id="{17A49E97-7D92-4E00-9EB1-73378CE560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71377" y="-70779"/>
              <a:ext cx="1" cy="806155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gyenes összekötő 194">
              <a:extLst>
                <a:ext uri="{FF2B5EF4-FFF2-40B4-BE49-F238E27FC236}">
                  <a16:creationId xmlns:a16="http://schemas.microsoft.com/office/drawing/2014/main" id="{85813CFB-8047-4386-B68E-36E31E3B0A0F}"/>
                </a:ext>
              </a:extLst>
            </p:cNvPr>
            <p:cNvCxnSpPr>
              <a:cxnSpLocks/>
            </p:cNvCxnSpPr>
            <p:nvPr/>
          </p:nvCxnSpPr>
          <p:spPr>
            <a:xfrm>
              <a:off x="2853193" y="735376"/>
              <a:ext cx="1468807" cy="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Egyenes összekötő 195">
              <a:extLst>
                <a:ext uri="{FF2B5EF4-FFF2-40B4-BE49-F238E27FC236}">
                  <a16:creationId xmlns:a16="http://schemas.microsoft.com/office/drawing/2014/main" id="{FED909D5-4B99-47E6-B3E2-0EE8BA066532}"/>
                </a:ext>
              </a:extLst>
            </p:cNvPr>
            <p:cNvCxnSpPr>
              <a:cxnSpLocks/>
            </p:cNvCxnSpPr>
            <p:nvPr/>
          </p:nvCxnSpPr>
          <p:spPr>
            <a:xfrm>
              <a:off x="4302755" y="735376"/>
              <a:ext cx="1" cy="70095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Egyenes összekötő 230">
              <a:extLst>
                <a:ext uri="{FF2B5EF4-FFF2-40B4-BE49-F238E27FC236}">
                  <a16:creationId xmlns:a16="http://schemas.microsoft.com/office/drawing/2014/main" id="{767B0FF8-AECC-4EBC-A06A-350F812648B2}"/>
                </a:ext>
              </a:extLst>
            </p:cNvPr>
            <p:cNvCxnSpPr>
              <a:cxnSpLocks/>
            </p:cNvCxnSpPr>
            <p:nvPr/>
          </p:nvCxnSpPr>
          <p:spPr>
            <a:xfrm>
              <a:off x="4293193" y="1440182"/>
              <a:ext cx="5790807" cy="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Egyenes összekötő 231">
              <a:extLst>
                <a:ext uri="{FF2B5EF4-FFF2-40B4-BE49-F238E27FC236}">
                  <a16:creationId xmlns:a16="http://schemas.microsoft.com/office/drawing/2014/main" id="{174166D9-FAE4-4C48-B273-5B45E9B255B7}"/>
                </a:ext>
              </a:extLst>
            </p:cNvPr>
            <p:cNvCxnSpPr>
              <a:cxnSpLocks/>
            </p:cNvCxnSpPr>
            <p:nvPr/>
          </p:nvCxnSpPr>
          <p:spPr>
            <a:xfrm>
              <a:off x="10084000" y="735376"/>
              <a:ext cx="2160000" cy="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Egyenes összekötő 266">
              <a:extLst>
                <a:ext uri="{FF2B5EF4-FFF2-40B4-BE49-F238E27FC236}">
                  <a16:creationId xmlns:a16="http://schemas.microsoft.com/office/drawing/2014/main" id="{A36DEE4E-F94D-4F98-921F-1E7852791E35}"/>
                </a:ext>
              </a:extLst>
            </p:cNvPr>
            <p:cNvCxnSpPr>
              <a:cxnSpLocks/>
            </p:cNvCxnSpPr>
            <p:nvPr/>
          </p:nvCxnSpPr>
          <p:spPr>
            <a:xfrm>
              <a:off x="10103244" y="735376"/>
              <a:ext cx="40" cy="72476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Egyenes összekötő 267">
              <a:extLst>
                <a:ext uri="{FF2B5EF4-FFF2-40B4-BE49-F238E27FC236}">
                  <a16:creationId xmlns:a16="http://schemas.microsoft.com/office/drawing/2014/main" id="{393C17C1-5AF0-4F2A-89F7-9A4EFDEE2E7E}"/>
                </a:ext>
              </a:extLst>
            </p:cNvPr>
            <p:cNvCxnSpPr>
              <a:cxnSpLocks/>
            </p:cNvCxnSpPr>
            <p:nvPr/>
          </p:nvCxnSpPr>
          <p:spPr>
            <a:xfrm>
              <a:off x="-24027" y="4191362"/>
              <a:ext cx="5790807" cy="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Egyenes összekötő 268">
              <a:extLst>
                <a:ext uri="{FF2B5EF4-FFF2-40B4-BE49-F238E27FC236}">
                  <a16:creationId xmlns:a16="http://schemas.microsoft.com/office/drawing/2014/main" id="{A74E4E0A-10E8-46EB-B28A-F4EBB722E7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78509" y="4172436"/>
              <a:ext cx="1" cy="742915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Egyenes összekötő 269">
              <a:extLst>
                <a:ext uri="{FF2B5EF4-FFF2-40B4-BE49-F238E27FC236}">
                  <a16:creationId xmlns:a16="http://schemas.microsoft.com/office/drawing/2014/main" id="{BD8447D2-5025-4861-B0F2-A162B6BD4C02}"/>
                </a:ext>
              </a:extLst>
            </p:cNvPr>
            <p:cNvCxnSpPr>
              <a:cxnSpLocks/>
            </p:cNvCxnSpPr>
            <p:nvPr/>
          </p:nvCxnSpPr>
          <p:spPr>
            <a:xfrm>
              <a:off x="4322000" y="4934531"/>
              <a:ext cx="1475950" cy="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Egyenes összekötő 270">
              <a:extLst>
                <a:ext uri="{FF2B5EF4-FFF2-40B4-BE49-F238E27FC236}">
                  <a16:creationId xmlns:a16="http://schemas.microsoft.com/office/drawing/2014/main" id="{CF6C53CE-39A5-4875-BFC7-660DFB5C8E2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39975" y="4947867"/>
              <a:ext cx="1" cy="2176833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Egyenes összekötő 271">
              <a:extLst>
                <a:ext uri="{FF2B5EF4-FFF2-40B4-BE49-F238E27FC236}">
                  <a16:creationId xmlns:a16="http://schemas.microsoft.com/office/drawing/2014/main" id="{2C52AD84-6881-4EE3-830A-0C9B6D714B5A}"/>
                </a:ext>
              </a:extLst>
            </p:cNvPr>
            <p:cNvCxnSpPr>
              <a:cxnSpLocks/>
            </p:cNvCxnSpPr>
            <p:nvPr/>
          </p:nvCxnSpPr>
          <p:spPr>
            <a:xfrm>
              <a:off x="7906453" y="4194465"/>
              <a:ext cx="1368" cy="753402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Egyenes összekötő 272">
              <a:extLst>
                <a:ext uri="{FF2B5EF4-FFF2-40B4-BE49-F238E27FC236}">
                  <a16:creationId xmlns:a16="http://schemas.microsoft.com/office/drawing/2014/main" id="{46F719FC-6619-4944-9237-6B1B3F82483B}"/>
                </a:ext>
              </a:extLst>
            </p:cNvPr>
            <p:cNvCxnSpPr>
              <a:cxnSpLocks/>
            </p:cNvCxnSpPr>
            <p:nvPr/>
          </p:nvCxnSpPr>
          <p:spPr>
            <a:xfrm>
              <a:off x="8663690" y="4172436"/>
              <a:ext cx="0" cy="764943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Egyenes összekötő 273">
              <a:extLst>
                <a:ext uri="{FF2B5EF4-FFF2-40B4-BE49-F238E27FC236}">
                  <a16:creationId xmlns:a16="http://schemas.microsoft.com/office/drawing/2014/main" id="{EBB348F6-462D-467D-B8E5-06D0C42F68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86128" y="4177319"/>
              <a:ext cx="777561" cy="2383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Egyenes összekötő 274">
              <a:extLst>
                <a:ext uri="{FF2B5EF4-FFF2-40B4-BE49-F238E27FC236}">
                  <a16:creationId xmlns:a16="http://schemas.microsoft.com/office/drawing/2014/main" id="{CBE855C9-A126-4A02-8587-C342AF6B97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02309" y="4926611"/>
              <a:ext cx="777561" cy="2383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Egyenes összekötő 275">
              <a:extLst>
                <a:ext uri="{FF2B5EF4-FFF2-40B4-BE49-F238E27FC236}">
                  <a16:creationId xmlns:a16="http://schemas.microsoft.com/office/drawing/2014/main" id="{4A089AAB-2183-4891-B83A-66F7DE35E001}"/>
                </a:ext>
              </a:extLst>
            </p:cNvPr>
            <p:cNvCxnSpPr>
              <a:cxnSpLocks/>
            </p:cNvCxnSpPr>
            <p:nvPr/>
          </p:nvCxnSpPr>
          <p:spPr>
            <a:xfrm>
              <a:off x="10779919" y="4895077"/>
              <a:ext cx="1464081" cy="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Egyenes összekötő 276">
              <a:extLst>
                <a:ext uri="{FF2B5EF4-FFF2-40B4-BE49-F238E27FC236}">
                  <a16:creationId xmlns:a16="http://schemas.microsoft.com/office/drawing/2014/main" id="{C95A3A2E-171A-451D-9B07-1B07A9897874}"/>
                </a:ext>
              </a:extLst>
            </p:cNvPr>
            <p:cNvCxnSpPr>
              <a:cxnSpLocks/>
            </p:cNvCxnSpPr>
            <p:nvPr/>
          </p:nvCxnSpPr>
          <p:spPr>
            <a:xfrm>
              <a:off x="10784681" y="4876800"/>
              <a:ext cx="0" cy="72390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Egyenes összekötő 277">
              <a:extLst>
                <a:ext uri="{FF2B5EF4-FFF2-40B4-BE49-F238E27FC236}">
                  <a16:creationId xmlns:a16="http://schemas.microsoft.com/office/drawing/2014/main" id="{279EE656-5230-44EC-99C4-0CD6EA7FEFD5}"/>
                </a:ext>
              </a:extLst>
            </p:cNvPr>
            <p:cNvCxnSpPr>
              <a:cxnSpLocks/>
            </p:cNvCxnSpPr>
            <p:nvPr/>
          </p:nvCxnSpPr>
          <p:spPr>
            <a:xfrm>
              <a:off x="10779919" y="5583259"/>
              <a:ext cx="1464081" cy="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3" name="Téglalap 312">
            <a:extLst>
              <a:ext uri="{FF2B5EF4-FFF2-40B4-BE49-F238E27FC236}">
                <a16:creationId xmlns:a16="http://schemas.microsoft.com/office/drawing/2014/main" id="{EA377B59-10F8-4350-4993-888DFC21892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6283954"/>
            <a:ext cx="720000" cy="720000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cxnSp>
        <p:nvCxnSpPr>
          <p:cNvPr id="6" name="Egyenes összekötő 5">
            <a:extLst>
              <a:ext uri="{FF2B5EF4-FFF2-40B4-BE49-F238E27FC236}">
                <a16:creationId xmlns:a16="http://schemas.microsoft.com/office/drawing/2014/main" id="{C54AA13E-9C54-9CD7-A7CB-717416492296}"/>
              </a:ext>
            </a:extLst>
          </p:cNvPr>
          <p:cNvCxnSpPr>
            <a:cxnSpLocks/>
          </p:cNvCxnSpPr>
          <p:nvPr/>
        </p:nvCxnSpPr>
        <p:spPr>
          <a:xfrm>
            <a:off x="81023" y="1341548"/>
            <a:ext cx="12244000" cy="1594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Szövegdoboz 1">
            <a:extLst>
              <a:ext uri="{FF2B5EF4-FFF2-40B4-BE49-F238E27FC236}">
                <a16:creationId xmlns:a16="http://schemas.microsoft.com/office/drawing/2014/main" id="{15BDF3E7-CE48-A76F-8F65-19E245B105FD}"/>
              </a:ext>
            </a:extLst>
          </p:cNvPr>
          <p:cNvSpPr txBox="1"/>
          <p:nvPr/>
        </p:nvSpPr>
        <p:spPr>
          <a:xfrm>
            <a:off x="-10579261" y="716326"/>
            <a:ext cx="609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600" b="1" dirty="0" err="1"/>
              <a:t>Jatekter.cs</a:t>
            </a:r>
            <a:r>
              <a:rPr lang="hu-HU" sz="3600" b="1" dirty="0"/>
              <a:t> – fontos részek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0358F6BF-53CB-3C9E-556F-A95EB55962BA}"/>
              </a:ext>
            </a:extLst>
          </p:cNvPr>
          <p:cNvSpPr txBox="1"/>
          <p:nvPr/>
        </p:nvSpPr>
        <p:spPr>
          <a:xfrm>
            <a:off x="-10313044" y="1828800"/>
            <a:ext cx="10012101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b="1" dirty="0" err="1"/>
              <a:t>Jatekter</a:t>
            </a:r>
            <a:r>
              <a:rPr lang="hu-HU" sz="2400" b="1" dirty="0"/>
              <a:t>()</a:t>
            </a:r>
            <a:r>
              <a:rPr lang="hu-HU" sz="2400" dirty="0"/>
              <a:t>: létrehozza a pályát (rács + cellák + képek). 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b="1" dirty="0" err="1"/>
              <a:t>Kattintas</a:t>
            </a:r>
            <a:r>
              <a:rPr lang="hu-HU" sz="2400" b="1" dirty="0"/>
              <a:t>()</a:t>
            </a:r>
            <a:r>
              <a:rPr lang="hu-HU" sz="2400" dirty="0"/>
              <a:t>: kezeli a bal (felfedés) és jobb (zászló) kattintást, itt indul a játék logika. 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b="1" dirty="0" err="1"/>
              <a:t>aknaLetrehoz</a:t>
            </a:r>
            <a:r>
              <a:rPr lang="hu-HU" sz="2400" b="1" dirty="0"/>
              <a:t>()</a:t>
            </a:r>
            <a:r>
              <a:rPr lang="hu-HU" sz="2400" dirty="0"/>
              <a:t>: első kattintás után generálja az aknákat és a számokat.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b="1" dirty="0" err="1"/>
              <a:t>ellenoriz</a:t>
            </a:r>
            <a:r>
              <a:rPr lang="hu-HU" sz="2400" b="1" dirty="0"/>
              <a:t>()</a:t>
            </a:r>
            <a:r>
              <a:rPr lang="hu-HU" sz="2400" dirty="0"/>
              <a:t>: üres mezők automatikus terjedő felfedése. 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b="1" dirty="0"/>
              <a:t>felfed()</a:t>
            </a:r>
            <a:r>
              <a:rPr lang="hu-HU" sz="2400" dirty="0"/>
              <a:t>: játék vége, minden mező megmutatása és kiértékelés. 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b="1" dirty="0" err="1"/>
              <a:t>teleEllenoriz</a:t>
            </a:r>
            <a:r>
              <a:rPr lang="hu-HU" sz="2400" b="1" dirty="0"/>
              <a:t>()</a:t>
            </a:r>
            <a:r>
              <a:rPr lang="hu-HU" sz="2400" dirty="0"/>
              <a:t>: ellenőrzi, hogy a játék kész van-e (győzelem feltétel). 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b="1" dirty="0" err="1"/>
              <a:t>aknaKorulotte</a:t>
            </a:r>
            <a:r>
              <a:rPr lang="hu-HU" sz="2400" b="1" dirty="0"/>
              <a:t>()</a:t>
            </a:r>
            <a:r>
              <a:rPr lang="hu-HU" sz="2400" dirty="0"/>
              <a:t>: megakadályozza, hogy a kezdő mező közelébe akna kerüljön.</a:t>
            </a:r>
            <a:endParaRPr lang="hu-HU" sz="2400" b="1" dirty="0"/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92DAB62E-B0DE-BE8A-C9CA-720C8B4C4D29}"/>
              </a:ext>
            </a:extLst>
          </p:cNvPr>
          <p:cNvSpPr txBox="1"/>
          <p:nvPr/>
        </p:nvSpPr>
        <p:spPr>
          <a:xfrm>
            <a:off x="0" y="716326"/>
            <a:ext cx="609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600" b="1" dirty="0"/>
              <a:t>Csapatmunka</a:t>
            </a: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1EEF06ED-A271-4673-CB19-BA8F5CF7ABA2}"/>
              </a:ext>
            </a:extLst>
          </p:cNvPr>
          <p:cNvSpPr txBox="1"/>
          <p:nvPr/>
        </p:nvSpPr>
        <p:spPr>
          <a:xfrm>
            <a:off x="266217" y="1828800"/>
            <a:ext cx="10012101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b="1" dirty="0"/>
              <a:t>Gyorsmunka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b="1" dirty="0"/>
              <a:t>Folyamatos megbeszélés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b="1" dirty="0"/>
              <a:t>Egyenlő munka felosztás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b="1" dirty="0"/>
              <a:t>Könnyű kommunikáció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b="1" dirty="0" err="1"/>
              <a:t>Teams</a:t>
            </a:r>
            <a:endParaRPr lang="hu-HU" sz="2400" b="1" dirty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b="1" dirty="0"/>
              <a:t>Mindenki számára ismert alkalmazás/platform használata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b="1" dirty="0" err="1"/>
              <a:t>Github</a:t>
            </a:r>
            <a:endParaRPr lang="hu-HU" sz="2400" b="1" dirty="0"/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b="1" dirty="0"/>
              <a:t>Visual </a:t>
            </a:r>
            <a:r>
              <a:rPr lang="hu-HU" sz="2400" b="1" dirty="0" err="1"/>
              <a:t>Studio</a:t>
            </a:r>
            <a:endParaRPr lang="hu-HU" sz="2400" b="1" dirty="0"/>
          </a:p>
        </p:txBody>
      </p:sp>
    </p:spTree>
    <p:extLst>
      <p:ext uri="{BB962C8B-B14F-4D97-AF65-F5344CB8AC3E}">
        <p14:creationId xmlns:p14="http://schemas.microsoft.com/office/powerpoint/2010/main" val="18232967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B8815-CFEC-A561-9E17-1D091A36F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zövegdoboz 2">
            <a:extLst>
              <a:ext uri="{FF2B5EF4-FFF2-40B4-BE49-F238E27FC236}">
                <a16:creationId xmlns:a16="http://schemas.microsoft.com/office/drawing/2014/main" id="{4BCBC565-34F0-FC7F-7AD7-0F87A794AAA1}"/>
              </a:ext>
            </a:extLst>
          </p:cNvPr>
          <p:cNvSpPr txBox="1"/>
          <p:nvPr/>
        </p:nvSpPr>
        <p:spPr>
          <a:xfrm>
            <a:off x="-10411927" y="716326"/>
            <a:ext cx="609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600" b="1" dirty="0"/>
              <a:t>Csapatmunka</a:t>
            </a: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1E08214B-4D19-4BEB-6D31-F6C1EBA7BC03}"/>
              </a:ext>
            </a:extLst>
          </p:cNvPr>
          <p:cNvSpPr txBox="1"/>
          <p:nvPr/>
        </p:nvSpPr>
        <p:spPr>
          <a:xfrm>
            <a:off x="-10145710" y="1828800"/>
            <a:ext cx="10012101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b="1" dirty="0"/>
              <a:t>Gyorsmunka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b="1" dirty="0"/>
              <a:t>Folyamatos megbeszélés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b="1" dirty="0"/>
              <a:t>Egyenlő munka felosztás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b="1" dirty="0"/>
              <a:t>Könnyű kommunikáció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b="1" dirty="0" err="1"/>
              <a:t>Teams</a:t>
            </a:r>
            <a:endParaRPr lang="hu-HU" sz="2400" b="1" dirty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b="1" dirty="0"/>
              <a:t>Mindenki számára ismert alkalmazás/platform használata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b="1" dirty="0" err="1"/>
              <a:t>Github</a:t>
            </a:r>
            <a:endParaRPr lang="hu-HU" sz="2400" b="1" dirty="0"/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b="1" dirty="0"/>
              <a:t>Visual </a:t>
            </a:r>
            <a:r>
              <a:rPr lang="hu-HU" sz="2400" b="1" dirty="0" err="1"/>
              <a:t>Studio</a:t>
            </a:r>
            <a:endParaRPr lang="hu-HU" sz="2400" b="1" dirty="0"/>
          </a:p>
        </p:txBody>
      </p:sp>
      <p:sp>
        <p:nvSpPr>
          <p:cNvPr id="11" name="Cím 1">
            <a:extLst>
              <a:ext uri="{FF2B5EF4-FFF2-40B4-BE49-F238E27FC236}">
                <a16:creationId xmlns:a16="http://schemas.microsoft.com/office/drawing/2014/main" id="{12B0CF4B-8C5E-DBA4-1188-F988E275AC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-2899273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hu-HU" sz="11500" cap="small" dirty="0">
                <a:latin typeface="Haettenschweiler" panose="020B0706040902060204" pitchFamily="34" charset="0"/>
              </a:rPr>
              <a:t>Köszönjük a figyelmet!</a:t>
            </a:r>
          </a:p>
        </p:txBody>
      </p:sp>
      <p:sp>
        <p:nvSpPr>
          <p:cNvPr id="279" name="Téglalap 278">
            <a:extLst>
              <a:ext uri="{FF2B5EF4-FFF2-40B4-BE49-F238E27FC236}">
                <a16:creationId xmlns:a16="http://schemas.microsoft.com/office/drawing/2014/main" id="{29670045-3982-4BD8-8F31-95910365132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367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80" name="Téglalap 279">
            <a:extLst>
              <a:ext uri="{FF2B5EF4-FFF2-40B4-BE49-F238E27FC236}">
                <a16:creationId xmlns:a16="http://schemas.microsoft.com/office/drawing/2014/main" id="{6F25C4DF-6F14-4072-8025-027A1683D3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-3674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81" name="Téglalap 280">
            <a:extLst>
              <a:ext uri="{FF2B5EF4-FFF2-40B4-BE49-F238E27FC236}">
                <a16:creationId xmlns:a16="http://schemas.microsoft.com/office/drawing/2014/main" id="{97C77267-CE8E-4770-B604-8A533B9F656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-367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82" name="Téglalap 281">
            <a:extLst>
              <a:ext uri="{FF2B5EF4-FFF2-40B4-BE49-F238E27FC236}">
                <a16:creationId xmlns:a16="http://schemas.microsoft.com/office/drawing/2014/main" id="{3EFA4B94-EFB5-44C2-92B5-37C3C58ABA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-367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83" name="Téglalap 282">
            <a:extLst>
              <a:ext uri="{FF2B5EF4-FFF2-40B4-BE49-F238E27FC236}">
                <a16:creationId xmlns:a16="http://schemas.microsoft.com/office/drawing/2014/main" id="{ECF2A9E7-6C77-41DA-9A99-187D9CF7E57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71632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84" name="Téglalap 283">
            <a:extLst>
              <a:ext uri="{FF2B5EF4-FFF2-40B4-BE49-F238E27FC236}">
                <a16:creationId xmlns:a16="http://schemas.microsoft.com/office/drawing/2014/main" id="{F67B62FC-3EFF-42E4-AB5E-C38184D76A3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71632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85" name="Téglalap 284">
            <a:extLst>
              <a:ext uri="{FF2B5EF4-FFF2-40B4-BE49-F238E27FC236}">
                <a16:creationId xmlns:a16="http://schemas.microsoft.com/office/drawing/2014/main" id="{8CBBB9F9-4135-4C63-82F3-EB3A6559B47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71632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86" name="Téglalap 285">
            <a:extLst>
              <a:ext uri="{FF2B5EF4-FFF2-40B4-BE49-F238E27FC236}">
                <a16:creationId xmlns:a16="http://schemas.microsoft.com/office/drawing/2014/main" id="{76AE7EC1-B5BE-4E84-91F7-3E258AD6CDE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71632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87" name="Téglalap 286">
            <a:extLst>
              <a:ext uri="{FF2B5EF4-FFF2-40B4-BE49-F238E27FC236}">
                <a16:creationId xmlns:a16="http://schemas.microsoft.com/office/drawing/2014/main" id="{14919B77-147F-4A42-9D3E-A81DB794260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39600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88" name="Téglalap 287">
            <a:extLst>
              <a:ext uri="{FF2B5EF4-FFF2-40B4-BE49-F238E27FC236}">
                <a16:creationId xmlns:a16="http://schemas.microsoft.com/office/drawing/2014/main" id="{DDD625E5-887E-4042-812B-CB6B9EA5C9E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139600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89" name="Címkocka">
            <a:extLst>
              <a:ext uri="{FF2B5EF4-FFF2-40B4-BE49-F238E27FC236}">
                <a16:creationId xmlns:a16="http://schemas.microsoft.com/office/drawing/2014/main" id="{C04F1FB4-1A7A-4834-ACB5-6BDCDB74F72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139600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90" name="Címkocka">
            <a:extLst>
              <a:ext uri="{FF2B5EF4-FFF2-40B4-BE49-F238E27FC236}">
                <a16:creationId xmlns:a16="http://schemas.microsoft.com/office/drawing/2014/main" id="{CB6D1CF2-7323-4091-A2D8-EC2180DC49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139600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91" name="Címkocka">
            <a:extLst>
              <a:ext uri="{FF2B5EF4-FFF2-40B4-BE49-F238E27FC236}">
                <a16:creationId xmlns:a16="http://schemas.microsoft.com/office/drawing/2014/main" id="{C04260AB-B61C-4988-843D-0D42D57087F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139600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92" name="Címkocka">
            <a:extLst>
              <a:ext uri="{FF2B5EF4-FFF2-40B4-BE49-F238E27FC236}">
                <a16:creationId xmlns:a16="http://schemas.microsoft.com/office/drawing/2014/main" id="{7BE34847-678A-4DC0-8F9F-8BF675C7319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139600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93" name="Címkocka">
            <a:extLst>
              <a:ext uri="{FF2B5EF4-FFF2-40B4-BE49-F238E27FC236}">
                <a16:creationId xmlns:a16="http://schemas.microsoft.com/office/drawing/2014/main" id="{F8C0E620-3FEB-42E7-A8B2-8934A65A097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139600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94" name="Címkocka">
            <a:extLst>
              <a:ext uri="{FF2B5EF4-FFF2-40B4-BE49-F238E27FC236}">
                <a16:creationId xmlns:a16="http://schemas.microsoft.com/office/drawing/2014/main" id="{A8CEE0AC-C032-4EAB-8B68-0418CBD90C7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139600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388E3C"/>
                </a:solidFill>
                <a:latin typeface="Consolas" panose="020B0609020204030204" pitchFamily="49" charset="0"/>
              </a:rPr>
              <a:t>2</a:t>
            </a:r>
            <a:endParaRPr lang="hu-HU" sz="3600" b="1" dirty="0"/>
          </a:p>
        </p:txBody>
      </p:sp>
      <p:sp>
        <p:nvSpPr>
          <p:cNvPr id="295" name="Címkocka">
            <a:extLst>
              <a:ext uri="{FF2B5EF4-FFF2-40B4-BE49-F238E27FC236}">
                <a16:creationId xmlns:a16="http://schemas.microsoft.com/office/drawing/2014/main" id="{F684B7CA-D70B-4E4F-8D85-F5C003FAB60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139600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96" name="Címkocka">
            <a:extLst>
              <a:ext uri="{FF2B5EF4-FFF2-40B4-BE49-F238E27FC236}">
                <a16:creationId xmlns:a16="http://schemas.microsoft.com/office/drawing/2014/main" id="{3A4CFCFD-EE7B-4BBE-BFBF-BF3B4C5CE02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139600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97" name="Címkocka">
            <a:extLst>
              <a:ext uri="{FF2B5EF4-FFF2-40B4-BE49-F238E27FC236}">
                <a16:creationId xmlns:a16="http://schemas.microsoft.com/office/drawing/2014/main" id="{7CB1FFB1-C722-4D20-9CC5-BAF2EDF2E78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139600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98" name="Címkocka">
            <a:extLst>
              <a:ext uri="{FF2B5EF4-FFF2-40B4-BE49-F238E27FC236}">
                <a16:creationId xmlns:a16="http://schemas.microsoft.com/office/drawing/2014/main" id="{1F82504D-C5B0-4F77-80C0-25073D9180F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139600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99" name="Címkocka">
            <a:extLst>
              <a:ext uri="{FF2B5EF4-FFF2-40B4-BE49-F238E27FC236}">
                <a16:creationId xmlns:a16="http://schemas.microsoft.com/office/drawing/2014/main" id="{385C361C-A571-488C-B625-43D4C40DB31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139600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388E3C"/>
                </a:solidFill>
                <a:latin typeface="Consolas" panose="020B0609020204030204" pitchFamily="49" charset="0"/>
              </a:rPr>
              <a:t>2</a:t>
            </a:r>
            <a:endParaRPr lang="hu-HU" sz="3600" b="1" dirty="0"/>
          </a:p>
        </p:txBody>
      </p:sp>
      <p:sp>
        <p:nvSpPr>
          <p:cNvPr id="300" name="Címkocka">
            <a:extLst>
              <a:ext uri="{FF2B5EF4-FFF2-40B4-BE49-F238E27FC236}">
                <a16:creationId xmlns:a16="http://schemas.microsoft.com/office/drawing/2014/main" id="{7ED95105-2942-4974-8CD6-B48F2544AF3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139600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301" name="Címkocka">
            <a:extLst>
              <a:ext uri="{FF2B5EF4-FFF2-40B4-BE49-F238E27FC236}">
                <a16:creationId xmlns:a16="http://schemas.microsoft.com/office/drawing/2014/main" id="{ED0F976B-C153-4A09-B427-EBB824FDED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139600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302" name="Téglalap 301">
            <a:extLst>
              <a:ext uri="{FF2B5EF4-FFF2-40B4-BE49-F238E27FC236}">
                <a16:creationId xmlns:a16="http://schemas.microsoft.com/office/drawing/2014/main" id="{BE0B918F-75E5-49B0-8AE3-05E34EC1E0A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139600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03" name="Téglalap 302">
            <a:extLst>
              <a:ext uri="{FF2B5EF4-FFF2-40B4-BE49-F238E27FC236}">
                <a16:creationId xmlns:a16="http://schemas.microsoft.com/office/drawing/2014/main" id="{F58D25E4-1599-44DB-848C-2E2C818092C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139600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04" name="Téglalap 303">
            <a:extLst>
              <a:ext uri="{FF2B5EF4-FFF2-40B4-BE49-F238E27FC236}">
                <a16:creationId xmlns:a16="http://schemas.microsoft.com/office/drawing/2014/main" id="{41256CC1-07EC-49E8-AB65-C15F870C3AE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211600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05" name="Téglalap 304">
            <a:extLst>
              <a:ext uri="{FF2B5EF4-FFF2-40B4-BE49-F238E27FC236}">
                <a16:creationId xmlns:a16="http://schemas.microsoft.com/office/drawing/2014/main" id="{2AD5EF61-8591-4231-A8B0-B027C37B2DE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211600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06" name="Címkocka">
            <a:extLst>
              <a:ext uri="{FF2B5EF4-FFF2-40B4-BE49-F238E27FC236}">
                <a16:creationId xmlns:a16="http://schemas.microsoft.com/office/drawing/2014/main" id="{035356DF-EA74-4876-BAA2-EEFFB5FABCB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211600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07" name="Címkocka">
            <a:extLst>
              <a:ext uri="{FF2B5EF4-FFF2-40B4-BE49-F238E27FC236}">
                <a16:creationId xmlns:a16="http://schemas.microsoft.com/office/drawing/2014/main" id="{8719B792-8BF7-4F35-A129-0DEAC06E46F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211600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42" name="Címkocka">
            <a:extLst>
              <a:ext uri="{FF2B5EF4-FFF2-40B4-BE49-F238E27FC236}">
                <a16:creationId xmlns:a16="http://schemas.microsoft.com/office/drawing/2014/main" id="{54317D97-84BC-4075-BF0D-75B7C8008E4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211600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43" name="Címkocka">
            <a:extLst>
              <a:ext uri="{FF2B5EF4-FFF2-40B4-BE49-F238E27FC236}">
                <a16:creationId xmlns:a16="http://schemas.microsoft.com/office/drawing/2014/main" id="{2FBFE131-54C1-4359-9C1D-1BABD22EB1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211600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44" name="Címkocka">
            <a:extLst>
              <a:ext uri="{FF2B5EF4-FFF2-40B4-BE49-F238E27FC236}">
                <a16:creationId xmlns:a16="http://schemas.microsoft.com/office/drawing/2014/main" id="{ADDFBAE6-041C-44E4-842B-8AFCE11442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211600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45" name="Címkocka">
            <a:extLst>
              <a:ext uri="{FF2B5EF4-FFF2-40B4-BE49-F238E27FC236}">
                <a16:creationId xmlns:a16="http://schemas.microsoft.com/office/drawing/2014/main" id="{B92C0D18-0977-47F6-946E-06A5C0F0ACA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211600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46" name="Címkocka">
            <a:extLst>
              <a:ext uri="{FF2B5EF4-FFF2-40B4-BE49-F238E27FC236}">
                <a16:creationId xmlns:a16="http://schemas.microsoft.com/office/drawing/2014/main" id="{C1FDCF8B-406D-4909-A51F-B8284910DD2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211600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47" name="Címkocka">
            <a:extLst>
              <a:ext uri="{FF2B5EF4-FFF2-40B4-BE49-F238E27FC236}">
                <a16:creationId xmlns:a16="http://schemas.microsoft.com/office/drawing/2014/main" id="{BD909820-2D58-40B1-AA50-6A24FE0FE21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211600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48" name="Címkocka">
            <a:extLst>
              <a:ext uri="{FF2B5EF4-FFF2-40B4-BE49-F238E27FC236}">
                <a16:creationId xmlns:a16="http://schemas.microsoft.com/office/drawing/2014/main" id="{5CCA946A-54DB-4E7D-83FA-34C119FA8D1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211600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49" name="Címkocka">
            <a:extLst>
              <a:ext uri="{FF2B5EF4-FFF2-40B4-BE49-F238E27FC236}">
                <a16:creationId xmlns:a16="http://schemas.microsoft.com/office/drawing/2014/main" id="{E45D433D-FC1D-4004-87FD-770EA279819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211600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50" name="Címkocka">
            <a:extLst>
              <a:ext uri="{FF2B5EF4-FFF2-40B4-BE49-F238E27FC236}">
                <a16:creationId xmlns:a16="http://schemas.microsoft.com/office/drawing/2014/main" id="{129213BE-EAA8-4BA1-82F4-1AE90183161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211600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51" name="Címkocka">
            <a:extLst>
              <a:ext uri="{FF2B5EF4-FFF2-40B4-BE49-F238E27FC236}">
                <a16:creationId xmlns:a16="http://schemas.microsoft.com/office/drawing/2014/main" id="{47583E57-EA72-417A-B138-56E238DB22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211600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52" name="Címkocka">
            <a:extLst>
              <a:ext uri="{FF2B5EF4-FFF2-40B4-BE49-F238E27FC236}">
                <a16:creationId xmlns:a16="http://schemas.microsoft.com/office/drawing/2014/main" id="{2BA03868-D573-4E23-801A-590A4F374CC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211600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53" name="Téglalap 352">
            <a:extLst>
              <a:ext uri="{FF2B5EF4-FFF2-40B4-BE49-F238E27FC236}">
                <a16:creationId xmlns:a16="http://schemas.microsoft.com/office/drawing/2014/main" id="{7A0C6CC7-1689-4986-BC99-F5948F66B0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211600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54" name="Téglalap 353">
            <a:extLst>
              <a:ext uri="{FF2B5EF4-FFF2-40B4-BE49-F238E27FC236}">
                <a16:creationId xmlns:a16="http://schemas.microsoft.com/office/drawing/2014/main" id="{36BEF2D2-AAE5-4FEF-B599-985A46341F8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211600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55" name="Téglalap 354">
            <a:extLst>
              <a:ext uri="{FF2B5EF4-FFF2-40B4-BE49-F238E27FC236}">
                <a16:creationId xmlns:a16="http://schemas.microsoft.com/office/drawing/2014/main" id="{345B7686-0341-4CCE-86BC-B24579812D1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279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56" name="Téglalap 355">
            <a:extLst>
              <a:ext uri="{FF2B5EF4-FFF2-40B4-BE49-F238E27FC236}">
                <a16:creationId xmlns:a16="http://schemas.microsoft.com/office/drawing/2014/main" id="{0ED5D75E-257C-4440-ADF5-0462827ABD1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279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57" name="Címkocka">
            <a:extLst>
              <a:ext uri="{FF2B5EF4-FFF2-40B4-BE49-F238E27FC236}">
                <a16:creationId xmlns:a16="http://schemas.microsoft.com/office/drawing/2014/main" id="{9780001C-597F-4988-A146-7F0C3663573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279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58" name="Címkocka">
            <a:extLst>
              <a:ext uri="{FF2B5EF4-FFF2-40B4-BE49-F238E27FC236}">
                <a16:creationId xmlns:a16="http://schemas.microsoft.com/office/drawing/2014/main" id="{3A6DDA66-2758-4AC2-A187-D798244CCFE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279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59" name="Címkocka">
            <a:extLst>
              <a:ext uri="{FF2B5EF4-FFF2-40B4-BE49-F238E27FC236}">
                <a16:creationId xmlns:a16="http://schemas.microsoft.com/office/drawing/2014/main" id="{194C6C10-6D93-4875-B335-9DEDC490F9B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279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60" name="Címkocka">
            <a:extLst>
              <a:ext uri="{FF2B5EF4-FFF2-40B4-BE49-F238E27FC236}">
                <a16:creationId xmlns:a16="http://schemas.microsoft.com/office/drawing/2014/main" id="{E5C6F2F0-C4E0-45E0-B221-530491313E7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279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61" name="Címkocka">
            <a:extLst>
              <a:ext uri="{FF2B5EF4-FFF2-40B4-BE49-F238E27FC236}">
                <a16:creationId xmlns:a16="http://schemas.microsoft.com/office/drawing/2014/main" id="{C6B549B6-2CB8-4055-83AF-25B9FA6AAD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279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62" name="Címkocka">
            <a:extLst>
              <a:ext uri="{FF2B5EF4-FFF2-40B4-BE49-F238E27FC236}">
                <a16:creationId xmlns:a16="http://schemas.microsoft.com/office/drawing/2014/main" id="{0038C879-8387-4B3B-B692-F3F04F444F1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279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63" name="Címkocka">
            <a:extLst>
              <a:ext uri="{FF2B5EF4-FFF2-40B4-BE49-F238E27FC236}">
                <a16:creationId xmlns:a16="http://schemas.microsoft.com/office/drawing/2014/main" id="{72B45660-B678-446F-A08E-7E52F714E4E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279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64" name="Címkocka">
            <a:extLst>
              <a:ext uri="{FF2B5EF4-FFF2-40B4-BE49-F238E27FC236}">
                <a16:creationId xmlns:a16="http://schemas.microsoft.com/office/drawing/2014/main" id="{51584DFA-EE71-4B27-9F7F-2AC6184BCAE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279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65" name="Címkocka">
            <a:extLst>
              <a:ext uri="{FF2B5EF4-FFF2-40B4-BE49-F238E27FC236}">
                <a16:creationId xmlns:a16="http://schemas.microsoft.com/office/drawing/2014/main" id="{C9AA63CF-F618-4862-BF07-ECA5ED0816C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279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66" name="Címkocka">
            <a:extLst>
              <a:ext uri="{FF2B5EF4-FFF2-40B4-BE49-F238E27FC236}">
                <a16:creationId xmlns:a16="http://schemas.microsoft.com/office/drawing/2014/main" id="{3DE0CF04-484C-4964-9F3A-76993DFA1A2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279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67" name="Címkocka">
            <a:extLst>
              <a:ext uri="{FF2B5EF4-FFF2-40B4-BE49-F238E27FC236}">
                <a16:creationId xmlns:a16="http://schemas.microsoft.com/office/drawing/2014/main" id="{D3A97994-6BDD-413F-9276-4FBAD03A205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279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68" name="Címkocka">
            <a:extLst>
              <a:ext uri="{FF2B5EF4-FFF2-40B4-BE49-F238E27FC236}">
                <a16:creationId xmlns:a16="http://schemas.microsoft.com/office/drawing/2014/main" id="{6788CCDF-128A-4BB5-9E82-02A079A21FE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279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69" name="Címkocka">
            <a:extLst>
              <a:ext uri="{FF2B5EF4-FFF2-40B4-BE49-F238E27FC236}">
                <a16:creationId xmlns:a16="http://schemas.microsoft.com/office/drawing/2014/main" id="{AACEBF98-0DA6-4181-A47B-C5699249903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279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70" name="Téglalap 369">
            <a:extLst>
              <a:ext uri="{FF2B5EF4-FFF2-40B4-BE49-F238E27FC236}">
                <a16:creationId xmlns:a16="http://schemas.microsoft.com/office/drawing/2014/main" id="{C3563253-62B3-44F2-8B54-770CDAD48BD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279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71" name="Téglalap 370">
            <a:extLst>
              <a:ext uri="{FF2B5EF4-FFF2-40B4-BE49-F238E27FC236}">
                <a16:creationId xmlns:a16="http://schemas.microsoft.com/office/drawing/2014/main" id="{46AC3546-3F4D-43F4-969E-110DEEE0F7B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279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72" name="Téglalap 371">
            <a:extLst>
              <a:ext uri="{FF2B5EF4-FFF2-40B4-BE49-F238E27FC236}">
                <a16:creationId xmlns:a16="http://schemas.microsoft.com/office/drawing/2014/main" id="{96CA39EB-2477-41D8-A19C-C673A8A7F48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351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373" name="Téglalap 372">
            <a:extLst>
              <a:ext uri="{FF2B5EF4-FFF2-40B4-BE49-F238E27FC236}">
                <a16:creationId xmlns:a16="http://schemas.microsoft.com/office/drawing/2014/main" id="{7AF8C076-9550-4A4F-856C-F2DF69E5B8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351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374" name="Címkocka">
            <a:extLst>
              <a:ext uri="{FF2B5EF4-FFF2-40B4-BE49-F238E27FC236}">
                <a16:creationId xmlns:a16="http://schemas.microsoft.com/office/drawing/2014/main" id="{A82E640A-B3FC-42F6-863D-97BE561F301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351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375" name="Címkocka">
            <a:extLst>
              <a:ext uri="{FF2B5EF4-FFF2-40B4-BE49-F238E27FC236}">
                <a16:creationId xmlns:a16="http://schemas.microsoft.com/office/drawing/2014/main" id="{438FE276-7B5B-440E-9ABF-99FFD333A01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351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376" name="Címkocka">
            <a:extLst>
              <a:ext uri="{FF2B5EF4-FFF2-40B4-BE49-F238E27FC236}">
                <a16:creationId xmlns:a16="http://schemas.microsoft.com/office/drawing/2014/main" id="{977362D0-5526-4CD0-BE34-C249FBBFAEF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351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388E3C"/>
                </a:solidFill>
                <a:latin typeface="Consolas" panose="020B0609020204030204" pitchFamily="49" charset="0"/>
              </a:rPr>
              <a:t>2</a:t>
            </a:r>
            <a:endParaRPr lang="hu-HU" sz="3600" b="1" dirty="0"/>
          </a:p>
        </p:txBody>
      </p:sp>
      <p:sp>
        <p:nvSpPr>
          <p:cNvPr id="377" name="Címkocka">
            <a:extLst>
              <a:ext uri="{FF2B5EF4-FFF2-40B4-BE49-F238E27FC236}">
                <a16:creationId xmlns:a16="http://schemas.microsoft.com/office/drawing/2014/main" id="{8AA964EB-1ED9-44D3-81A5-71A18894AB7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351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388E3C"/>
                </a:solidFill>
                <a:latin typeface="Consolas" panose="020B0609020204030204" pitchFamily="49" charset="0"/>
              </a:rPr>
              <a:t>2</a:t>
            </a:r>
            <a:endParaRPr lang="hu-HU" sz="3600" b="1" dirty="0"/>
          </a:p>
        </p:txBody>
      </p:sp>
      <p:sp>
        <p:nvSpPr>
          <p:cNvPr id="378" name="Címkocka">
            <a:extLst>
              <a:ext uri="{FF2B5EF4-FFF2-40B4-BE49-F238E27FC236}">
                <a16:creationId xmlns:a16="http://schemas.microsoft.com/office/drawing/2014/main" id="{5AC6F699-B501-4685-B0BD-EDA0F74076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351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388E3C"/>
                </a:solidFill>
                <a:latin typeface="Consolas" panose="020B0609020204030204" pitchFamily="49" charset="0"/>
              </a:rPr>
              <a:t>2</a:t>
            </a:r>
            <a:endParaRPr lang="hu-HU" sz="3600" b="1" dirty="0"/>
          </a:p>
        </p:txBody>
      </p:sp>
      <p:sp>
        <p:nvSpPr>
          <p:cNvPr id="379" name="Címkocka">
            <a:extLst>
              <a:ext uri="{FF2B5EF4-FFF2-40B4-BE49-F238E27FC236}">
                <a16:creationId xmlns:a16="http://schemas.microsoft.com/office/drawing/2014/main" id="{BF42245E-11AF-45F8-BD20-056B8465004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351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380" name="Címkocka">
            <a:extLst>
              <a:ext uri="{FF2B5EF4-FFF2-40B4-BE49-F238E27FC236}">
                <a16:creationId xmlns:a16="http://schemas.microsoft.com/office/drawing/2014/main" id="{AA80BBD0-1868-4C28-9B18-767F9EFB20E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351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381" name="Címkocka">
            <a:extLst>
              <a:ext uri="{FF2B5EF4-FFF2-40B4-BE49-F238E27FC236}">
                <a16:creationId xmlns:a16="http://schemas.microsoft.com/office/drawing/2014/main" id="{057E87D0-8BF7-4CCE-BEFE-F08D95B02B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351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82" name="Címkocka">
            <a:extLst>
              <a:ext uri="{FF2B5EF4-FFF2-40B4-BE49-F238E27FC236}">
                <a16:creationId xmlns:a16="http://schemas.microsoft.com/office/drawing/2014/main" id="{A20214AD-B263-4FA1-8EAA-DA6FBFF0BA0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351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393" name="Címkocka">
            <a:extLst>
              <a:ext uri="{FF2B5EF4-FFF2-40B4-BE49-F238E27FC236}">
                <a16:creationId xmlns:a16="http://schemas.microsoft.com/office/drawing/2014/main" id="{348E54BB-16B9-4D3E-AB45-733FDFC2A7F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419535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83" name="Címkocka">
            <a:extLst>
              <a:ext uri="{FF2B5EF4-FFF2-40B4-BE49-F238E27FC236}">
                <a16:creationId xmlns:a16="http://schemas.microsoft.com/office/drawing/2014/main" id="{424270CD-9612-477F-92B2-BF048B395E8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351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384" name="Címkocka">
            <a:extLst>
              <a:ext uri="{FF2B5EF4-FFF2-40B4-BE49-F238E27FC236}">
                <a16:creationId xmlns:a16="http://schemas.microsoft.com/office/drawing/2014/main" id="{66EA1B42-5F20-4F99-86DE-67F2F263663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351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385" name="Címkocka">
            <a:extLst>
              <a:ext uri="{FF2B5EF4-FFF2-40B4-BE49-F238E27FC236}">
                <a16:creationId xmlns:a16="http://schemas.microsoft.com/office/drawing/2014/main" id="{8EF0A944-BF7B-48EC-8708-FC9CCCA7633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351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86" name="Címkocka">
            <a:extLst>
              <a:ext uri="{FF2B5EF4-FFF2-40B4-BE49-F238E27FC236}">
                <a16:creationId xmlns:a16="http://schemas.microsoft.com/office/drawing/2014/main" id="{35EC3C7F-CC47-467F-AFFF-56A6145D56B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351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87" name="Téglalap 386">
            <a:extLst>
              <a:ext uri="{FF2B5EF4-FFF2-40B4-BE49-F238E27FC236}">
                <a16:creationId xmlns:a16="http://schemas.microsoft.com/office/drawing/2014/main" id="{1EA1648C-30E3-47E0-8FD2-520EB3699C2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351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88" name="Téglalap 387">
            <a:extLst>
              <a:ext uri="{FF2B5EF4-FFF2-40B4-BE49-F238E27FC236}">
                <a16:creationId xmlns:a16="http://schemas.microsoft.com/office/drawing/2014/main" id="{34D70D8B-74D8-4EA6-AB0B-330402E36BD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351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89" name="Téglalap 388">
            <a:extLst>
              <a:ext uri="{FF2B5EF4-FFF2-40B4-BE49-F238E27FC236}">
                <a16:creationId xmlns:a16="http://schemas.microsoft.com/office/drawing/2014/main" id="{05311C8B-D156-404C-BE49-70079FE2C78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419535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90" name="Téglalap 389">
            <a:extLst>
              <a:ext uri="{FF2B5EF4-FFF2-40B4-BE49-F238E27FC236}">
                <a16:creationId xmlns:a16="http://schemas.microsoft.com/office/drawing/2014/main" id="{AF2C2A4B-D864-4DF9-A0BA-1431BBA18C4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419535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91" name="Címkocka">
            <a:extLst>
              <a:ext uri="{FF2B5EF4-FFF2-40B4-BE49-F238E27FC236}">
                <a16:creationId xmlns:a16="http://schemas.microsoft.com/office/drawing/2014/main" id="{FAC71601-EEED-4226-A084-0D3DB9654DE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419535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92" name="Címkocka">
            <a:extLst>
              <a:ext uri="{FF2B5EF4-FFF2-40B4-BE49-F238E27FC236}">
                <a16:creationId xmlns:a16="http://schemas.microsoft.com/office/drawing/2014/main" id="{A9AEF449-63EE-47CB-B1EE-0C7F0082EF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419535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94" name="Címkocka">
            <a:extLst>
              <a:ext uri="{FF2B5EF4-FFF2-40B4-BE49-F238E27FC236}">
                <a16:creationId xmlns:a16="http://schemas.microsoft.com/office/drawing/2014/main" id="{2936A950-8570-4011-BE60-F5CDE3F0F36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419535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395" name="Címkocka">
            <a:extLst>
              <a:ext uri="{FF2B5EF4-FFF2-40B4-BE49-F238E27FC236}">
                <a16:creationId xmlns:a16="http://schemas.microsoft.com/office/drawing/2014/main" id="{A00DB907-3DC8-41B6-9D13-4E6836030A6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419535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96" name="Címkocka">
            <a:extLst>
              <a:ext uri="{FF2B5EF4-FFF2-40B4-BE49-F238E27FC236}">
                <a16:creationId xmlns:a16="http://schemas.microsoft.com/office/drawing/2014/main" id="{DCF4F27A-E399-4FFB-92E7-623A0F77D0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419535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397" name="Címkocka">
            <a:extLst>
              <a:ext uri="{FF2B5EF4-FFF2-40B4-BE49-F238E27FC236}">
                <a16:creationId xmlns:a16="http://schemas.microsoft.com/office/drawing/2014/main" id="{AD29E7AA-AB58-4BFB-AC41-9AAF0107A72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419535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398" name="Címkocka">
            <a:extLst>
              <a:ext uri="{FF2B5EF4-FFF2-40B4-BE49-F238E27FC236}">
                <a16:creationId xmlns:a16="http://schemas.microsoft.com/office/drawing/2014/main" id="{A585ED87-98D4-41CC-8FC3-930420DE7BA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419535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99" name="Címkocka">
            <a:extLst>
              <a:ext uri="{FF2B5EF4-FFF2-40B4-BE49-F238E27FC236}">
                <a16:creationId xmlns:a16="http://schemas.microsoft.com/office/drawing/2014/main" id="{8AE8CDD2-58F3-4C4E-B2E7-408BDD60A3D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419535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400" name="Téglalap 399">
            <a:extLst>
              <a:ext uri="{FF2B5EF4-FFF2-40B4-BE49-F238E27FC236}">
                <a16:creationId xmlns:a16="http://schemas.microsoft.com/office/drawing/2014/main" id="{561E1877-E77E-4492-ADED-F73249979E5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419535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401" name="Téglalap 400">
            <a:extLst>
              <a:ext uri="{FF2B5EF4-FFF2-40B4-BE49-F238E27FC236}">
                <a16:creationId xmlns:a16="http://schemas.microsoft.com/office/drawing/2014/main" id="{A00D5297-80E3-43D3-A6EC-8179CDFF906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419535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402" name="Téglalap 401">
            <a:extLst>
              <a:ext uri="{FF2B5EF4-FFF2-40B4-BE49-F238E27FC236}">
                <a16:creationId xmlns:a16="http://schemas.microsoft.com/office/drawing/2014/main" id="{89CD8DC9-138B-4906-AA28-39DE787BD73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491535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03" name="Téglalap 402">
            <a:extLst>
              <a:ext uri="{FF2B5EF4-FFF2-40B4-BE49-F238E27FC236}">
                <a16:creationId xmlns:a16="http://schemas.microsoft.com/office/drawing/2014/main" id="{EB4E3EC0-C613-4E46-B9D9-A513BED4322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491535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04" name="Címkocka">
            <a:extLst>
              <a:ext uri="{FF2B5EF4-FFF2-40B4-BE49-F238E27FC236}">
                <a16:creationId xmlns:a16="http://schemas.microsoft.com/office/drawing/2014/main" id="{6B5AA9EE-B6FC-4BA4-A534-67E3EE9CB65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491535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05" name="Címkocka">
            <a:extLst>
              <a:ext uri="{FF2B5EF4-FFF2-40B4-BE49-F238E27FC236}">
                <a16:creationId xmlns:a16="http://schemas.microsoft.com/office/drawing/2014/main" id="{F46F3474-A62D-42D0-824D-DFBEA981F68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491535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06" name="Címkocka">
            <a:extLst>
              <a:ext uri="{FF2B5EF4-FFF2-40B4-BE49-F238E27FC236}">
                <a16:creationId xmlns:a16="http://schemas.microsoft.com/office/drawing/2014/main" id="{B6516DD6-21EE-4440-9A9C-5E28631397B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491535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07" name="Címkocka">
            <a:extLst>
              <a:ext uri="{FF2B5EF4-FFF2-40B4-BE49-F238E27FC236}">
                <a16:creationId xmlns:a16="http://schemas.microsoft.com/office/drawing/2014/main" id="{B7FEE20A-2CBC-46AE-847F-BA6FC9B471D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491535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388E3C"/>
                </a:solidFill>
                <a:latin typeface="Consolas" panose="020B0609020204030204" pitchFamily="49" charset="0"/>
              </a:rPr>
              <a:t>2</a:t>
            </a:r>
            <a:endParaRPr lang="hu-HU" sz="3600" b="1" dirty="0"/>
          </a:p>
        </p:txBody>
      </p:sp>
      <p:sp>
        <p:nvSpPr>
          <p:cNvPr id="408" name="Címkocka">
            <a:extLst>
              <a:ext uri="{FF2B5EF4-FFF2-40B4-BE49-F238E27FC236}">
                <a16:creationId xmlns:a16="http://schemas.microsoft.com/office/drawing/2014/main" id="{31E6DA7B-E51C-463F-A2AC-2AA169E1DEB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491535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409" name="Címkocka">
            <a:extLst>
              <a:ext uri="{FF2B5EF4-FFF2-40B4-BE49-F238E27FC236}">
                <a16:creationId xmlns:a16="http://schemas.microsoft.com/office/drawing/2014/main" id="{A23CDD16-886C-4E87-AFDE-61F3F3FA721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491535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410" name="Címkocka">
            <a:extLst>
              <a:ext uri="{FF2B5EF4-FFF2-40B4-BE49-F238E27FC236}">
                <a16:creationId xmlns:a16="http://schemas.microsoft.com/office/drawing/2014/main" id="{A2829D3E-4464-46E1-9763-4D9201A33F5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491535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11" name="Címkocka">
            <a:extLst>
              <a:ext uri="{FF2B5EF4-FFF2-40B4-BE49-F238E27FC236}">
                <a16:creationId xmlns:a16="http://schemas.microsoft.com/office/drawing/2014/main" id="{AA46077A-D8D3-4AB5-AC36-3665CCB62D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491535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412" name="Címkocka">
            <a:extLst>
              <a:ext uri="{FF2B5EF4-FFF2-40B4-BE49-F238E27FC236}">
                <a16:creationId xmlns:a16="http://schemas.microsoft.com/office/drawing/2014/main" id="{B191AC1B-9284-44F7-932C-6C22367111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491535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413" name="Címkocka">
            <a:extLst>
              <a:ext uri="{FF2B5EF4-FFF2-40B4-BE49-F238E27FC236}">
                <a16:creationId xmlns:a16="http://schemas.microsoft.com/office/drawing/2014/main" id="{CA8B752D-5AAC-4D29-9D72-D84969AF58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491535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414" name="Címkocka">
            <a:extLst>
              <a:ext uri="{FF2B5EF4-FFF2-40B4-BE49-F238E27FC236}">
                <a16:creationId xmlns:a16="http://schemas.microsoft.com/office/drawing/2014/main" id="{01F1C771-1025-406C-98B2-74D3E1EA669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491535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15" name="Címkocka">
            <a:extLst>
              <a:ext uri="{FF2B5EF4-FFF2-40B4-BE49-F238E27FC236}">
                <a16:creationId xmlns:a16="http://schemas.microsoft.com/office/drawing/2014/main" id="{63C64719-E998-461A-BFF4-B4518D70B99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491535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416" name="Téglalap 415">
            <a:extLst>
              <a:ext uri="{FF2B5EF4-FFF2-40B4-BE49-F238E27FC236}">
                <a16:creationId xmlns:a16="http://schemas.microsoft.com/office/drawing/2014/main" id="{DD745D95-02EE-410E-86AC-CBA0B5302DD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491535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17" name="Téglalap 416">
            <a:extLst>
              <a:ext uri="{FF2B5EF4-FFF2-40B4-BE49-F238E27FC236}">
                <a16:creationId xmlns:a16="http://schemas.microsoft.com/office/drawing/2014/main" id="{5E9D13DE-7978-46E8-870B-C2E59EA6EA7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491535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18" name="Téglalap 417">
            <a:extLst>
              <a:ext uri="{FF2B5EF4-FFF2-40B4-BE49-F238E27FC236}">
                <a16:creationId xmlns:a16="http://schemas.microsoft.com/office/drawing/2014/main" id="{75ED59A7-CC33-4785-90A4-9F754CB273F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556395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19" name="Téglalap 418">
            <a:extLst>
              <a:ext uri="{FF2B5EF4-FFF2-40B4-BE49-F238E27FC236}">
                <a16:creationId xmlns:a16="http://schemas.microsoft.com/office/drawing/2014/main" id="{FEA5489E-2A95-4FC5-986D-2A2A270D3F5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556395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20" name="Téglalap 419">
            <a:extLst>
              <a:ext uri="{FF2B5EF4-FFF2-40B4-BE49-F238E27FC236}">
                <a16:creationId xmlns:a16="http://schemas.microsoft.com/office/drawing/2014/main" id="{DE26003F-1886-4C29-8AAC-E38C7E5D332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556395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21" name="Téglalap 420">
            <a:extLst>
              <a:ext uri="{FF2B5EF4-FFF2-40B4-BE49-F238E27FC236}">
                <a16:creationId xmlns:a16="http://schemas.microsoft.com/office/drawing/2014/main" id="{47617181-7097-4D6F-AF14-7543BD991B7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556395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22" name="Téglalap 421">
            <a:extLst>
              <a:ext uri="{FF2B5EF4-FFF2-40B4-BE49-F238E27FC236}">
                <a16:creationId xmlns:a16="http://schemas.microsoft.com/office/drawing/2014/main" id="{9BC1892F-5280-4428-85DD-70D6A092340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556395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23" name="Téglalap 422">
            <a:extLst>
              <a:ext uri="{FF2B5EF4-FFF2-40B4-BE49-F238E27FC236}">
                <a16:creationId xmlns:a16="http://schemas.microsoft.com/office/drawing/2014/main" id="{A384C6AD-14C4-4A72-8C15-C4EB4A629C0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5563954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424" name="Téglalap 423">
            <a:extLst>
              <a:ext uri="{FF2B5EF4-FFF2-40B4-BE49-F238E27FC236}">
                <a16:creationId xmlns:a16="http://schemas.microsoft.com/office/drawing/2014/main" id="{1266BE56-BD59-4B94-A5F4-D0D8A758C6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5563954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25" name="Téglalap 424">
            <a:extLst>
              <a:ext uri="{FF2B5EF4-FFF2-40B4-BE49-F238E27FC236}">
                <a16:creationId xmlns:a16="http://schemas.microsoft.com/office/drawing/2014/main" id="{710AB1D6-D820-4451-9BAC-A55AC5E6083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5563954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26" name="Téglalap 425">
            <a:extLst>
              <a:ext uri="{FF2B5EF4-FFF2-40B4-BE49-F238E27FC236}">
                <a16:creationId xmlns:a16="http://schemas.microsoft.com/office/drawing/2014/main" id="{7B94FFF7-2060-452B-BAD3-E0C48BB4DA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5563954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27" name="Téglalap 426">
            <a:extLst>
              <a:ext uri="{FF2B5EF4-FFF2-40B4-BE49-F238E27FC236}">
                <a16:creationId xmlns:a16="http://schemas.microsoft.com/office/drawing/2014/main" id="{3DF4EE98-22FD-4AF1-883A-25922D1E469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5563954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28" name="Téglalap 427">
            <a:extLst>
              <a:ext uri="{FF2B5EF4-FFF2-40B4-BE49-F238E27FC236}">
                <a16:creationId xmlns:a16="http://schemas.microsoft.com/office/drawing/2014/main" id="{3AD152A1-FB96-4F03-94FC-A156727872A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5563954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29" name="Téglalap 428">
            <a:extLst>
              <a:ext uri="{FF2B5EF4-FFF2-40B4-BE49-F238E27FC236}">
                <a16:creationId xmlns:a16="http://schemas.microsoft.com/office/drawing/2014/main" id="{4A1E2CEA-3454-4C98-B8F8-388E3B0DE26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5563954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30" name="Téglalap 429">
            <a:extLst>
              <a:ext uri="{FF2B5EF4-FFF2-40B4-BE49-F238E27FC236}">
                <a16:creationId xmlns:a16="http://schemas.microsoft.com/office/drawing/2014/main" id="{094A9ED6-4111-450C-A985-110F701AE5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5563954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31" name="Téglalap 430">
            <a:extLst>
              <a:ext uri="{FF2B5EF4-FFF2-40B4-BE49-F238E27FC236}">
                <a16:creationId xmlns:a16="http://schemas.microsoft.com/office/drawing/2014/main" id="{10838B31-9207-4FE3-8778-21EB77ED0B6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5563954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432" name="Téglalap 431">
            <a:extLst>
              <a:ext uri="{FF2B5EF4-FFF2-40B4-BE49-F238E27FC236}">
                <a16:creationId xmlns:a16="http://schemas.microsoft.com/office/drawing/2014/main" id="{0E192DDC-4A02-4082-916E-A2E213C7ADD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5563954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433" name="Téglalap 432">
            <a:extLst>
              <a:ext uri="{FF2B5EF4-FFF2-40B4-BE49-F238E27FC236}">
                <a16:creationId xmlns:a16="http://schemas.microsoft.com/office/drawing/2014/main" id="{3C8F1245-4154-4013-8B65-F77B9FB3F7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5563954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434" name="Téglalap 433">
            <a:extLst>
              <a:ext uri="{FF2B5EF4-FFF2-40B4-BE49-F238E27FC236}">
                <a16:creationId xmlns:a16="http://schemas.microsoft.com/office/drawing/2014/main" id="{E9CC0986-509F-4D91-A52C-66779ACF2E4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628395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35" name="Téglalap 434">
            <a:extLst>
              <a:ext uri="{FF2B5EF4-FFF2-40B4-BE49-F238E27FC236}">
                <a16:creationId xmlns:a16="http://schemas.microsoft.com/office/drawing/2014/main" id="{C7A918CC-DE59-4FC4-9656-B555F4CEB56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628395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36" name="Téglalap 435">
            <a:extLst>
              <a:ext uri="{FF2B5EF4-FFF2-40B4-BE49-F238E27FC236}">
                <a16:creationId xmlns:a16="http://schemas.microsoft.com/office/drawing/2014/main" id="{EA3FC9C9-D91E-4CA8-B7C2-59118F164E9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628395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37" name="Téglalap 436">
            <a:extLst>
              <a:ext uri="{FF2B5EF4-FFF2-40B4-BE49-F238E27FC236}">
                <a16:creationId xmlns:a16="http://schemas.microsoft.com/office/drawing/2014/main" id="{036E1DFB-5D0A-4659-8EB8-169DF4381F3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628395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38" name="Téglalap 437">
            <a:extLst>
              <a:ext uri="{FF2B5EF4-FFF2-40B4-BE49-F238E27FC236}">
                <a16:creationId xmlns:a16="http://schemas.microsoft.com/office/drawing/2014/main" id="{713573EE-D8FA-43F3-A5FF-73ECC1D9867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628395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39" name="Téglalap 438">
            <a:extLst>
              <a:ext uri="{FF2B5EF4-FFF2-40B4-BE49-F238E27FC236}">
                <a16:creationId xmlns:a16="http://schemas.microsoft.com/office/drawing/2014/main" id="{E8DCFC5F-5073-4EB1-98D1-ED4353E19B1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6283954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440" name="Téglalap 439">
            <a:extLst>
              <a:ext uri="{FF2B5EF4-FFF2-40B4-BE49-F238E27FC236}">
                <a16:creationId xmlns:a16="http://schemas.microsoft.com/office/drawing/2014/main" id="{775BB3E9-DB22-4295-8D7C-CCCB46C5BE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6283954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41" name="Téglalap 440">
            <a:extLst>
              <a:ext uri="{FF2B5EF4-FFF2-40B4-BE49-F238E27FC236}">
                <a16:creationId xmlns:a16="http://schemas.microsoft.com/office/drawing/2014/main" id="{C991C2AC-BC81-427D-8754-4E6C48D3EED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6283954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42" name="Téglalap 441">
            <a:extLst>
              <a:ext uri="{FF2B5EF4-FFF2-40B4-BE49-F238E27FC236}">
                <a16:creationId xmlns:a16="http://schemas.microsoft.com/office/drawing/2014/main" id="{1D3C4C8F-801F-454A-A0EE-A1BC5E8B51D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6283954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43" name="Téglalap 442">
            <a:extLst>
              <a:ext uri="{FF2B5EF4-FFF2-40B4-BE49-F238E27FC236}">
                <a16:creationId xmlns:a16="http://schemas.microsoft.com/office/drawing/2014/main" id="{C34B4247-6476-4CA1-96CE-DDDCAA4CFDC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6283954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44" name="Téglalap 443">
            <a:extLst>
              <a:ext uri="{FF2B5EF4-FFF2-40B4-BE49-F238E27FC236}">
                <a16:creationId xmlns:a16="http://schemas.microsoft.com/office/drawing/2014/main" id="{DA837BEA-7A0D-4DA6-85D3-D77BB1CD963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6283954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45" name="Téglalap 444">
            <a:extLst>
              <a:ext uri="{FF2B5EF4-FFF2-40B4-BE49-F238E27FC236}">
                <a16:creationId xmlns:a16="http://schemas.microsoft.com/office/drawing/2014/main" id="{292699BA-A870-4462-96BE-69B9EBBD154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6283954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46" name="Téglalap 445">
            <a:extLst>
              <a:ext uri="{FF2B5EF4-FFF2-40B4-BE49-F238E27FC236}">
                <a16:creationId xmlns:a16="http://schemas.microsoft.com/office/drawing/2014/main" id="{E2997C00-17AF-4E2E-966E-722EED494AB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6283954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47" name="Téglalap 446">
            <a:extLst>
              <a:ext uri="{FF2B5EF4-FFF2-40B4-BE49-F238E27FC236}">
                <a16:creationId xmlns:a16="http://schemas.microsoft.com/office/drawing/2014/main" id="{07336BCD-62D1-4479-86A9-A07F2EE4862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6283954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48" name="Téglalap 447">
            <a:extLst>
              <a:ext uri="{FF2B5EF4-FFF2-40B4-BE49-F238E27FC236}">
                <a16:creationId xmlns:a16="http://schemas.microsoft.com/office/drawing/2014/main" id="{D5825E75-FF12-4FB8-91AD-60DF0108FF3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6283954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49" name="Téglalap 448">
            <a:extLst>
              <a:ext uri="{FF2B5EF4-FFF2-40B4-BE49-F238E27FC236}">
                <a16:creationId xmlns:a16="http://schemas.microsoft.com/office/drawing/2014/main" id="{27256325-0CFB-4B5F-95A3-A9E15164821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6283954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50" name="Téglalap 449">
            <a:extLst>
              <a:ext uri="{FF2B5EF4-FFF2-40B4-BE49-F238E27FC236}">
                <a16:creationId xmlns:a16="http://schemas.microsoft.com/office/drawing/2014/main" id="{05D50C29-D5A4-4F78-8829-951DA9CC471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-3674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51" name="Téglalap 450">
            <a:extLst>
              <a:ext uri="{FF2B5EF4-FFF2-40B4-BE49-F238E27FC236}">
                <a16:creationId xmlns:a16="http://schemas.microsoft.com/office/drawing/2014/main" id="{C6CB1F46-AE02-4D24-9E5C-F9FDF752055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-3674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452" name="Téglalap 451">
            <a:extLst>
              <a:ext uri="{FF2B5EF4-FFF2-40B4-BE49-F238E27FC236}">
                <a16:creationId xmlns:a16="http://schemas.microsoft.com/office/drawing/2014/main" id="{4404EFD3-DBA2-4197-BFB5-5239007C4FA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71632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53" name="Téglalap 452">
            <a:extLst>
              <a:ext uri="{FF2B5EF4-FFF2-40B4-BE49-F238E27FC236}">
                <a16:creationId xmlns:a16="http://schemas.microsoft.com/office/drawing/2014/main" id="{F6C2D429-FF20-468A-B498-E141BC54713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71632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454" name="Téglalap 453">
            <a:extLst>
              <a:ext uri="{FF2B5EF4-FFF2-40B4-BE49-F238E27FC236}">
                <a16:creationId xmlns:a16="http://schemas.microsoft.com/office/drawing/2014/main" id="{C3EA2E6E-3A43-4EA2-B1DB-42DA4166BDB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71632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455" name="Téglalap 454">
            <a:extLst>
              <a:ext uri="{FF2B5EF4-FFF2-40B4-BE49-F238E27FC236}">
                <a16:creationId xmlns:a16="http://schemas.microsoft.com/office/drawing/2014/main" id="{AC1400F8-BB91-4AE5-9DB7-E76DF7DCDDE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71632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4000" b="1" dirty="0">
                <a:solidFill>
                  <a:srgbClr val="388E3C"/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456" name="Téglalap 455">
            <a:extLst>
              <a:ext uri="{FF2B5EF4-FFF2-40B4-BE49-F238E27FC236}">
                <a16:creationId xmlns:a16="http://schemas.microsoft.com/office/drawing/2014/main" id="{2649025E-685F-432D-A9DA-0B919D98896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71632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458" name="Téglalap 457">
            <a:extLst>
              <a:ext uri="{FF2B5EF4-FFF2-40B4-BE49-F238E27FC236}">
                <a16:creationId xmlns:a16="http://schemas.microsoft.com/office/drawing/2014/main" id="{51197C07-7824-4301-8FF5-83540924B53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-367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60" name="Téglalap 459">
            <a:extLst>
              <a:ext uri="{FF2B5EF4-FFF2-40B4-BE49-F238E27FC236}">
                <a16:creationId xmlns:a16="http://schemas.microsoft.com/office/drawing/2014/main" id="{3310F574-88CB-42C5-897A-E1960B5584E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-367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61" name="Téglalap 460">
            <a:extLst>
              <a:ext uri="{FF2B5EF4-FFF2-40B4-BE49-F238E27FC236}">
                <a16:creationId xmlns:a16="http://schemas.microsoft.com/office/drawing/2014/main" id="{B1CCB527-2475-47D3-9BA4-5BD945514F8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-367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62" name="Téglalap 461">
            <a:extLst>
              <a:ext uri="{FF2B5EF4-FFF2-40B4-BE49-F238E27FC236}">
                <a16:creationId xmlns:a16="http://schemas.microsoft.com/office/drawing/2014/main" id="{DB61B107-9A18-4190-B663-2C66AAF86F4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-367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63" name="Téglalap 462">
            <a:extLst>
              <a:ext uri="{FF2B5EF4-FFF2-40B4-BE49-F238E27FC236}">
                <a16:creationId xmlns:a16="http://schemas.microsoft.com/office/drawing/2014/main" id="{819E5E57-97A2-4152-900B-A7CAC09F5DF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-367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64" name="Téglalap 463">
            <a:extLst>
              <a:ext uri="{FF2B5EF4-FFF2-40B4-BE49-F238E27FC236}">
                <a16:creationId xmlns:a16="http://schemas.microsoft.com/office/drawing/2014/main" id="{1066BD72-23D2-4A44-8C20-456927B2476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-367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65" name="Téglalap 464">
            <a:extLst>
              <a:ext uri="{FF2B5EF4-FFF2-40B4-BE49-F238E27FC236}">
                <a16:creationId xmlns:a16="http://schemas.microsoft.com/office/drawing/2014/main" id="{EFA877DE-DE53-46D7-88C2-C2B576106C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-367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66" name="Téglalap 465">
            <a:extLst>
              <a:ext uri="{FF2B5EF4-FFF2-40B4-BE49-F238E27FC236}">
                <a16:creationId xmlns:a16="http://schemas.microsoft.com/office/drawing/2014/main" id="{152E3B18-7220-4B8C-AE1E-B20EA06C575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-367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77" name="Címkocka">
            <a:extLst>
              <a:ext uri="{FF2B5EF4-FFF2-40B4-BE49-F238E27FC236}">
                <a16:creationId xmlns:a16="http://schemas.microsoft.com/office/drawing/2014/main" id="{B0549699-8414-438C-9A6A-15894338680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419535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78" name="Címkocka">
            <a:extLst>
              <a:ext uri="{FF2B5EF4-FFF2-40B4-BE49-F238E27FC236}">
                <a16:creationId xmlns:a16="http://schemas.microsoft.com/office/drawing/2014/main" id="{50CB0379-0C9B-4127-A469-0582520D191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419535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79" name="Címkocka">
            <a:extLst>
              <a:ext uri="{FF2B5EF4-FFF2-40B4-BE49-F238E27FC236}">
                <a16:creationId xmlns:a16="http://schemas.microsoft.com/office/drawing/2014/main" id="{2C2C07A5-BEC5-4665-B6E0-6E1C4440839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419535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67" name="Téglalap 466">
            <a:extLst>
              <a:ext uri="{FF2B5EF4-FFF2-40B4-BE49-F238E27FC236}">
                <a16:creationId xmlns:a16="http://schemas.microsoft.com/office/drawing/2014/main" id="{5D1474B3-0F52-4436-B292-3EAC988F4E3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-367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68" name="Téglalap 467">
            <a:extLst>
              <a:ext uri="{FF2B5EF4-FFF2-40B4-BE49-F238E27FC236}">
                <a16:creationId xmlns:a16="http://schemas.microsoft.com/office/drawing/2014/main" id="{9E95120B-8CC9-4578-9533-F51A2E70AE6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-367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69" name="Téglalap 468">
            <a:extLst>
              <a:ext uri="{FF2B5EF4-FFF2-40B4-BE49-F238E27FC236}">
                <a16:creationId xmlns:a16="http://schemas.microsoft.com/office/drawing/2014/main" id="{1EDF8BF0-F08B-4BF3-BF82-3077D53538C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-367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70" name="Téglalap 469">
            <a:extLst>
              <a:ext uri="{FF2B5EF4-FFF2-40B4-BE49-F238E27FC236}">
                <a16:creationId xmlns:a16="http://schemas.microsoft.com/office/drawing/2014/main" id="{BEEDECB6-DD9A-442E-87EF-09F727EE7ED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716326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71" name="Téglalap 470">
            <a:extLst>
              <a:ext uri="{FF2B5EF4-FFF2-40B4-BE49-F238E27FC236}">
                <a16:creationId xmlns:a16="http://schemas.microsoft.com/office/drawing/2014/main" id="{0BCF65C7-D6CB-4116-905D-E7C677313B5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716326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72" name="Téglalap 471">
            <a:extLst>
              <a:ext uri="{FF2B5EF4-FFF2-40B4-BE49-F238E27FC236}">
                <a16:creationId xmlns:a16="http://schemas.microsoft.com/office/drawing/2014/main" id="{DB8C64A1-2628-4E22-88E5-CF05CB64A6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716326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73" name="Téglalap 472">
            <a:extLst>
              <a:ext uri="{FF2B5EF4-FFF2-40B4-BE49-F238E27FC236}">
                <a16:creationId xmlns:a16="http://schemas.microsoft.com/office/drawing/2014/main" id="{776CFA15-B8FB-4170-B90B-63D3E26FFE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716326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74" name="Téglalap 473">
            <a:extLst>
              <a:ext uri="{FF2B5EF4-FFF2-40B4-BE49-F238E27FC236}">
                <a16:creationId xmlns:a16="http://schemas.microsoft.com/office/drawing/2014/main" id="{2B5C4FA1-9656-47A1-B91E-A640F21B269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716326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75" name="Téglalap 474">
            <a:extLst>
              <a:ext uri="{FF2B5EF4-FFF2-40B4-BE49-F238E27FC236}">
                <a16:creationId xmlns:a16="http://schemas.microsoft.com/office/drawing/2014/main" id="{828C7C26-F1BD-4C86-892B-E00AB8AF1A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716326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76" name="Téglalap 475">
            <a:extLst>
              <a:ext uri="{FF2B5EF4-FFF2-40B4-BE49-F238E27FC236}">
                <a16:creationId xmlns:a16="http://schemas.microsoft.com/office/drawing/2014/main" id="{ACD48598-E81E-453B-8354-CBA586DE7B8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716326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80" name="Címkocka">
            <a:extLst>
              <a:ext uri="{FF2B5EF4-FFF2-40B4-BE49-F238E27FC236}">
                <a16:creationId xmlns:a16="http://schemas.microsoft.com/office/drawing/2014/main" id="{5E6DCE9C-6F20-4F9E-8AA9-4FF306C4F57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419535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81" name="Címkocka">
            <a:extLst>
              <a:ext uri="{FF2B5EF4-FFF2-40B4-BE49-F238E27FC236}">
                <a16:creationId xmlns:a16="http://schemas.microsoft.com/office/drawing/2014/main" id="{69C904F4-8EE4-4A7B-912E-7378064A79F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491535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82" name="Téglalap 481">
            <a:extLst>
              <a:ext uri="{FF2B5EF4-FFF2-40B4-BE49-F238E27FC236}">
                <a16:creationId xmlns:a16="http://schemas.microsoft.com/office/drawing/2014/main" id="{3C3EB855-4087-4D57-B110-3D84BA1A8CF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556395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83" name="Téglalap 482">
            <a:extLst>
              <a:ext uri="{FF2B5EF4-FFF2-40B4-BE49-F238E27FC236}">
                <a16:creationId xmlns:a16="http://schemas.microsoft.com/office/drawing/2014/main" id="{27E2D5A6-6C9D-40AB-9850-FB63245B991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628395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cxnSp>
        <p:nvCxnSpPr>
          <p:cNvPr id="484" name="Egyenes összekötő 483">
            <a:extLst>
              <a:ext uri="{FF2B5EF4-FFF2-40B4-BE49-F238E27FC236}">
                <a16:creationId xmlns:a16="http://schemas.microsoft.com/office/drawing/2014/main" id="{2FC2929C-324D-4989-98E4-71BC468BDA92}"/>
              </a:ext>
            </a:extLst>
          </p:cNvPr>
          <p:cNvCxnSpPr/>
          <p:nvPr/>
        </p:nvCxnSpPr>
        <p:spPr>
          <a:xfrm>
            <a:off x="0" y="735376"/>
            <a:ext cx="720000" cy="0"/>
          </a:xfrm>
          <a:prstGeom prst="line">
            <a:avLst/>
          </a:prstGeom>
          <a:ln w="38100">
            <a:solidFill>
              <a:srgbClr val="87A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5" name="Egyenes összekötő 484">
            <a:extLst>
              <a:ext uri="{FF2B5EF4-FFF2-40B4-BE49-F238E27FC236}">
                <a16:creationId xmlns:a16="http://schemas.microsoft.com/office/drawing/2014/main" id="{C77537B6-33AA-423A-A18A-35E7638BA636}"/>
              </a:ext>
            </a:extLst>
          </p:cNvPr>
          <p:cNvCxnSpPr>
            <a:cxnSpLocks/>
          </p:cNvCxnSpPr>
          <p:nvPr/>
        </p:nvCxnSpPr>
        <p:spPr>
          <a:xfrm flipH="1">
            <a:off x="739241" y="-51303"/>
            <a:ext cx="1" cy="806155"/>
          </a:xfrm>
          <a:prstGeom prst="line">
            <a:avLst/>
          </a:prstGeom>
          <a:ln w="38100">
            <a:solidFill>
              <a:srgbClr val="87A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6" name="Téglalap 485">
            <a:extLst>
              <a:ext uri="{FF2B5EF4-FFF2-40B4-BE49-F238E27FC236}">
                <a16:creationId xmlns:a16="http://schemas.microsoft.com/office/drawing/2014/main" id="{DAA2A8FB-74B5-4DBE-83C1-5994E1574FD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716326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cxnSp>
        <p:nvCxnSpPr>
          <p:cNvPr id="487" name="Egyenes összekötő 486">
            <a:extLst>
              <a:ext uri="{FF2B5EF4-FFF2-40B4-BE49-F238E27FC236}">
                <a16:creationId xmlns:a16="http://schemas.microsoft.com/office/drawing/2014/main" id="{3BA92863-BF62-4AB7-84BD-88AB0DB838C3}"/>
              </a:ext>
            </a:extLst>
          </p:cNvPr>
          <p:cNvCxnSpPr>
            <a:cxnSpLocks/>
          </p:cNvCxnSpPr>
          <p:nvPr/>
        </p:nvCxnSpPr>
        <p:spPr>
          <a:xfrm flipH="1">
            <a:off x="2871377" y="-70779"/>
            <a:ext cx="1" cy="806155"/>
          </a:xfrm>
          <a:prstGeom prst="line">
            <a:avLst/>
          </a:prstGeom>
          <a:ln w="38100">
            <a:solidFill>
              <a:srgbClr val="87A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8" name="Egyenes összekötő 487">
            <a:extLst>
              <a:ext uri="{FF2B5EF4-FFF2-40B4-BE49-F238E27FC236}">
                <a16:creationId xmlns:a16="http://schemas.microsoft.com/office/drawing/2014/main" id="{9B77802E-FD56-4283-8930-FF03DB3CA642}"/>
              </a:ext>
            </a:extLst>
          </p:cNvPr>
          <p:cNvCxnSpPr>
            <a:cxnSpLocks/>
          </p:cNvCxnSpPr>
          <p:nvPr/>
        </p:nvCxnSpPr>
        <p:spPr>
          <a:xfrm>
            <a:off x="2853193" y="735376"/>
            <a:ext cx="1468807" cy="0"/>
          </a:xfrm>
          <a:prstGeom prst="line">
            <a:avLst/>
          </a:prstGeom>
          <a:ln w="38100">
            <a:solidFill>
              <a:srgbClr val="87A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9" name="Egyenes összekötő 488">
            <a:extLst>
              <a:ext uri="{FF2B5EF4-FFF2-40B4-BE49-F238E27FC236}">
                <a16:creationId xmlns:a16="http://schemas.microsoft.com/office/drawing/2014/main" id="{3D8EE080-5B13-401B-8F5C-5022C8313A31}"/>
              </a:ext>
            </a:extLst>
          </p:cNvPr>
          <p:cNvCxnSpPr>
            <a:cxnSpLocks/>
          </p:cNvCxnSpPr>
          <p:nvPr/>
        </p:nvCxnSpPr>
        <p:spPr>
          <a:xfrm>
            <a:off x="4302755" y="735376"/>
            <a:ext cx="1" cy="700950"/>
          </a:xfrm>
          <a:prstGeom prst="line">
            <a:avLst/>
          </a:prstGeom>
          <a:ln w="38100">
            <a:solidFill>
              <a:srgbClr val="87A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0" name="Egyenes összekötő 489">
            <a:extLst>
              <a:ext uri="{FF2B5EF4-FFF2-40B4-BE49-F238E27FC236}">
                <a16:creationId xmlns:a16="http://schemas.microsoft.com/office/drawing/2014/main" id="{EDB3A035-FE99-4D48-93C7-3829E8D5C6D6}"/>
              </a:ext>
            </a:extLst>
          </p:cNvPr>
          <p:cNvCxnSpPr>
            <a:cxnSpLocks/>
          </p:cNvCxnSpPr>
          <p:nvPr/>
        </p:nvCxnSpPr>
        <p:spPr>
          <a:xfrm>
            <a:off x="4293193" y="1440182"/>
            <a:ext cx="5790807" cy="0"/>
          </a:xfrm>
          <a:prstGeom prst="line">
            <a:avLst/>
          </a:prstGeom>
          <a:ln w="38100">
            <a:solidFill>
              <a:srgbClr val="87A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1" name="Egyenes összekötő 490">
            <a:extLst>
              <a:ext uri="{FF2B5EF4-FFF2-40B4-BE49-F238E27FC236}">
                <a16:creationId xmlns:a16="http://schemas.microsoft.com/office/drawing/2014/main" id="{6B0B929C-511B-49BC-8CC2-538884EDBBEB}"/>
              </a:ext>
            </a:extLst>
          </p:cNvPr>
          <p:cNvCxnSpPr>
            <a:cxnSpLocks/>
          </p:cNvCxnSpPr>
          <p:nvPr/>
        </p:nvCxnSpPr>
        <p:spPr>
          <a:xfrm>
            <a:off x="10084000" y="735376"/>
            <a:ext cx="2160000" cy="0"/>
          </a:xfrm>
          <a:prstGeom prst="line">
            <a:avLst/>
          </a:prstGeom>
          <a:ln w="38100">
            <a:solidFill>
              <a:srgbClr val="87A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2" name="Egyenes összekötő 491">
            <a:extLst>
              <a:ext uri="{FF2B5EF4-FFF2-40B4-BE49-F238E27FC236}">
                <a16:creationId xmlns:a16="http://schemas.microsoft.com/office/drawing/2014/main" id="{A723292B-0980-42B2-9412-88F3CE4E749E}"/>
              </a:ext>
            </a:extLst>
          </p:cNvPr>
          <p:cNvCxnSpPr>
            <a:cxnSpLocks/>
          </p:cNvCxnSpPr>
          <p:nvPr/>
        </p:nvCxnSpPr>
        <p:spPr>
          <a:xfrm>
            <a:off x="10103244" y="735376"/>
            <a:ext cx="40" cy="724760"/>
          </a:xfrm>
          <a:prstGeom prst="line">
            <a:avLst/>
          </a:prstGeom>
          <a:ln w="38100">
            <a:solidFill>
              <a:srgbClr val="87A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3" name="Egyenes összekötő 492">
            <a:extLst>
              <a:ext uri="{FF2B5EF4-FFF2-40B4-BE49-F238E27FC236}">
                <a16:creationId xmlns:a16="http://schemas.microsoft.com/office/drawing/2014/main" id="{DA94D928-79A9-45F7-9793-1B5038D7DC96}"/>
              </a:ext>
            </a:extLst>
          </p:cNvPr>
          <p:cNvCxnSpPr>
            <a:cxnSpLocks/>
          </p:cNvCxnSpPr>
          <p:nvPr/>
        </p:nvCxnSpPr>
        <p:spPr>
          <a:xfrm>
            <a:off x="-24027" y="4191362"/>
            <a:ext cx="5790807" cy="0"/>
          </a:xfrm>
          <a:prstGeom prst="line">
            <a:avLst/>
          </a:prstGeom>
          <a:ln w="38100">
            <a:solidFill>
              <a:srgbClr val="87A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4" name="Egyenes összekötő 493">
            <a:extLst>
              <a:ext uri="{FF2B5EF4-FFF2-40B4-BE49-F238E27FC236}">
                <a16:creationId xmlns:a16="http://schemas.microsoft.com/office/drawing/2014/main" id="{4D685A9B-4D49-47C6-BBC1-0163D0F65DE1}"/>
              </a:ext>
            </a:extLst>
          </p:cNvPr>
          <p:cNvCxnSpPr>
            <a:cxnSpLocks/>
          </p:cNvCxnSpPr>
          <p:nvPr/>
        </p:nvCxnSpPr>
        <p:spPr>
          <a:xfrm flipH="1">
            <a:off x="5778509" y="4172436"/>
            <a:ext cx="1" cy="742915"/>
          </a:xfrm>
          <a:prstGeom prst="line">
            <a:avLst/>
          </a:prstGeom>
          <a:ln w="38100">
            <a:solidFill>
              <a:srgbClr val="87A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5" name="Egyenes összekötő 494">
            <a:extLst>
              <a:ext uri="{FF2B5EF4-FFF2-40B4-BE49-F238E27FC236}">
                <a16:creationId xmlns:a16="http://schemas.microsoft.com/office/drawing/2014/main" id="{9D14A6E2-47E5-4BE3-8D8E-DE517593D092}"/>
              </a:ext>
            </a:extLst>
          </p:cNvPr>
          <p:cNvCxnSpPr>
            <a:cxnSpLocks/>
          </p:cNvCxnSpPr>
          <p:nvPr/>
        </p:nvCxnSpPr>
        <p:spPr>
          <a:xfrm>
            <a:off x="4322000" y="4934531"/>
            <a:ext cx="1475950" cy="0"/>
          </a:xfrm>
          <a:prstGeom prst="line">
            <a:avLst/>
          </a:prstGeom>
          <a:ln w="38100">
            <a:solidFill>
              <a:srgbClr val="87A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6" name="Egyenes összekötő 495">
            <a:extLst>
              <a:ext uri="{FF2B5EF4-FFF2-40B4-BE49-F238E27FC236}">
                <a16:creationId xmlns:a16="http://schemas.microsoft.com/office/drawing/2014/main" id="{412230A4-2075-4ADD-BE8B-D94846CBB81A}"/>
              </a:ext>
            </a:extLst>
          </p:cNvPr>
          <p:cNvCxnSpPr>
            <a:cxnSpLocks/>
          </p:cNvCxnSpPr>
          <p:nvPr/>
        </p:nvCxnSpPr>
        <p:spPr>
          <a:xfrm flipH="1">
            <a:off x="4339975" y="4947867"/>
            <a:ext cx="1" cy="2176833"/>
          </a:xfrm>
          <a:prstGeom prst="line">
            <a:avLst/>
          </a:prstGeom>
          <a:ln w="38100">
            <a:solidFill>
              <a:srgbClr val="87A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7" name="Egyenes összekötő 496">
            <a:extLst>
              <a:ext uri="{FF2B5EF4-FFF2-40B4-BE49-F238E27FC236}">
                <a16:creationId xmlns:a16="http://schemas.microsoft.com/office/drawing/2014/main" id="{5E4830A6-F111-44BB-91C8-7E9F4F5D21F9}"/>
              </a:ext>
            </a:extLst>
          </p:cNvPr>
          <p:cNvCxnSpPr>
            <a:cxnSpLocks/>
          </p:cNvCxnSpPr>
          <p:nvPr/>
        </p:nvCxnSpPr>
        <p:spPr>
          <a:xfrm>
            <a:off x="7906453" y="4194465"/>
            <a:ext cx="1368" cy="753402"/>
          </a:xfrm>
          <a:prstGeom prst="line">
            <a:avLst/>
          </a:prstGeom>
          <a:ln w="38100">
            <a:solidFill>
              <a:srgbClr val="87A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8" name="Egyenes összekötő 497">
            <a:extLst>
              <a:ext uri="{FF2B5EF4-FFF2-40B4-BE49-F238E27FC236}">
                <a16:creationId xmlns:a16="http://schemas.microsoft.com/office/drawing/2014/main" id="{40A0DC2B-D1AC-493F-AC7F-E8A8A78E257B}"/>
              </a:ext>
            </a:extLst>
          </p:cNvPr>
          <p:cNvCxnSpPr>
            <a:cxnSpLocks/>
          </p:cNvCxnSpPr>
          <p:nvPr/>
        </p:nvCxnSpPr>
        <p:spPr>
          <a:xfrm>
            <a:off x="8663690" y="4172436"/>
            <a:ext cx="0" cy="764943"/>
          </a:xfrm>
          <a:prstGeom prst="line">
            <a:avLst/>
          </a:prstGeom>
          <a:ln w="38100">
            <a:solidFill>
              <a:srgbClr val="87A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9" name="Egyenes összekötő 498">
            <a:extLst>
              <a:ext uri="{FF2B5EF4-FFF2-40B4-BE49-F238E27FC236}">
                <a16:creationId xmlns:a16="http://schemas.microsoft.com/office/drawing/2014/main" id="{00676AE2-9B48-4BD3-A543-67D86C82E6CE}"/>
              </a:ext>
            </a:extLst>
          </p:cNvPr>
          <p:cNvCxnSpPr>
            <a:cxnSpLocks/>
          </p:cNvCxnSpPr>
          <p:nvPr/>
        </p:nvCxnSpPr>
        <p:spPr>
          <a:xfrm flipV="1">
            <a:off x="7886128" y="4177319"/>
            <a:ext cx="777561" cy="2383"/>
          </a:xfrm>
          <a:prstGeom prst="line">
            <a:avLst/>
          </a:prstGeom>
          <a:ln w="38100">
            <a:solidFill>
              <a:srgbClr val="87A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0" name="Egyenes összekötő 499">
            <a:extLst>
              <a:ext uri="{FF2B5EF4-FFF2-40B4-BE49-F238E27FC236}">
                <a16:creationId xmlns:a16="http://schemas.microsoft.com/office/drawing/2014/main" id="{FE8FA68E-4010-4D93-9019-0D5A136F3A5E}"/>
              </a:ext>
            </a:extLst>
          </p:cNvPr>
          <p:cNvCxnSpPr>
            <a:cxnSpLocks/>
          </p:cNvCxnSpPr>
          <p:nvPr/>
        </p:nvCxnSpPr>
        <p:spPr>
          <a:xfrm flipV="1">
            <a:off x="7902309" y="4926611"/>
            <a:ext cx="777561" cy="2383"/>
          </a:xfrm>
          <a:prstGeom prst="line">
            <a:avLst/>
          </a:prstGeom>
          <a:ln w="38100">
            <a:solidFill>
              <a:srgbClr val="87A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1" name="Egyenes összekötő 500">
            <a:extLst>
              <a:ext uri="{FF2B5EF4-FFF2-40B4-BE49-F238E27FC236}">
                <a16:creationId xmlns:a16="http://schemas.microsoft.com/office/drawing/2014/main" id="{D6FA7EB6-A114-4C1F-86C0-E6144DFE2F85}"/>
              </a:ext>
            </a:extLst>
          </p:cNvPr>
          <p:cNvCxnSpPr>
            <a:cxnSpLocks/>
          </p:cNvCxnSpPr>
          <p:nvPr/>
        </p:nvCxnSpPr>
        <p:spPr>
          <a:xfrm>
            <a:off x="10779919" y="4895077"/>
            <a:ext cx="1464081" cy="0"/>
          </a:xfrm>
          <a:prstGeom prst="line">
            <a:avLst/>
          </a:prstGeom>
          <a:ln w="38100">
            <a:solidFill>
              <a:srgbClr val="87A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" name="Csoportba foglalás 1">
            <a:extLst>
              <a:ext uri="{FF2B5EF4-FFF2-40B4-BE49-F238E27FC236}">
                <a16:creationId xmlns:a16="http://schemas.microsoft.com/office/drawing/2014/main" id="{6BEFD654-82DB-27D4-3256-1451D07C5FA6}"/>
              </a:ext>
            </a:extLst>
          </p:cNvPr>
          <p:cNvGrpSpPr/>
          <p:nvPr/>
        </p:nvGrpSpPr>
        <p:grpSpPr>
          <a:xfrm>
            <a:off x="-24027" y="-70779"/>
            <a:ext cx="12268027" cy="7195479"/>
            <a:chOff x="-24027" y="-70779"/>
            <a:chExt cx="12268027" cy="7195479"/>
          </a:xfrm>
        </p:grpSpPr>
        <p:cxnSp>
          <p:nvCxnSpPr>
            <p:cNvPr id="4" name="Egyenes összekötő 3">
              <a:extLst>
                <a:ext uri="{FF2B5EF4-FFF2-40B4-BE49-F238E27FC236}">
                  <a16:creationId xmlns:a16="http://schemas.microsoft.com/office/drawing/2014/main" id="{1E23F8A0-760C-9610-1F26-5363E062F22A}"/>
                </a:ext>
              </a:extLst>
            </p:cNvPr>
            <p:cNvCxnSpPr/>
            <p:nvPr/>
          </p:nvCxnSpPr>
          <p:spPr>
            <a:xfrm>
              <a:off x="0" y="735376"/>
              <a:ext cx="720000" cy="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Egyenes összekötő 5">
              <a:extLst>
                <a:ext uri="{FF2B5EF4-FFF2-40B4-BE49-F238E27FC236}">
                  <a16:creationId xmlns:a16="http://schemas.microsoft.com/office/drawing/2014/main" id="{CB8D1744-7233-B6E9-27B5-06CEE7A3A8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9241" y="-51303"/>
              <a:ext cx="1" cy="806155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Egyenes összekötő 7">
              <a:extLst>
                <a:ext uri="{FF2B5EF4-FFF2-40B4-BE49-F238E27FC236}">
                  <a16:creationId xmlns:a16="http://schemas.microsoft.com/office/drawing/2014/main" id="{44492370-62C1-8597-2CE3-46553A228A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71377" y="-70779"/>
              <a:ext cx="1" cy="806155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Egyenes összekötő 8">
              <a:extLst>
                <a:ext uri="{FF2B5EF4-FFF2-40B4-BE49-F238E27FC236}">
                  <a16:creationId xmlns:a16="http://schemas.microsoft.com/office/drawing/2014/main" id="{C292A443-30BB-2397-C47E-6A05AE792307}"/>
                </a:ext>
              </a:extLst>
            </p:cNvPr>
            <p:cNvCxnSpPr>
              <a:cxnSpLocks/>
            </p:cNvCxnSpPr>
            <p:nvPr/>
          </p:nvCxnSpPr>
          <p:spPr>
            <a:xfrm>
              <a:off x="2853193" y="735376"/>
              <a:ext cx="1468807" cy="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Egyenes összekötő 9">
              <a:extLst>
                <a:ext uri="{FF2B5EF4-FFF2-40B4-BE49-F238E27FC236}">
                  <a16:creationId xmlns:a16="http://schemas.microsoft.com/office/drawing/2014/main" id="{A1923B24-37C5-1AEA-7846-C6BBB0AEB881}"/>
                </a:ext>
              </a:extLst>
            </p:cNvPr>
            <p:cNvCxnSpPr>
              <a:cxnSpLocks/>
            </p:cNvCxnSpPr>
            <p:nvPr/>
          </p:nvCxnSpPr>
          <p:spPr>
            <a:xfrm>
              <a:off x="4302755" y="735376"/>
              <a:ext cx="1" cy="70095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Egyenes összekötő 11">
              <a:extLst>
                <a:ext uri="{FF2B5EF4-FFF2-40B4-BE49-F238E27FC236}">
                  <a16:creationId xmlns:a16="http://schemas.microsoft.com/office/drawing/2014/main" id="{F098E867-D0DA-6277-24CD-10F6AE9BA68E}"/>
                </a:ext>
              </a:extLst>
            </p:cNvPr>
            <p:cNvCxnSpPr>
              <a:cxnSpLocks/>
            </p:cNvCxnSpPr>
            <p:nvPr/>
          </p:nvCxnSpPr>
          <p:spPr>
            <a:xfrm>
              <a:off x="4293193" y="1440182"/>
              <a:ext cx="5790807" cy="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Egyenes összekötő 12">
              <a:extLst>
                <a:ext uri="{FF2B5EF4-FFF2-40B4-BE49-F238E27FC236}">
                  <a16:creationId xmlns:a16="http://schemas.microsoft.com/office/drawing/2014/main" id="{8FAA0365-DEBA-0B2E-301A-C84516588116}"/>
                </a:ext>
              </a:extLst>
            </p:cNvPr>
            <p:cNvCxnSpPr>
              <a:cxnSpLocks/>
            </p:cNvCxnSpPr>
            <p:nvPr/>
          </p:nvCxnSpPr>
          <p:spPr>
            <a:xfrm>
              <a:off x="10084000" y="735376"/>
              <a:ext cx="2160000" cy="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Egyenes összekötő 13">
              <a:extLst>
                <a:ext uri="{FF2B5EF4-FFF2-40B4-BE49-F238E27FC236}">
                  <a16:creationId xmlns:a16="http://schemas.microsoft.com/office/drawing/2014/main" id="{13AA421D-8CF5-A734-BAE3-DEDF28E34C7B}"/>
                </a:ext>
              </a:extLst>
            </p:cNvPr>
            <p:cNvCxnSpPr>
              <a:cxnSpLocks/>
            </p:cNvCxnSpPr>
            <p:nvPr/>
          </p:nvCxnSpPr>
          <p:spPr>
            <a:xfrm>
              <a:off x="10103244" y="735376"/>
              <a:ext cx="40" cy="72476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Egyenes összekötő 14">
              <a:extLst>
                <a:ext uri="{FF2B5EF4-FFF2-40B4-BE49-F238E27FC236}">
                  <a16:creationId xmlns:a16="http://schemas.microsoft.com/office/drawing/2014/main" id="{E0E1F0C0-5833-8C93-5F58-2743D99420D6}"/>
                </a:ext>
              </a:extLst>
            </p:cNvPr>
            <p:cNvCxnSpPr>
              <a:cxnSpLocks/>
            </p:cNvCxnSpPr>
            <p:nvPr/>
          </p:nvCxnSpPr>
          <p:spPr>
            <a:xfrm>
              <a:off x="-24027" y="4191362"/>
              <a:ext cx="5790807" cy="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Egyenes összekötő 15">
              <a:extLst>
                <a:ext uri="{FF2B5EF4-FFF2-40B4-BE49-F238E27FC236}">
                  <a16:creationId xmlns:a16="http://schemas.microsoft.com/office/drawing/2014/main" id="{F63017AC-BD5D-A384-DCEE-4A906B6C81F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78509" y="4172436"/>
              <a:ext cx="1" cy="742915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Egyenes összekötő 16">
              <a:extLst>
                <a:ext uri="{FF2B5EF4-FFF2-40B4-BE49-F238E27FC236}">
                  <a16:creationId xmlns:a16="http://schemas.microsoft.com/office/drawing/2014/main" id="{E824418D-98DF-CC12-2095-0407B5217D66}"/>
                </a:ext>
              </a:extLst>
            </p:cNvPr>
            <p:cNvCxnSpPr>
              <a:cxnSpLocks/>
            </p:cNvCxnSpPr>
            <p:nvPr/>
          </p:nvCxnSpPr>
          <p:spPr>
            <a:xfrm>
              <a:off x="4322000" y="4934531"/>
              <a:ext cx="1475950" cy="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Egyenes összekötő 17">
              <a:extLst>
                <a:ext uri="{FF2B5EF4-FFF2-40B4-BE49-F238E27FC236}">
                  <a16:creationId xmlns:a16="http://schemas.microsoft.com/office/drawing/2014/main" id="{063BCEAA-2595-D9C7-D800-E5501602608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39975" y="4947867"/>
              <a:ext cx="1" cy="2176833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Egyenes összekötő 18">
              <a:extLst>
                <a:ext uri="{FF2B5EF4-FFF2-40B4-BE49-F238E27FC236}">
                  <a16:creationId xmlns:a16="http://schemas.microsoft.com/office/drawing/2014/main" id="{1DCE8C7F-5C3F-7172-D095-B18A29275207}"/>
                </a:ext>
              </a:extLst>
            </p:cNvPr>
            <p:cNvCxnSpPr>
              <a:cxnSpLocks/>
            </p:cNvCxnSpPr>
            <p:nvPr/>
          </p:nvCxnSpPr>
          <p:spPr>
            <a:xfrm>
              <a:off x="7906453" y="4194465"/>
              <a:ext cx="1368" cy="753402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Egyenes összekötő 19">
              <a:extLst>
                <a:ext uri="{FF2B5EF4-FFF2-40B4-BE49-F238E27FC236}">
                  <a16:creationId xmlns:a16="http://schemas.microsoft.com/office/drawing/2014/main" id="{10ED920C-1FCD-7DAE-0F61-027D2546196E}"/>
                </a:ext>
              </a:extLst>
            </p:cNvPr>
            <p:cNvCxnSpPr>
              <a:cxnSpLocks/>
            </p:cNvCxnSpPr>
            <p:nvPr/>
          </p:nvCxnSpPr>
          <p:spPr>
            <a:xfrm>
              <a:off x="8663690" y="4172436"/>
              <a:ext cx="0" cy="764943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Egyenes összekötő 20">
              <a:extLst>
                <a:ext uri="{FF2B5EF4-FFF2-40B4-BE49-F238E27FC236}">
                  <a16:creationId xmlns:a16="http://schemas.microsoft.com/office/drawing/2014/main" id="{27F95100-E29D-2126-9AF1-1C2ED27B59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86128" y="4177319"/>
              <a:ext cx="777561" cy="2383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Egyenes összekötő 21">
              <a:extLst>
                <a:ext uri="{FF2B5EF4-FFF2-40B4-BE49-F238E27FC236}">
                  <a16:creationId xmlns:a16="http://schemas.microsoft.com/office/drawing/2014/main" id="{DF84ECEF-E01E-2AE0-5980-FF76EDEB15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02309" y="4926611"/>
              <a:ext cx="777561" cy="2383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Egyenes összekötő 22">
              <a:extLst>
                <a:ext uri="{FF2B5EF4-FFF2-40B4-BE49-F238E27FC236}">
                  <a16:creationId xmlns:a16="http://schemas.microsoft.com/office/drawing/2014/main" id="{9D099176-B4AE-B116-1614-0EE03D3737F9}"/>
                </a:ext>
              </a:extLst>
            </p:cNvPr>
            <p:cNvCxnSpPr>
              <a:cxnSpLocks/>
            </p:cNvCxnSpPr>
            <p:nvPr/>
          </p:nvCxnSpPr>
          <p:spPr>
            <a:xfrm>
              <a:off x="10779919" y="4895077"/>
              <a:ext cx="1464081" cy="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Egyenes összekötő 23">
              <a:extLst>
                <a:ext uri="{FF2B5EF4-FFF2-40B4-BE49-F238E27FC236}">
                  <a16:creationId xmlns:a16="http://schemas.microsoft.com/office/drawing/2014/main" id="{79641D48-09F1-2DCA-6529-91DEF702FC00}"/>
                </a:ext>
              </a:extLst>
            </p:cNvPr>
            <p:cNvCxnSpPr>
              <a:cxnSpLocks/>
            </p:cNvCxnSpPr>
            <p:nvPr/>
          </p:nvCxnSpPr>
          <p:spPr>
            <a:xfrm>
              <a:off x="10784681" y="4876800"/>
              <a:ext cx="0" cy="72390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Egyenes összekötő 24">
              <a:extLst>
                <a:ext uri="{FF2B5EF4-FFF2-40B4-BE49-F238E27FC236}">
                  <a16:creationId xmlns:a16="http://schemas.microsoft.com/office/drawing/2014/main" id="{43D0D300-D8A1-6CA8-E70F-CD801EEE398B}"/>
                </a:ext>
              </a:extLst>
            </p:cNvPr>
            <p:cNvCxnSpPr>
              <a:cxnSpLocks/>
            </p:cNvCxnSpPr>
            <p:nvPr/>
          </p:nvCxnSpPr>
          <p:spPr>
            <a:xfrm>
              <a:off x="10779919" y="5583259"/>
              <a:ext cx="1464081" cy="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02" name="Egyenes összekötő 501">
            <a:extLst>
              <a:ext uri="{FF2B5EF4-FFF2-40B4-BE49-F238E27FC236}">
                <a16:creationId xmlns:a16="http://schemas.microsoft.com/office/drawing/2014/main" id="{EBE17CFA-80B1-4960-8EDF-CAFE47142DE5}"/>
              </a:ext>
            </a:extLst>
          </p:cNvPr>
          <p:cNvCxnSpPr>
            <a:cxnSpLocks/>
          </p:cNvCxnSpPr>
          <p:nvPr/>
        </p:nvCxnSpPr>
        <p:spPr>
          <a:xfrm>
            <a:off x="10784681" y="4876800"/>
            <a:ext cx="0" cy="723900"/>
          </a:xfrm>
          <a:prstGeom prst="line">
            <a:avLst/>
          </a:prstGeom>
          <a:ln w="38100">
            <a:solidFill>
              <a:srgbClr val="87A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3" name="Egyenes összekötő 502">
            <a:extLst>
              <a:ext uri="{FF2B5EF4-FFF2-40B4-BE49-F238E27FC236}">
                <a16:creationId xmlns:a16="http://schemas.microsoft.com/office/drawing/2014/main" id="{FA40CA61-F1A6-4383-8C0B-EC9620A3431F}"/>
              </a:ext>
            </a:extLst>
          </p:cNvPr>
          <p:cNvCxnSpPr>
            <a:cxnSpLocks/>
          </p:cNvCxnSpPr>
          <p:nvPr/>
        </p:nvCxnSpPr>
        <p:spPr>
          <a:xfrm>
            <a:off x="10779919" y="5583259"/>
            <a:ext cx="1464081" cy="0"/>
          </a:xfrm>
          <a:prstGeom prst="line">
            <a:avLst/>
          </a:prstGeom>
          <a:ln w="38100">
            <a:solidFill>
              <a:srgbClr val="87A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76399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1000">
        <p159:morph option="byObject"/>
      </p:transition>
    </mc:Choice>
    <mc:Fallback xmlns="">
      <p:transition spd="slow" advTm="100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églalap 1">
            <a:extLst>
              <a:ext uri="{FF2B5EF4-FFF2-40B4-BE49-F238E27FC236}">
                <a16:creationId xmlns:a16="http://schemas.microsoft.com/office/drawing/2014/main" id="{CB39FA89-73AA-FB99-B5D3-5E9DB83D72A1}"/>
              </a:ext>
            </a:extLst>
          </p:cNvPr>
          <p:cNvSpPr/>
          <p:nvPr/>
        </p:nvSpPr>
        <p:spPr>
          <a:xfrm>
            <a:off x="0" y="-367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" name="Téglalap 2">
            <a:extLst>
              <a:ext uri="{FF2B5EF4-FFF2-40B4-BE49-F238E27FC236}">
                <a16:creationId xmlns:a16="http://schemas.microsoft.com/office/drawing/2014/main" id="{58E27F8F-0CB2-ADDA-0833-3682B405748D}"/>
              </a:ext>
            </a:extLst>
          </p:cNvPr>
          <p:cNvSpPr/>
          <p:nvPr/>
        </p:nvSpPr>
        <p:spPr>
          <a:xfrm>
            <a:off x="720000" y="-3674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4" name="Téglalap 3">
            <a:extLst>
              <a:ext uri="{FF2B5EF4-FFF2-40B4-BE49-F238E27FC236}">
                <a16:creationId xmlns:a16="http://schemas.microsoft.com/office/drawing/2014/main" id="{99838FE7-0A14-8AA7-9C49-7090180B710A}"/>
              </a:ext>
            </a:extLst>
          </p:cNvPr>
          <p:cNvSpPr/>
          <p:nvPr/>
        </p:nvSpPr>
        <p:spPr>
          <a:xfrm>
            <a:off x="10804000" y="-367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E7683156-53B8-8C27-0200-549B0AA0558F}"/>
              </a:ext>
            </a:extLst>
          </p:cNvPr>
          <p:cNvSpPr/>
          <p:nvPr/>
        </p:nvSpPr>
        <p:spPr>
          <a:xfrm>
            <a:off x="11524000" y="-367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1D93A0AE-0A25-D3AF-2AF4-5E7E2455F0BF}"/>
              </a:ext>
            </a:extLst>
          </p:cNvPr>
          <p:cNvSpPr/>
          <p:nvPr/>
        </p:nvSpPr>
        <p:spPr>
          <a:xfrm>
            <a:off x="0" y="71632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A943C8D9-9DA0-1BA2-7DC2-67E4ED80CAAF}"/>
              </a:ext>
            </a:extLst>
          </p:cNvPr>
          <p:cNvSpPr/>
          <p:nvPr/>
        </p:nvSpPr>
        <p:spPr>
          <a:xfrm>
            <a:off x="720000" y="71632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77718FEF-C812-D187-F723-1102F33E5715}"/>
              </a:ext>
            </a:extLst>
          </p:cNvPr>
          <p:cNvSpPr/>
          <p:nvPr/>
        </p:nvSpPr>
        <p:spPr>
          <a:xfrm>
            <a:off x="10804000" y="71632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F1E33451-FA28-F60B-E591-C32997849219}"/>
              </a:ext>
            </a:extLst>
          </p:cNvPr>
          <p:cNvSpPr/>
          <p:nvPr/>
        </p:nvSpPr>
        <p:spPr>
          <a:xfrm>
            <a:off x="11524000" y="71632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0" name="Téglalap 9">
            <a:extLst>
              <a:ext uri="{FF2B5EF4-FFF2-40B4-BE49-F238E27FC236}">
                <a16:creationId xmlns:a16="http://schemas.microsoft.com/office/drawing/2014/main" id="{94AABA60-5C55-9B3B-AE21-7E087170DC38}"/>
              </a:ext>
            </a:extLst>
          </p:cNvPr>
          <p:cNvSpPr/>
          <p:nvPr/>
        </p:nvSpPr>
        <p:spPr>
          <a:xfrm>
            <a:off x="0" y="139600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1" name="Téglalap 10">
            <a:extLst>
              <a:ext uri="{FF2B5EF4-FFF2-40B4-BE49-F238E27FC236}">
                <a16:creationId xmlns:a16="http://schemas.microsoft.com/office/drawing/2014/main" id="{DC9A82B2-5331-A2DC-2032-8849580C5AE7}"/>
              </a:ext>
            </a:extLst>
          </p:cNvPr>
          <p:cNvSpPr/>
          <p:nvPr/>
        </p:nvSpPr>
        <p:spPr>
          <a:xfrm>
            <a:off x="720000" y="139600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2" name="Címkocka">
            <a:extLst>
              <a:ext uri="{FF2B5EF4-FFF2-40B4-BE49-F238E27FC236}">
                <a16:creationId xmlns:a16="http://schemas.microsoft.com/office/drawing/2014/main" id="{B1C692E3-1761-88E9-7034-8508BE3E601F}"/>
              </a:ext>
            </a:extLst>
          </p:cNvPr>
          <p:cNvSpPr/>
          <p:nvPr/>
        </p:nvSpPr>
        <p:spPr>
          <a:xfrm>
            <a:off x="1441000" y="139600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3" name="Címkocka">
            <a:extLst>
              <a:ext uri="{FF2B5EF4-FFF2-40B4-BE49-F238E27FC236}">
                <a16:creationId xmlns:a16="http://schemas.microsoft.com/office/drawing/2014/main" id="{9848F82A-3719-DCB4-DAA5-D6829FA914C7}"/>
              </a:ext>
            </a:extLst>
          </p:cNvPr>
          <p:cNvSpPr/>
          <p:nvPr/>
        </p:nvSpPr>
        <p:spPr>
          <a:xfrm>
            <a:off x="2162000" y="139600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4" name="Címkocka">
            <a:extLst>
              <a:ext uri="{FF2B5EF4-FFF2-40B4-BE49-F238E27FC236}">
                <a16:creationId xmlns:a16="http://schemas.microsoft.com/office/drawing/2014/main" id="{A12B0B9B-2BD0-C5B0-3477-9211BBFC7E14}"/>
              </a:ext>
            </a:extLst>
          </p:cNvPr>
          <p:cNvSpPr/>
          <p:nvPr/>
        </p:nvSpPr>
        <p:spPr>
          <a:xfrm>
            <a:off x="2883000" y="139600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5" name="Címkocka">
            <a:extLst>
              <a:ext uri="{FF2B5EF4-FFF2-40B4-BE49-F238E27FC236}">
                <a16:creationId xmlns:a16="http://schemas.microsoft.com/office/drawing/2014/main" id="{F3F495FC-C4A8-04A9-4F4A-11555C445A6B}"/>
              </a:ext>
            </a:extLst>
          </p:cNvPr>
          <p:cNvSpPr/>
          <p:nvPr/>
        </p:nvSpPr>
        <p:spPr>
          <a:xfrm>
            <a:off x="3602000" y="139600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6" name="Címkocka">
            <a:extLst>
              <a:ext uri="{FF2B5EF4-FFF2-40B4-BE49-F238E27FC236}">
                <a16:creationId xmlns:a16="http://schemas.microsoft.com/office/drawing/2014/main" id="{62A44B55-F99B-7E49-5A44-EF3A41AD3D43}"/>
              </a:ext>
            </a:extLst>
          </p:cNvPr>
          <p:cNvSpPr/>
          <p:nvPr/>
        </p:nvSpPr>
        <p:spPr>
          <a:xfrm>
            <a:off x="4322000" y="139600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7" name="Címkocka">
            <a:extLst>
              <a:ext uri="{FF2B5EF4-FFF2-40B4-BE49-F238E27FC236}">
                <a16:creationId xmlns:a16="http://schemas.microsoft.com/office/drawing/2014/main" id="{4DB49EDE-408B-5249-DC6A-7108AC7F4D4F}"/>
              </a:ext>
            </a:extLst>
          </p:cNvPr>
          <p:cNvSpPr/>
          <p:nvPr/>
        </p:nvSpPr>
        <p:spPr>
          <a:xfrm>
            <a:off x="5042000" y="139600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388E3C"/>
                </a:solidFill>
                <a:latin typeface="Consolas" panose="020B0609020204030204" pitchFamily="49" charset="0"/>
              </a:rPr>
              <a:t>2</a:t>
            </a:r>
            <a:endParaRPr lang="hu-HU" sz="3600" b="1" dirty="0"/>
          </a:p>
        </p:txBody>
      </p:sp>
      <p:sp>
        <p:nvSpPr>
          <p:cNvPr id="18" name="Címkocka">
            <a:extLst>
              <a:ext uri="{FF2B5EF4-FFF2-40B4-BE49-F238E27FC236}">
                <a16:creationId xmlns:a16="http://schemas.microsoft.com/office/drawing/2014/main" id="{A89F97C4-0275-902F-5593-B2E1E893B02E}"/>
              </a:ext>
            </a:extLst>
          </p:cNvPr>
          <p:cNvSpPr/>
          <p:nvPr/>
        </p:nvSpPr>
        <p:spPr>
          <a:xfrm>
            <a:off x="5762000" y="139600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9" name="Címkocka">
            <a:extLst>
              <a:ext uri="{FF2B5EF4-FFF2-40B4-BE49-F238E27FC236}">
                <a16:creationId xmlns:a16="http://schemas.microsoft.com/office/drawing/2014/main" id="{32021647-7578-8D68-5808-5E625150E7BC}"/>
              </a:ext>
            </a:extLst>
          </p:cNvPr>
          <p:cNvSpPr/>
          <p:nvPr/>
        </p:nvSpPr>
        <p:spPr>
          <a:xfrm>
            <a:off x="6482000" y="139600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0" name="Címkocka">
            <a:extLst>
              <a:ext uri="{FF2B5EF4-FFF2-40B4-BE49-F238E27FC236}">
                <a16:creationId xmlns:a16="http://schemas.microsoft.com/office/drawing/2014/main" id="{98B1C364-74C1-5A1A-18CC-CC22A4CFADEB}"/>
              </a:ext>
            </a:extLst>
          </p:cNvPr>
          <p:cNvSpPr/>
          <p:nvPr/>
        </p:nvSpPr>
        <p:spPr>
          <a:xfrm>
            <a:off x="7203000" y="139600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1" name="Címkocka">
            <a:extLst>
              <a:ext uri="{FF2B5EF4-FFF2-40B4-BE49-F238E27FC236}">
                <a16:creationId xmlns:a16="http://schemas.microsoft.com/office/drawing/2014/main" id="{6A5FEE41-1126-D322-39F2-17B5368CFD23}"/>
              </a:ext>
            </a:extLst>
          </p:cNvPr>
          <p:cNvSpPr/>
          <p:nvPr/>
        </p:nvSpPr>
        <p:spPr>
          <a:xfrm>
            <a:off x="7924000" y="139600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2" name="Címkocka">
            <a:extLst>
              <a:ext uri="{FF2B5EF4-FFF2-40B4-BE49-F238E27FC236}">
                <a16:creationId xmlns:a16="http://schemas.microsoft.com/office/drawing/2014/main" id="{97AEB230-8DA4-3560-0BD2-60EA8986008F}"/>
              </a:ext>
            </a:extLst>
          </p:cNvPr>
          <p:cNvSpPr/>
          <p:nvPr/>
        </p:nvSpPr>
        <p:spPr>
          <a:xfrm>
            <a:off x="8645000" y="139600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388E3C"/>
                </a:solidFill>
                <a:latin typeface="Consolas" panose="020B0609020204030204" pitchFamily="49" charset="0"/>
              </a:rPr>
              <a:t>2</a:t>
            </a:r>
            <a:endParaRPr lang="hu-HU" sz="3600" b="1" dirty="0"/>
          </a:p>
        </p:txBody>
      </p:sp>
      <p:sp>
        <p:nvSpPr>
          <p:cNvPr id="23" name="Címkocka">
            <a:extLst>
              <a:ext uri="{FF2B5EF4-FFF2-40B4-BE49-F238E27FC236}">
                <a16:creationId xmlns:a16="http://schemas.microsoft.com/office/drawing/2014/main" id="{69E06D93-B39B-8A9D-3E33-F0F15DE239F3}"/>
              </a:ext>
            </a:extLst>
          </p:cNvPr>
          <p:cNvSpPr/>
          <p:nvPr/>
        </p:nvSpPr>
        <p:spPr>
          <a:xfrm>
            <a:off x="9364000" y="139600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4" name="Címkocka">
            <a:extLst>
              <a:ext uri="{FF2B5EF4-FFF2-40B4-BE49-F238E27FC236}">
                <a16:creationId xmlns:a16="http://schemas.microsoft.com/office/drawing/2014/main" id="{1A33ED77-3F1E-A05B-EA1E-783BFF4846F0}"/>
              </a:ext>
            </a:extLst>
          </p:cNvPr>
          <p:cNvSpPr/>
          <p:nvPr/>
        </p:nvSpPr>
        <p:spPr>
          <a:xfrm>
            <a:off x="10084000" y="139600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5" name="Téglalap 24">
            <a:extLst>
              <a:ext uri="{FF2B5EF4-FFF2-40B4-BE49-F238E27FC236}">
                <a16:creationId xmlns:a16="http://schemas.microsoft.com/office/drawing/2014/main" id="{3337A67D-6A5B-701D-9F3F-6C4271FD389E}"/>
              </a:ext>
            </a:extLst>
          </p:cNvPr>
          <p:cNvSpPr/>
          <p:nvPr/>
        </p:nvSpPr>
        <p:spPr>
          <a:xfrm>
            <a:off x="10804000" y="139600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6" name="Téglalap 25">
            <a:extLst>
              <a:ext uri="{FF2B5EF4-FFF2-40B4-BE49-F238E27FC236}">
                <a16:creationId xmlns:a16="http://schemas.microsoft.com/office/drawing/2014/main" id="{09EB521C-3FB4-C394-4EEF-4A80DFAF8EA0}"/>
              </a:ext>
            </a:extLst>
          </p:cNvPr>
          <p:cNvSpPr/>
          <p:nvPr/>
        </p:nvSpPr>
        <p:spPr>
          <a:xfrm>
            <a:off x="11524000" y="139600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7" name="Téglalap 26">
            <a:extLst>
              <a:ext uri="{FF2B5EF4-FFF2-40B4-BE49-F238E27FC236}">
                <a16:creationId xmlns:a16="http://schemas.microsoft.com/office/drawing/2014/main" id="{79E8E097-6AAC-1C9B-8931-6D03B3D52B11}"/>
              </a:ext>
            </a:extLst>
          </p:cNvPr>
          <p:cNvSpPr/>
          <p:nvPr/>
        </p:nvSpPr>
        <p:spPr>
          <a:xfrm>
            <a:off x="0" y="211600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8" name="Téglalap 27">
            <a:extLst>
              <a:ext uri="{FF2B5EF4-FFF2-40B4-BE49-F238E27FC236}">
                <a16:creationId xmlns:a16="http://schemas.microsoft.com/office/drawing/2014/main" id="{FC5C7FCA-1393-08B3-24C9-E3BCE2C4EEDC}"/>
              </a:ext>
            </a:extLst>
          </p:cNvPr>
          <p:cNvSpPr/>
          <p:nvPr/>
        </p:nvSpPr>
        <p:spPr>
          <a:xfrm>
            <a:off x="720000" y="211600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9" name="Címkocka">
            <a:extLst>
              <a:ext uri="{FF2B5EF4-FFF2-40B4-BE49-F238E27FC236}">
                <a16:creationId xmlns:a16="http://schemas.microsoft.com/office/drawing/2014/main" id="{8180F153-0590-6815-D5A0-A7D4B5A663A0}"/>
              </a:ext>
            </a:extLst>
          </p:cNvPr>
          <p:cNvSpPr/>
          <p:nvPr/>
        </p:nvSpPr>
        <p:spPr>
          <a:xfrm>
            <a:off x="1441000" y="211600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0" name="Címkocka">
            <a:extLst>
              <a:ext uri="{FF2B5EF4-FFF2-40B4-BE49-F238E27FC236}">
                <a16:creationId xmlns:a16="http://schemas.microsoft.com/office/drawing/2014/main" id="{1072960D-3F9C-E9F0-9B19-4A1DFBC926A0}"/>
              </a:ext>
            </a:extLst>
          </p:cNvPr>
          <p:cNvSpPr/>
          <p:nvPr/>
        </p:nvSpPr>
        <p:spPr>
          <a:xfrm>
            <a:off x="2162000" y="211600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1" name="Címkocka">
            <a:extLst>
              <a:ext uri="{FF2B5EF4-FFF2-40B4-BE49-F238E27FC236}">
                <a16:creationId xmlns:a16="http://schemas.microsoft.com/office/drawing/2014/main" id="{26FFA949-0D26-8341-F4EC-08D0E9A7FFB4}"/>
              </a:ext>
            </a:extLst>
          </p:cNvPr>
          <p:cNvSpPr/>
          <p:nvPr/>
        </p:nvSpPr>
        <p:spPr>
          <a:xfrm>
            <a:off x="2883000" y="211600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2" name="Címkocka">
            <a:extLst>
              <a:ext uri="{FF2B5EF4-FFF2-40B4-BE49-F238E27FC236}">
                <a16:creationId xmlns:a16="http://schemas.microsoft.com/office/drawing/2014/main" id="{4D2C5932-E789-5086-F555-753DEB244E6A}"/>
              </a:ext>
            </a:extLst>
          </p:cNvPr>
          <p:cNvSpPr/>
          <p:nvPr/>
        </p:nvSpPr>
        <p:spPr>
          <a:xfrm>
            <a:off x="3602000" y="211600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3" name="Címkocka">
            <a:extLst>
              <a:ext uri="{FF2B5EF4-FFF2-40B4-BE49-F238E27FC236}">
                <a16:creationId xmlns:a16="http://schemas.microsoft.com/office/drawing/2014/main" id="{C29A9ACA-329A-7DCE-AA84-E9467C71F590}"/>
              </a:ext>
            </a:extLst>
          </p:cNvPr>
          <p:cNvSpPr/>
          <p:nvPr/>
        </p:nvSpPr>
        <p:spPr>
          <a:xfrm>
            <a:off x="4322000" y="211600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4" name="Címkocka">
            <a:extLst>
              <a:ext uri="{FF2B5EF4-FFF2-40B4-BE49-F238E27FC236}">
                <a16:creationId xmlns:a16="http://schemas.microsoft.com/office/drawing/2014/main" id="{F4080323-4883-D8E8-DD9A-6EB8140E08E0}"/>
              </a:ext>
            </a:extLst>
          </p:cNvPr>
          <p:cNvSpPr/>
          <p:nvPr/>
        </p:nvSpPr>
        <p:spPr>
          <a:xfrm>
            <a:off x="5042000" y="211600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5" name="Címkocka">
            <a:extLst>
              <a:ext uri="{FF2B5EF4-FFF2-40B4-BE49-F238E27FC236}">
                <a16:creationId xmlns:a16="http://schemas.microsoft.com/office/drawing/2014/main" id="{7A93DFBE-8A8D-7A7E-E57C-FC8F9C7C1A19}"/>
              </a:ext>
            </a:extLst>
          </p:cNvPr>
          <p:cNvSpPr/>
          <p:nvPr/>
        </p:nvSpPr>
        <p:spPr>
          <a:xfrm>
            <a:off x="5762000" y="211600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6" name="Címkocka">
            <a:extLst>
              <a:ext uri="{FF2B5EF4-FFF2-40B4-BE49-F238E27FC236}">
                <a16:creationId xmlns:a16="http://schemas.microsoft.com/office/drawing/2014/main" id="{CCA5C1F4-8642-CD88-0D4B-844FCC874254}"/>
              </a:ext>
            </a:extLst>
          </p:cNvPr>
          <p:cNvSpPr/>
          <p:nvPr/>
        </p:nvSpPr>
        <p:spPr>
          <a:xfrm>
            <a:off x="6482000" y="211600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7" name="Címkocka">
            <a:extLst>
              <a:ext uri="{FF2B5EF4-FFF2-40B4-BE49-F238E27FC236}">
                <a16:creationId xmlns:a16="http://schemas.microsoft.com/office/drawing/2014/main" id="{7FCC0FC4-972B-5EB2-17D1-2F68789A124A}"/>
              </a:ext>
            </a:extLst>
          </p:cNvPr>
          <p:cNvSpPr/>
          <p:nvPr/>
        </p:nvSpPr>
        <p:spPr>
          <a:xfrm>
            <a:off x="7203000" y="211600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8" name="Címkocka">
            <a:extLst>
              <a:ext uri="{FF2B5EF4-FFF2-40B4-BE49-F238E27FC236}">
                <a16:creationId xmlns:a16="http://schemas.microsoft.com/office/drawing/2014/main" id="{DB97DFE9-FF2C-8C5E-31D5-4934B15390B3}"/>
              </a:ext>
            </a:extLst>
          </p:cNvPr>
          <p:cNvSpPr/>
          <p:nvPr/>
        </p:nvSpPr>
        <p:spPr>
          <a:xfrm>
            <a:off x="7924000" y="211600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9" name="Címkocka">
            <a:extLst>
              <a:ext uri="{FF2B5EF4-FFF2-40B4-BE49-F238E27FC236}">
                <a16:creationId xmlns:a16="http://schemas.microsoft.com/office/drawing/2014/main" id="{AEFBA9C0-B50F-CC79-D68A-3B9464ABA438}"/>
              </a:ext>
            </a:extLst>
          </p:cNvPr>
          <p:cNvSpPr/>
          <p:nvPr/>
        </p:nvSpPr>
        <p:spPr>
          <a:xfrm>
            <a:off x="8645000" y="211600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0" name="Címkocka">
            <a:extLst>
              <a:ext uri="{FF2B5EF4-FFF2-40B4-BE49-F238E27FC236}">
                <a16:creationId xmlns:a16="http://schemas.microsoft.com/office/drawing/2014/main" id="{BE7A5960-A2DA-9353-B17B-F3396542665D}"/>
              </a:ext>
            </a:extLst>
          </p:cNvPr>
          <p:cNvSpPr/>
          <p:nvPr/>
        </p:nvSpPr>
        <p:spPr>
          <a:xfrm>
            <a:off x="9364000" y="211600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1" name="Címkocka">
            <a:extLst>
              <a:ext uri="{FF2B5EF4-FFF2-40B4-BE49-F238E27FC236}">
                <a16:creationId xmlns:a16="http://schemas.microsoft.com/office/drawing/2014/main" id="{862126F7-33AB-EF11-DAF4-8DB0F78F0C31}"/>
              </a:ext>
            </a:extLst>
          </p:cNvPr>
          <p:cNvSpPr/>
          <p:nvPr/>
        </p:nvSpPr>
        <p:spPr>
          <a:xfrm>
            <a:off x="10084000" y="211600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2" name="Téglalap 41">
            <a:extLst>
              <a:ext uri="{FF2B5EF4-FFF2-40B4-BE49-F238E27FC236}">
                <a16:creationId xmlns:a16="http://schemas.microsoft.com/office/drawing/2014/main" id="{B61F906A-13C4-3878-ED9A-840BA0B6D418}"/>
              </a:ext>
            </a:extLst>
          </p:cNvPr>
          <p:cNvSpPr/>
          <p:nvPr/>
        </p:nvSpPr>
        <p:spPr>
          <a:xfrm>
            <a:off x="10804000" y="211600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3" name="Téglalap 42">
            <a:extLst>
              <a:ext uri="{FF2B5EF4-FFF2-40B4-BE49-F238E27FC236}">
                <a16:creationId xmlns:a16="http://schemas.microsoft.com/office/drawing/2014/main" id="{11E9C56B-8B88-BC3A-77F3-D702B44BBEF2}"/>
              </a:ext>
            </a:extLst>
          </p:cNvPr>
          <p:cNvSpPr/>
          <p:nvPr/>
        </p:nvSpPr>
        <p:spPr>
          <a:xfrm>
            <a:off x="11524000" y="211600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4" name="Téglalap 43">
            <a:extLst>
              <a:ext uri="{FF2B5EF4-FFF2-40B4-BE49-F238E27FC236}">
                <a16:creationId xmlns:a16="http://schemas.microsoft.com/office/drawing/2014/main" id="{A7D9B6BE-7914-D495-2F7A-2C90573E5121}"/>
              </a:ext>
            </a:extLst>
          </p:cNvPr>
          <p:cNvSpPr/>
          <p:nvPr/>
        </p:nvSpPr>
        <p:spPr>
          <a:xfrm>
            <a:off x="0" y="279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5" name="Téglalap 44">
            <a:extLst>
              <a:ext uri="{FF2B5EF4-FFF2-40B4-BE49-F238E27FC236}">
                <a16:creationId xmlns:a16="http://schemas.microsoft.com/office/drawing/2014/main" id="{33D6D4C3-8066-851F-605B-503FAC5A9C72}"/>
              </a:ext>
            </a:extLst>
          </p:cNvPr>
          <p:cNvSpPr/>
          <p:nvPr/>
        </p:nvSpPr>
        <p:spPr>
          <a:xfrm>
            <a:off x="720000" y="279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6" name="Címkocka">
            <a:extLst>
              <a:ext uri="{FF2B5EF4-FFF2-40B4-BE49-F238E27FC236}">
                <a16:creationId xmlns:a16="http://schemas.microsoft.com/office/drawing/2014/main" id="{A19A5FD2-591E-6086-E995-3C30FA095D00}"/>
              </a:ext>
            </a:extLst>
          </p:cNvPr>
          <p:cNvSpPr/>
          <p:nvPr/>
        </p:nvSpPr>
        <p:spPr>
          <a:xfrm>
            <a:off x="1441000" y="279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7" name="Címkocka">
            <a:extLst>
              <a:ext uri="{FF2B5EF4-FFF2-40B4-BE49-F238E27FC236}">
                <a16:creationId xmlns:a16="http://schemas.microsoft.com/office/drawing/2014/main" id="{46444427-6D86-B0A7-37B8-8604F1069974}"/>
              </a:ext>
            </a:extLst>
          </p:cNvPr>
          <p:cNvSpPr/>
          <p:nvPr/>
        </p:nvSpPr>
        <p:spPr>
          <a:xfrm>
            <a:off x="2162000" y="279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8" name="Címkocka">
            <a:extLst>
              <a:ext uri="{FF2B5EF4-FFF2-40B4-BE49-F238E27FC236}">
                <a16:creationId xmlns:a16="http://schemas.microsoft.com/office/drawing/2014/main" id="{52B3EA6D-AFD7-765D-CBA5-6D9B620AB5FF}"/>
              </a:ext>
            </a:extLst>
          </p:cNvPr>
          <p:cNvSpPr/>
          <p:nvPr/>
        </p:nvSpPr>
        <p:spPr>
          <a:xfrm>
            <a:off x="2883000" y="279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9" name="Címkocka">
            <a:extLst>
              <a:ext uri="{FF2B5EF4-FFF2-40B4-BE49-F238E27FC236}">
                <a16:creationId xmlns:a16="http://schemas.microsoft.com/office/drawing/2014/main" id="{6C0D3C27-47C9-BD27-1FE6-DB1EB6E5C51A}"/>
              </a:ext>
            </a:extLst>
          </p:cNvPr>
          <p:cNvSpPr/>
          <p:nvPr/>
        </p:nvSpPr>
        <p:spPr>
          <a:xfrm>
            <a:off x="3602000" y="279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50" name="Címkocka">
            <a:extLst>
              <a:ext uri="{FF2B5EF4-FFF2-40B4-BE49-F238E27FC236}">
                <a16:creationId xmlns:a16="http://schemas.microsoft.com/office/drawing/2014/main" id="{5A2314DA-CAB4-3623-DABB-97F5463CBD47}"/>
              </a:ext>
            </a:extLst>
          </p:cNvPr>
          <p:cNvSpPr/>
          <p:nvPr/>
        </p:nvSpPr>
        <p:spPr>
          <a:xfrm>
            <a:off x="4322000" y="279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51" name="Címkocka">
            <a:extLst>
              <a:ext uri="{FF2B5EF4-FFF2-40B4-BE49-F238E27FC236}">
                <a16:creationId xmlns:a16="http://schemas.microsoft.com/office/drawing/2014/main" id="{2BECA405-35BE-1D9C-D9BD-22C0E591B5F3}"/>
              </a:ext>
            </a:extLst>
          </p:cNvPr>
          <p:cNvSpPr/>
          <p:nvPr/>
        </p:nvSpPr>
        <p:spPr>
          <a:xfrm>
            <a:off x="5042000" y="279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52" name="Címkocka">
            <a:extLst>
              <a:ext uri="{FF2B5EF4-FFF2-40B4-BE49-F238E27FC236}">
                <a16:creationId xmlns:a16="http://schemas.microsoft.com/office/drawing/2014/main" id="{0FCA07DE-6B3E-71E0-ABE0-51E4A86F4DEC}"/>
              </a:ext>
            </a:extLst>
          </p:cNvPr>
          <p:cNvSpPr/>
          <p:nvPr/>
        </p:nvSpPr>
        <p:spPr>
          <a:xfrm>
            <a:off x="5762000" y="279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53" name="Címkocka">
            <a:extLst>
              <a:ext uri="{FF2B5EF4-FFF2-40B4-BE49-F238E27FC236}">
                <a16:creationId xmlns:a16="http://schemas.microsoft.com/office/drawing/2014/main" id="{CACD01FA-5D24-67E7-59A5-438926180C57}"/>
              </a:ext>
            </a:extLst>
          </p:cNvPr>
          <p:cNvSpPr/>
          <p:nvPr/>
        </p:nvSpPr>
        <p:spPr>
          <a:xfrm>
            <a:off x="6482000" y="279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54" name="Címkocka">
            <a:extLst>
              <a:ext uri="{FF2B5EF4-FFF2-40B4-BE49-F238E27FC236}">
                <a16:creationId xmlns:a16="http://schemas.microsoft.com/office/drawing/2014/main" id="{6DC848C7-5E0F-87DC-AAA6-4FA94A422457}"/>
              </a:ext>
            </a:extLst>
          </p:cNvPr>
          <p:cNvSpPr/>
          <p:nvPr/>
        </p:nvSpPr>
        <p:spPr>
          <a:xfrm>
            <a:off x="7203000" y="279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55" name="Címkocka">
            <a:extLst>
              <a:ext uri="{FF2B5EF4-FFF2-40B4-BE49-F238E27FC236}">
                <a16:creationId xmlns:a16="http://schemas.microsoft.com/office/drawing/2014/main" id="{228BC4DB-65E5-3A2D-4530-0EC080391CBF}"/>
              </a:ext>
            </a:extLst>
          </p:cNvPr>
          <p:cNvSpPr/>
          <p:nvPr/>
        </p:nvSpPr>
        <p:spPr>
          <a:xfrm>
            <a:off x="7924000" y="279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56" name="Címkocka">
            <a:extLst>
              <a:ext uri="{FF2B5EF4-FFF2-40B4-BE49-F238E27FC236}">
                <a16:creationId xmlns:a16="http://schemas.microsoft.com/office/drawing/2014/main" id="{F0A6CF2B-2215-9F49-A693-9B127CC92E2A}"/>
              </a:ext>
            </a:extLst>
          </p:cNvPr>
          <p:cNvSpPr/>
          <p:nvPr/>
        </p:nvSpPr>
        <p:spPr>
          <a:xfrm>
            <a:off x="8645000" y="279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57" name="Címkocka">
            <a:extLst>
              <a:ext uri="{FF2B5EF4-FFF2-40B4-BE49-F238E27FC236}">
                <a16:creationId xmlns:a16="http://schemas.microsoft.com/office/drawing/2014/main" id="{792DCD12-D152-91CD-99B0-20790AA16849}"/>
              </a:ext>
            </a:extLst>
          </p:cNvPr>
          <p:cNvSpPr/>
          <p:nvPr/>
        </p:nvSpPr>
        <p:spPr>
          <a:xfrm>
            <a:off x="9364000" y="279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58" name="Címkocka">
            <a:extLst>
              <a:ext uri="{FF2B5EF4-FFF2-40B4-BE49-F238E27FC236}">
                <a16:creationId xmlns:a16="http://schemas.microsoft.com/office/drawing/2014/main" id="{140BA186-4897-CF45-6E4A-E8454A259A6E}"/>
              </a:ext>
            </a:extLst>
          </p:cNvPr>
          <p:cNvSpPr/>
          <p:nvPr/>
        </p:nvSpPr>
        <p:spPr>
          <a:xfrm>
            <a:off x="10084000" y="279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59" name="Téglalap 58">
            <a:extLst>
              <a:ext uri="{FF2B5EF4-FFF2-40B4-BE49-F238E27FC236}">
                <a16:creationId xmlns:a16="http://schemas.microsoft.com/office/drawing/2014/main" id="{8B682069-083A-B265-837B-10A29B820E53}"/>
              </a:ext>
            </a:extLst>
          </p:cNvPr>
          <p:cNvSpPr/>
          <p:nvPr/>
        </p:nvSpPr>
        <p:spPr>
          <a:xfrm>
            <a:off x="10804000" y="279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60" name="Téglalap 59">
            <a:extLst>
              <a:ext uri="{FF2B5EF4-FFF2-40B4-BE49-F238E27FC236}">
                <a16:creationId xmlns:a16="http://schemas.microsoft.com/office/drawing/2014/main" id="{E9333210-6085-AC48-D22D-61723AF43D14}"/>
              </a:ext>
            </a:extLst>
          </p:cNvPr>
          <p:cNvSpPr/>
          <p:nvPr/>
        </p:nvSpPr>
        <p:spPr>
          <a:xfrm>
            <a:off x="11524000" y="279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61" name="Téglalap 60">
            <a:extLst>
              <a:ext uri="{FF2B5EF4-FFF2-40B4-BE49-F238E27FC236}">
                <a16:creationId xmlns:a16="http://schemas.microsoft.com/office/drawing/2014/main" id="{56195390-DDD3-8F3F-A948-C06B16D09E39}"/>
              </a:ext>
            </a:extLst>
          </p:cNvPr>
          <p:cNvSpPr/>
          <p:nvPr/>
        </p:nvSpPr>
        <p:spPr>
          <a:xfrm>
            <a:off x="0" y="351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62" name="Téglalap 61">
            <a:extLst>
              <a:ext uri="{FF2B5EF4-FFF2-40B4-BE49-F238E27FC236}">
                <a16:creationId xmlns:a16="http://schemas.microsoft.com/office/drawing/2014/main" id="{7FFCAFC0-D774-8EBF-A19C-943A222E35C8}"/>
              </a:ext>
            </a:extLst>
          </p:cNvPr>
          <p:cNvSpPr/>
          <p:nvPr/>
        </p:nvSpPr>
        <p:spPr>
          <a:xfrm>
            <a:off x="720000" y="351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63" name="Címkocka">
            <a:extLst>
              <a:ext uri="{FF2B5EF4-FFF2-40B4-BE49-F238E27FC236}">
                <a16:creationId xmlns:a16="http://schemas.microsoft.com/office/drawing/2014/main" id="{DA5E243F-A90D-0C6A-E944-01E461D6CF97}"/>
              </a:ext>
            </a:extLst>
          </p:cNvPr>
          <p:cNvSpPr/>
          <p:nvPr/>
        </p:nvSpPr>
        <p:spPr>
          <a:xfrm>
            <a:off x="1441000" y="351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64" name="Címkocka">
            <a:extLst>
              <a:ext uri="{FF2B5EF4-FFF2-40B4-BE49-F238E27FC236}">
                <a16:creationId xmlns:a16="http://schemas.microsoft.com/office/drawing/2014/main" id="{98F23D40-AC42-136F-D594-BF3978994895}"/>
              </a:ext>
            </a:extLst>
          </p:cNvPr>
          <p:cNvSpPr/>
          <p:nvPr/>
        </p:nvSpPr>
        <p:spPr>
          <a:xfrm>
            <a:off x="2162000" y="351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65" name="Címkocka">
            <a:extLst>
              <a:ext uri="{FF2B5EF4-FFF2-40B4-BE49-F238E27FC236}">
                <a16:creationId xmlns:a16="http://schemas.microsoft.com/office/drawing/2014/main" id="{23450BF0-6ADD-5412-247D-C1172AD15AEE}"/>
              </a:ext>
            </a:extLst>
          </p:cNvPr>
          <p:cNvSpPr/>
          <p:nvPr/>
        </p:nvSpPr>
        <p:spPr>
          <a:xfrm>
            <a:off x="2883000" y="351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388E3C"/>
                </a:solidFill>
                <a:latin typeface="Consolas" panose="020B0609020204030204" pitchFamily="49" charset="0"/>
              </a:rPr>
              <a:t>2</a:t>
            </a:r>
            <a:endParaRPr lang="hu-HU" sz="3600" b="1" dirty="0"/>
          </a:p>
        </p:txBody>
      </p:sp>
      <p:sp>
        <p:nvSpPr>
          <p:cNvPr id="66" name="Címkocka">
            <a:extLst>
              <a:ext uri="{FF2B5EF4-FFF2-40B4-BE49-F238E27FC236}">
                <a16:creationId xmlns:a16="http://schemas.microsoft.com/office/drawing/2014/main" id="{794AAADC-B07C-4605-4998-2BFAE7E3E0E8}"/>
              </a:ext>
            </a:extLst>
          </p:cNvPr>
          <p:cNvSpPr/>
          <p:nvPr/>
        </p:nvSpPr>
        <p:spPr>
          <a:xfrm>
            <a:off x="3602000" y="351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388E3C"/>
                </a:solidFill>
                <a:latin typeface="Consolas" panose="020B0609020204030204" pitchFamily="49" charset="0"/>
              </a:rPr>
              <a:t>2</a:t>
            </a:r>
            <a:endParaRPr lang="hu-HU" sz="3600" b="1" dirty="0"/>
          </a:p>
        </p:txBody>
      </p:sp>
      <p:sp>
        <p:nvSpPr>
          <p:cNvPr id="67" name="Címkocka">
            <a:extLst>
              <a:ext uri="{FF2B5EF4-FFF2-40B4-BE49-F238E27FC236}">
                <a16:creationId xmlns:a16="http://schemas.microsoft.com/office/drawing/2014/main" id="{E118F942-17E0-F6B5-3AF8-65EBE2DD9830}"/>
              </a:ext>
            </a:extLst>
          </p:cNvPr>
          <p:cNvSpPr/>
          <p:nvPr/>
        </p:nvSpPr>
        <p:spPr>
          <a:xfrm>
            <a:off x="4322000" y="351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388E3C"/>
                </a:solidFill>
                <a:latin typeface="Consolas" panose="020B0609020204030204" pitchFamily="49" charset="0"/>
              </a:rPr>
              <a:t>2</a:t>
            </a:r>
            <a:endParaRPr lang="hu-HU" sz="3600" b="1" dirty="0"/>
          </a:p>
        </p:txBody>
      </p:sp>
      <p:sp>
        <p:nvSpPr>
          <p:cNvPr id="68" name="Címkocka">
            <a:extLst>
              <a:ext uri="{FF2B5EF4-FFF2-40B4-BE49-F238E27FC236}">
                <a16:creationId xmlns:a16="http://schemas.microsoft.com/office/drawing/2014/main" id="{8110D781-E56D-63C4-176A-C33C250C3F9C}"/>
              </a:ext>
            </a:extLst>
          </p:cNvPr>
          <p:cNvSpPr/>
          <p:nvPr/>
        </p:nvSpPr>
        <p:spPr>
          <a:xfrm>
            <a:off x="5042000" y="351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69" name="Címkocka">
            <a:extLst>
              <a:ext uri="{FF2B5EF4-FFF2-40B4-BE49-F238E27FC236}">
                <a16:creationId xmlns:a16="http://schemas.microsoft.com/office/drawing/2014/main" id="{2C264F55-6A1E-9837-D45C-AF5CD6E65250}"/>
              </a:ext>
            </a:extLst>
          </p:cNvPr>
          <p:cNvSpPr/>
          <p:nvPr/>
        </p:nvSpPr>
        <p:spPr>
          <a:xfrm>
            <a:off x="5762000" y="351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70" name="Címkocka">
            <a:extLst>
              <a:ext uri="{FF2B5EF4-FFF2-40B4-BE49-F238E27FC236}">
                <a16:creationId xmlns:a16="http://schemas.microsoft.com/office/drawing/2014/main" id="{A62DCD15-410F-9150-5ACB-4A1D208419C6}"/>
              </a:ext>
            </a:extLst>
          </p:cNvPr>
          <p:cNvSpPr/>
          <p:nvPr/>
        </p:nvSpPr>
        <p:spPr>
          <a:xfrm>
            <a:off x="6482000" y="351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71" name="Címkocka">
            <a:extLst>
              <a:ext uri="{FF2B5EF4-FFF2-40B4-BE49-F238E27FC236}">
                <a16:creationId xmlns:a16="http://schemas.microsoft.com/office/drawing/2014/main" id="{4BAFA988-554D-0F94-78B8-EF346C7CE791}"/>
              </a:ext>
            </a:extLst>
          </p:cNvPr>
          <p:cNvSpPr/>
          <p:nvPr/>
        </p:nvSpPr>
        <p:spPr>
          <a:xfrm>
            <a:off x="7203000" y="351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72" name="Címkocka">
            <a:extLst>
              <a:ext uri="{FF2B5EF4-FFF2-40B4-BE49-F238E27FC236}">
                <a16:creationId xmlns:a16="http://schemas.microsoft.com/office/drawing/2014/main" id="{F427EA54-D41C-4F65-2C88-10550AAE8100}"/>
              </a:ext>
            </a:extLst>
          </p:cNvPr>
          <p:cNvSpPr/>
          <p:nvPr/>
        </p:nvSpPr>
        <p:spPr>
          <a:xfrm>
            <a:off x="7924000" y="351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73" name="Címkocka">
            <a:extLst>
              <a:ext uri="{FF2B5EF4-FFF2-40B4-BE49-F238E27FC236}">
                <a16:creationId xmlns:a16="http://schemas.microsoft.com/office/drawing/2014/main" id="{2B2836A6-70C9-CE3F-6CD7-6D1455EA267F}"/>
              </a:ext>
            </a:extLst>
          </p:cNvPr>
          <p:cNvSpPr/>
          <p:nvPr/>
        </p:nvSpPr>
        <p:spPr>
          <a:xfrm>
            <a:off x="8645000" y="351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74" name="Címkocka">
            <a:extLst>
              <a:ext uri="{FF2B5EF4-FFF2-40B4-BE49-F238E27FC236}">
                <a16:creationId xmlns:a16="http://schemas.microsoft.com/office/drawing/2014/main" id="{12BBB188-D4A7-EC72-CB67-551AEB31EA84}"/>
              </a:ext>
            </a:extLst>
          </p:cNvPr>
          <p:cNvSpPr/>
          <p:nvPr/>
        </p:nvSpPr>
        <p:spPr>
          <a:xfrm>
            <a:off x="9364000" y="351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75" name="Címkocka">
            <a:extLst>
              <a:ext uri="{FF2B5EF4-FFF2-40B4-BE49-F238E27FC236}">
                <a16:creationId xmlns:a16="http://schemas.microsoft.com/office/drawing/2014/main" id="{C496178C-DC1E-6D52-B16A-4D06517CE68F}"/>
              </a:ext>
            </a:extLst>
          </p:cNvPr>
          <p:cNvSpPr/>
          <p:nvPr/>
        </p:nvSpPr>
        <p:spPr>
          <a:xfrm>
            <a:off x="10084000" y="351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76" name="Téglalap 75">
            <a:extLst>
              <a:ext uri="{FF2B5EF4-FFF2-40B4-BE49-F238E27FC236}">
                <a16:creationId xmlns:a16="http://schemas.microsoft.com/office/drawing/2014/main" id="{84D8B326-232D-7D25-E9FE-90936D2D9D16}"/>
              </a:ext>
            </a:extLst>
          </p:cNvPr>
          <p:cNvSpPr/>
          <p:nvPr/>
        </p:nvSpPr>
        <p:spPr>
          <a:xfrm>
            <a:off x="10804000" y="351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77" name="Téglalap 76">
            <a:extLst>
              <a:ext uri="{FF2B5EF4-FFF2-40B4-BE49-F238E27FC236}">
                <a16:creationId xmlns:a16="http://schemas.microsoft.com/office/drawing/2014/main" id="{7E0E9984-BF29-79C3-D747-AF72187D9862}"/>
              </a:ext>
            </a:extLst>
          </p:cNvPr>
          <p:cNvSpPr/>
          <p:nvPr/>
        </p:nvSpPr>
        <p:spPr>
          <a:xfrm>
            <a:off x="11524000" y="351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78" name="Téglalap 77">
            <a:extLst>
              <a:ext uri="{FF2B5EF4-FFF2-40B4-BE49-F238E27FC236}">
                <a16:creationId xmlns:a16="http://schemas.microsoft.com/office/drawing/2014/main" id="{4FAFD6E5-2ADA-0A84-97F1-89F320E240C5}"/>
              </a:ext>
            </a:extLst>
          </p:cNvPr>
          <p:cNvSpPr/>
          <p:nvPr/>
        </p:nvSpPr>
        <p:spPr>
          <a:xfrm>
            <a:off x="0" y="419535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79" name="Téglalap 78">
            <a:extLst>
              <a:ext uri="{FF2B5EF4-FFF2-40B4-BE49-F238E27FC236}">
                <a16:creationId xmlns:a16="http://schemas.microsoft.com/office/drawing/2014/main" id="{ED792347-F488-D67D-D20A-008797041C1A}"/>
              </a:ext>
            </a:extLst>
          </p:cNvPr>
          <p:cNvSpPr/>
          <p:nvPr/>
        </p:nvSpPr>
        <p:spPr>
          <a:xfrm>
            <a:off x="720000" y="419535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80" name="Címkocka">
            <a:extLst>
              <a:ext uri="{FF2B5EF4-FFF2-40B4-BE49-F238E27FC236}">
                <a16:creationId xmlns:a16="http://schemas.microsoft.com/office/drawing/2014/main" id="{222051C9-65C3-8AE0-EA50-16F3B856C913}"/>
              </a:ext>
            </a:extLst>
          </p:cNvPr>
          <p:cNvSpPr/>
          <p:nvPr/>
        </p:nvSpPr>
        <p:spPr>
          <a:xfrm>
            <a:off x="1441000" y="419535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81" name="Címkocka">
            <a:extLst>
              <a:ext uri="{FF2B5EF4-FFF2-40B4-BE49-F238E27FC236}">
                <a16:creationId xmlns:a16="http://schemas.microsoft.com/office/drawing/2014/main" id="{B4411711-8DF9-AF2F-9C73-D43FFB9C8D81}"/>
              </a:ext>
            </a:extLst>
          </p:cNvPr>
          <p:cNvSpPr/>
          <p:nvPr/>
        </p:nvSpPr>
        <p:spPr>
          <a:xfrm>
            <a:off x="2162000" y="419535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82" name="Címkocka">
            <a:extLst>
              <a:ext uri="{FF2B5EF4-FFF2-40B4-BE49-F238E27FC236}">
                <a16:creationId xmlns:a16="http://schemas.microsoft.com/office/drawing/2014/main" id="{5EF200BD-E021-B22D-D4E5-4CD15C73A57B}"/>
              </a:ext>
            </a:extLst>
          </p:cNvPr>
          <p:cNvSpPr/>
          <p:nvPr/>
        </p:nvSpPr>
        <p:spPr>
          <a:xfrm>
            <a:off x="2883000" y="419535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83" name="Címkocka">
            <a:extLst>
              <a:ext uri="{FF2B5EF4-FFF2-40B4-BE49-F238E27FC236}">
                <a16:creationId xmlns:a16="http://schemas.microsoft.com/office/drawing/2014/main" id="{25C215CB-E7ED-A8F8-E990-794E39A925F2}"/>
              </a:ext>
            </a:extLst>
          </p:cNvPr>
          <p:cNvSpPr/>
          <p:nvPr/>
        </p:nvSpPr>
        <p:spPr>
          <a:xfrm>
            <a:off x="5762000" y="419535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84" name="Címkocka">
            <a:extLst>
              <a:ext uri="{FF2B5EF4-FFF2-40B4-BE49-F238E27FC236}">
                <a16:creationId xmlns:a16="http://schemas.microsoft.com/office/drawing/2014/main" id="{36EF5720-85C3-A233-AF39-684C90FB3B86}"/>
              </a:ext>
            </a:extLst>
          </p:cNvPr>
          <p:cNvSpPr/>
          <p:nvPr/>
        </p:nvSpPr>
        <p:spPr>
          <a:xfrm>
            <a:off x="6482000" y="419535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85" name="Címkocka">
            <a:extLst>
              <a:ext uri="{FF2B5EF4-FFF2-40B4-BE49-F238E27FC236}">
                <a16:creationId xmlns:a16="http://schemas.microsoft.com/office/drawing/2014/main" id="{7DD0B201-9110-683E-6D88-1E0545FC0EE4}"/>
              </a:ext>
            </a:extLst>
          </p:cNvPr>
          <p:cNvSpPr/>
          <p:nvPr/>
        </p:nvSpPr>
        <p:spPr>
          <a:xfrm>
            <a:off x="7203000" y="419535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86" name="Címkocka">
            <a:extLst>
              <a:ext uri="{FF2B5EF4-FFF2-40B4-BE49-F238E27FC236}">
                <a16:creationId xmlns:a16="http://schemas.microsoft.com/office/drawing/2014/main" id="{4F6D7794-7F25-5734-CAA5-7652F14B2172}"/>
              </a:ext>
            </a:extLst>
          </p:cNvPr>
          <p:cNvSpPr/>
          <p:nvPr/>
        </p:nvSpPr>
        <p:spPr>
          <a:xfrm>
            <a:off x="8645000" y="419535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87" name="Címkocka">
            <a:extLst>
              <a:ext uri="{FF2B5EF4-FFF2-40B4-BE49-F238E27FC236}">
                <a16:creationId xmlns:a16="http://schemas.microsoft.com/office/drawing/2014/main" id="{4F635F4B-D1F5-316B-FF5E-013F42B93C0C}"/>
              </a:ext>
            </a:extLst>
          </p:cNvPr>
          <p:cNvSpPr/>
          <p:nvPr/>
        </p:nvSpPr>
        <p:spPr>
          <a:xfrm>
            <a:off x="9364000" y="419535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88" name="Címkocka">
            <a:extLst>
              <a:ext uri="{FF2B5EF4-FFF2-40B4-BE49-F238E27FC236}">
                <a16:creationId xmlns:a16="http://schemas.microsoft.com/office/drawing/2014/main" id="{9FAB141D-E4DA-254F-A8D9-837EA21B0EDE}"/>
              </a:ext>
            </a:extLst>
          </p:cNvPr>
          <p:cNvSpPr/>
          <p:nvPr/>
        </p:nvSpPr>
        <p:spPr>
          <a:xfrm>
            <a:off x="10084000" y="419535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89" name="Téglalap 88">
            <a:extLst>
              <a:ext uri="{FF2B5EF4-FFF2-40B4-BE49-F238E27FC236}">
                <a16:creationId xmlns:a16="http://schemas.microsoft.com/office/drawing/2014/main" id="{AA891956-C7CB-ABD3-1C5D-6FDE2E4D4D3C}"/>
              </a:ext>
            </a:extLst>
          </p:cNvPr>
          <p:cNvSpPr/>
          <p:nvPr/>
        </p:nvSpPr>
        <p:spPr>
          <a:xfrm>
            <a:off x="10804000" y="419535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90" name="Téglalap 89">
            <a:extLst>
              <a:ext uri="{FF2B5EF4-FFF2-40B4-BE49-F238E27FC236}">
                <a16:creationId xmlns:a16="http://schemas.microsoft.com/office/drawing/2014/main" id="{55AE7C18-1814-BE64-165E-8E389C7309C6}"/>
              </a:ext>
            </a:extLst>
          </p:cNvPr>
          <p:cNvSpPr/>
          <p:nvPr/>
        </p:nvSpPr>
        <p:spPr>
          <a:xfrm>
            <a:off x="11524000" y="419535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91" name="Téglalap 90">
            <a:extLst>
              <a:ext uri="{FF2B5EF4-FFF2-40B4-BE49-F238E27FC236}">
                <a16:creationId xmlns:a16="http://schemas.microsoft.com/office/drawing/2014/main" id="{F3A07B15-28C7-E605-7300-49B773617386}"/>
              </a:ext>
            </a:extLst>
          </p:cNvPr>
          <p:cNvSpPr/>
          <p:nvPr/>
        </p:nvSpPr>
        <p:spPr>
          <a:xfrm>
            <a:off x="0" y="491535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92" name="Téglalap 91">
            <a:extLst>
              <a:ext uri="{FF2B5EF4-FFF2-40B4-BE49-F238E27FC236}">
                <a16:creationId xmlns:a16="http://schemas.microsoft.com/office/drawing/2014/main" id="{DDE5EB89-7404-4AB1-4B77-C1D6C0D56CDA}"/>
              </a:ext>
            </a:extLst>
          </p:cNvPr>
          <p:cNvSpPr/>
          <p:nvPr/>
        </p:nvSpPr>
        <p:spPr>
          <a:xfrm>
            <a:off x="720000" y="491535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93" name="Címkocka">
            <a:extLst>
              <a:ext uri="{FF2B5EF4-FFF2-40B4-BE49-F238E27FC236}">
                <a16:creationId xmlns:a16="http://schemas.microsoft.com/office/drawing/2014/main" id="{8CC85C75-C9D4-B354-A562-BE6DC8F923E1}"/>
              </a:ext>
            </a:extLst>
          </p:cNvPr>
          <p:cNvSpPr/>
          <p:nvPr/>
        </p:nvSpPr>
        <p:spPr>
          <a:xfrm>
            <a:off x="1441000" y="491535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94" name="Címkocka">
            <a:extLst>
              <a:ext uri="{FF2B5EF4-FFF2-40B4-BE49-F238E27FC236}">
                <a16:creationId xmlns:a16="http://schemas.microsoft.com/office/drawing/2014/main" id="{29108331-9C9F-AC2C-EA18-E95674BFC819}"/>
              </a:ext>
            </a:extLst>
          </p:cNvPr>
          <p:cNvSpPr/>
          <p:nvPr/>
        </p:nvSpPr>
        <p:spPr>
          <a:xfrm>
            <a:off x="2162000" y="491535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95" name="Címkocka">
            <a:extLst>
              <a:ext uri="{FF2B5EF4-FFF2-40B4-BE49-F238E27FC236}">
                <a16:creationId xmlns:a16="http://schemas.microsoft.com/office/drawing/2014/main" id="{D1D579C2-34A7-BA5C-14D6-F9163A95FACD}"/>
              </a:ext>
            </a:extLst>
          </p:cNvPr>
          <p:cNvSpPr/>
          <p:nvPr/>
        </p:nvSpPr>
        <p:spPr>
          <a:xfrm>
            <a:off x="2883000" y="491535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96" name="Címkocka">
            <a:extLst>
              <a:ext uri="{FF2B5EF4-FFF2-40B4-BE49-F238E27FC236}">
                <a16:creationId xmlns:a16="http://schemas.microsoft.com/office/drawing/2014/main" id="{515E4325-2511-41AB-CF4D-4A5E09701376}"/>
              </a:ext>
            </a:extLst>
          </p:cNvPr>
          <p:cNvSpPr/>
          <p:nvPr/>
        </p:nvSpPr>
        <p:spPr>
          <a:xfrm>
            <a:off x="4322000" y="491535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388E3C"/>
                </a:solidFill>
                <a:latin typeface="Consolas" panose="020B0609020204030204" pitchFamily="49" charset="0"/>
              </a:rPr>
              <a:t>2</a:t>
            </a:r>
            <a:endParaRPr lang="hu-HU" sz="3600" b="1" dirty="0"/>
          </a:p>
        </p:txBody>
      </p:sp>
      <p:sp>
        <p:nvSpPr>
          <p:cNvPr id="97" name="Címkocka">
            <a:extLst>
              <a:ext uri="{FF2B5EF4-FFF2-40B4-BE49-F238E27FC236}">
                <a16:creationId xmlns:a16="http://schemas.microsoft.com/office/drawing/2014/main" id="{4EB95A1F-02D1-F31E-B545-68AA8047F2D9}"/>
              </a:ext>
            </a:extLst>
          </p:cNvPr>
          <p:cNvSpPr/>
          <p:nvPr/>
        </p:nvSpPr>
        <p:spPr>
          <a:xfrm>
            <a:off x="5042000" y="491535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98" name="Címkocka">
            <a:extLst>
              <a:ext uri="{FF2B5EF4-FFF2-40B4-BE49-F238E27FC236}">
                <a16:creationId xmlns:a16="http://schemas.microsoft.com/office/drawing/2014/main" id="{02281AE6-3E9E-F4F4-CB44-7BBFF83F22B7}"/>
              </a:ext>
            </a:extLst>
          </p:cNvPr>
          <p:cNvSpPr/>
          <p:nvPr/>
        </p:nvSpPr>
        <p:spPr>
          <a:xfrm>
            <a:off x="5762000" y="491535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99" name="Címkocka">
            <a:extLst>
              <a:ext uri="{FF2B5EF4-FFF2-40B4-BE49-F238E27FC236}">
                <a16:creationId xmlns:a16="http://schemas.microsoft.com/office/drawing/2014/main" id="{8C6D5E9C-EFE7-FBA0-43AC-52F0EBBD4F78}"/>
              </a:ext>
            </a:extLst>
          </p:cNvPr>
          <p:cNvSpPr/>
          <p:nvPr/>
        </p:nvSpPr>
        <p:spPr>
          <a:xfrm>
            <a:off x="6482000" y="491535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00" name="Címkocka">
            <a:extLst>
              <a:ext uri="{FF2B5EF4-FFF2-40B4-BE49-F238E27FC236}">
                <a16:creationId xmlns:a16="http://schemas.microsoft.com/office/drawing/2014/main" id="{621ED43E-9284-AF98-2720-903742DE9232}"/>
              </a:ext>
            </a:extLst>
          </p:cNvPr>
          <p:cNvSpPr/>
          <p:nvPr/>
        </p:nvSpPr>
        <p:spPr>
          <a:xfrm>
            <a:off x="7203000" y="491535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01" name="Címkocka">
            <a:extLst>
              <a:ext uri="{FF2B5EF4-FFF2-40B4-BE49-F238E27FC236}">
                <a16:creationId xmlns:a16="http://schemas.microsoft.com/office/drawing/2014/main" id="{4B1F98B2-8BA7-451F-6BF6-A66424DEFB94}"/>
              </a:ext>
            </a:extLst>
          </p:cNvPr>
          <p:cNvSpPr/>
          <p:nvPr/>
        </p:nvSpPr>
        <p:spPr>
          <a:xfrm>
            <a:off x="7924000" y="491535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02" name="Címkocka">
            <a:extLst>
              <a:ext uri="{FF2B5EF4-FFF2-40B4-BE49-F238E27FC236}">
                <a16:creationId xmlns:a16="http://schemas.microsoft.com/office/drawing/2014/main" id="{38DA4A50-A60D-BD12-D905-F1D714EE2EAB}"/>
              </a:ext>
            </a:extLst>
          </p:cNvPr>
          <p:cNvSpPr/>
          <p:nvPr/>
        </p:nvSpPr>
        <p:spPr>
          <a:xfrm>
            <a:off x="8645000" y="491535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03" name="Címkocka">
            <a:extLst>
              <a:ext uri="{FF2B5EF4-FFF2-40B4-BE49-F238E27FC236}">
                <a16:creationId xmlns:a16="http://schemas.microsoft.com/office/drawing/2014/main" id="{6410C10C-1287-5B91-8FEE-F5FC018877D2}"/>
              </a:ext>
            </a:extLst>
          </p:cNvPr>
          <p:cNvSpPr/>
          <p:nvPr/>
        </p:nvSpPr>
        <p:spPr>
          <a:xfrm>
            <a:off x="9364000" y="491535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04" name="Címkocka">
            <a:extLst>
              <a:ext uri="{FF2B5EF4-FFF2-40B4-BE49-F238E27FC236}">
                <a16:creationId xmlns:a16="http://schemas.microsoft.com/office/drawing/2014/main" id="{1C17788A-6CD0-F2B7-D346-82A63748592F}"/>
              </a:ext>
            </a:extLst>
          </p:cNvPr>
          <p:cNvSpPr/>
          <p:nvPr/>
        </p:nvSpPr>
        <p:spPr>
          <a:xfrm>
            <a:off x="10084000" y="491535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05" name="Téglalap 104">
            <a:extLst>
              <a:ext uri="{FF2B5EF4-FFF2-40B4-BE49-F238E27FC236}">
                <a16:creationId xmlns:a16="http://schemas.microsoft.com/office/drawing/2014/main" id="{26E09CB6-5FE4-E6B7-3C7A-B8FF985FAEF3}"/>
              </a:ext>
            </a:extLst>
          </p:cNvPr>
          <p:cNvSpPr/>
          <p:nvPr/>
        </p:nvSpPr>
        <p:spPr>
          <a:xfrm>
            <a:off x="10804000" y="491535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06" name="Téglalap 105">
            <a:extLst>
              <a:ext uri="{FF2B5EF4-FFF2-40B4-BE49-F238E27FC236}">
                <a16:creationId xmlns:a16="http://schemas.microsoft.com/office/drawing/2014/main" id="{D7FFC6DD-5686-EC39-21DD-2A63FB9B7F05}"/>
              </a:ext>
            </a:extLst>
          </p:cNvPr>
          <p:cNvSpPr/>
          <p:nvPr/>
        </p:nvSpPr>
        <p:spPr>
          <a:xfrm>
            <a:off x="11524000" y="491535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07" name="Téglalap 106">
            <a:extLst>
              <a:ext uri="{FF2B5EF4-FFF2-40B4-BE49-F238E27FC236}">
                <a16:creationId xmlns:a16="http://schemas.microsoft.com/office/drawing/2014/main" id="{39C0C9BC-B55A-5DD1-324E-5CB0EAD01B8D}"/>
              </a:ext>
            </a:extLst>
          </p:cNvPr>
          <p:cNvSpPr/>
          <p:nvPr/>
        </p:nvSpPr>
        <p:spPr>
          <a:xfrm>
            <a:off x="0" y="556395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08" name="Téglalap 107">
            <a:extLst>
              <a:ext uri="{FF2B5EF4-FFF2-40B4-BE49-F238E27FC236}">
                <a16:creationId xmlns:a16="http://schemas.microsoft.com/office/drawing/2014/main" id="{FB3E79F9-EF8F-4ED6-2AF1-7887AFDAB169}"/>
              </a:ext>
            </a:extLst>
          </p:cNvPr>
          <p:cNvSpPr/>
          <p:nvPr/>
        </p:nvSpPr>
        <p:spPr>
          <a:xfrm>
            <a:off x="720000" y="556395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09" name="Téglalap 108">
            <a:extLst>
              <a:ext uri="{FF2B5EF4-FFF2-40B4-BE49-F238E27FC236}">
                <a16:creationId xmlns:a16="http://schemas.microsoft.com/office/drawing/2014/main" id="{41718BD2-42BF-B4C2-03B0-DF3995D0876F}"/>
              </a:ext>
            </a:extLst>
          </p:cNvPr>
          <p:cNvSpPr/>
          <p:nvPr/>
        </p:nvSpPr>
        <p:spPr>
          <a:xfrm>
            <a:off x="1441000" y="556395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10" name="Téglalap 109">
            <a:extLst>
              <a:ext uri="{FF2B5EF4-FFF2-40B4-BE49-F238E27FC236}">
                <a16:creationId xmlns:a16="http://schemas.microsoft.com/office/drawing/2014/main" id="{8757FAA7-AF98-85EC-114B-B4DBD4CBE6B3}"/>
              </a:ext>
            </a:extLst>
          </p:cNvPr>
          <p:cNvSpPr/>
          <p:nvPr/>
        </p:nvSpPr>
        <p:spPr>
          <a:xfrm>
            <a:off x="2162000" y="556395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11" name="Téglalap 110">
            <a:extLst>
              <a:ext uri="{FF2B5EF4-FFF2-40B4-BE49-F238E27FC236}">
                <a16:creationId xmlns:a16="http://schemas.microsoft.com/office/drawing/2014/main" id="{0193DE18-BC9D-7F39-F725-4651EDFD4F57}"/>
              </a:ext>
            </a:extLst>
          </p:cNvPr>
          <p:cNvSpPr/>
          <p:nvPr/>
        </p:nvSpPr>
        <p:spPr>
          <a:xfrm>
            <a:off x="2883000" y="556395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12" name="Téglalap 111">
            <a:extLst>
              <a:ext uri="{FF2B5EF4-FFF2-40B4-BE49-F238E27FC236}">
                <a16:creationId xmlns:a16="http://schemas.microsoft.com/office/drawing/2014/main" id="{2BF72D1C-DA07-B6CC-90B4-98B3AA5404E1}"/>
              </a:ext>
            </a:extLst>
          </p:cNvPr>
          <p:cNvSpPr/>
          <p:nvPr/>
        </p:nvSpPr>
        <p:spPr>
          <a:xfrm>
            <a:off x="4322000" y="5563954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13" name="Téglalap 112">
            <a:extLst>
              <a:ext uri="{FF2B5EF4-FFF2-40B4-BE49-F238E27FC236}">
                <a16:creationId xmlns:a16="http://schemas.microsoft.com/office/drawing/2014/main" id="{AE324657-7214-5BB6-3C6B-3323A7BC6610}"/>
              </a:ext>
            </a:extLst>
          </p:cNvPr>
          <p:cNvSpPr/>
          <p:nvPr/>
        </p:nvSpPr>
        <p:spPr>
          <a:xfrm>
            <a:off x="5042000" y="5563954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14" name="Téglalap 113">
            <a:extLst>
              <a:ext uri="{FF2B5EF4-FFF2-40B4-BE49-F238E27FC236}">
                <a16:creationId xmlns:a16="http://schemas.microsoft.com/office/drawing/2014/main" id="{0AD94396-0C6A-313E-BDBD-5B3DA5A90D3B}"/>
              </a:ext>
            </a:extLst>
          </p:cNvPr>
          <p:cNvSpPr/>
          <p:nvPr/>
        </p:nvSpPr>
        <p:spPr>
          <a:xfrm>
            <a:off x="5762000" y="5563954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15" name="Téglalap 114">
            <a:extLst>
              <a:ext uri="{FF2B5EF4-FFF2-40B4-BE49-F238E27FC236}">
                <a16:creationId xmlns:a16="http://schemas.microsoft.com/office/drawing/2014/main" id="{8EF89C7C-DE20-1781-A940-FF015F495C08}"/>
              </a:ext>
            </a:extLst>
          </p:cNvPr>
          <p:cNvSpPr/>
          <p:nvPr/>
        </p:nvSpPr>
        <p:spPr>
          <a:xfrm>
            <a:off x="6482000" y="5563954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16" name="Téglalap 115">
            <a:extLst>
              <a:ext uri="{FF2B5EF4-FFF2-40B4-BE49-F238E27FC236}">
                <a16:creationId xmlns:a16="http://schemas.microsoft.com/office/drawing/2014/main" id="{5E9BDBCA-771B-4F62-9AB7-797D1E6A147A}"/>
              </a:ext>
            </a:extLst>
          </p:cNvPr>
          <p:cNvSpPr/>
          <p:nvPr/>
        </p:nvSpPr>
        <p:spPr>
          <a:xfrm>
            <a:off x="7203000" y="5563954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17" name="Téglalap 116">
            <a:extLst>
              <a:ext uri="{FF2B5EF4-FFF2-40B4-BE49-F238E27FC236}">
                <a16:creationId xmlns:a16="http://schemas.microsoft.com/office/drawing/2014/main" id="{43FAE97E-2D77-36EA-CA9A-F1125D428088}"/>
              </a:ext>
            </a:extLst>
          </p:cNvPr>
          <p:cNvSpPr/>
          <p:nvPr/>
        </p:nvSpPr>
        <p:spPr>
          <a:xfrm>
            <a:off x="7924000" y="5563954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18" name="Téglalap 117">
            <a:extLst>
              <a:ext uri="{FF2B5EF4-FFF2-40B4-BE49-F238E27FC236}">
                <a16:creationId xmlns:a16="http://schemas.microsoft.com/office/drawing/2014/main" id="{7F893B16-21CE-389F-B516-90A22F1BC511}"/>
              </a:ext>
            </a:extLst>
          </p:cNvPr>
          <p:cNvSpPr/>
          <p:nvPr/>
        </p:nvSpPr>
        <p:spPr>
          <a:xfrm>
            <a:off x="8645000" y="5563954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19" name="Téglalap 118">
            <a:extLst>
              <a:ext uri="{FF2B5EF4-FFF2-40B4-BE49-F238E27FC236}">
                <a16:creationId xmlns:a16="http://schemas.microsoft.com/office/drawing/2014/main" id="{53194789-ACDA-3C94-F6C0-171A7ED6E0B8}"/>
              </a:ext>
            </a:extLst>
          </p:cNvPr>
          <p:cNvSpPr/>
          <p:nvPr/>
        </p:nvSpPr>
        <p:spPr>
          <a:xfrm>
            <a:off x="9364000" y="5563954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20" name="Téglalap 119">
            <a:extLst>
              <a:ext uri="{FF2B5EF4-FFF2-40B4-BE49-F238E27FC236}">
                <a16:creationId xmlns:a16="http://schemas.microsoft.com/office/drawing/2014/main" id="{3988CF5A-6A63-B27D-CDE6-01A84DC4FD50}"/>
              </a:ext>
            </a:extLst>
          </p:cNvPr>
          <p:cNvSpPr/>
          <p:nvPr/>
        </p:nvSpPr>
        <p:spPr>
          <a:xfrm>
            <a:off x="10084000" y="5563954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21" name="Téglalap 120">
            <a:extLst>
              <a:ext uri="{FF2B5EF4-FFF2-40B4-BE49-F238E27FC236}">
                <a16:creationId xmlns:a16="http://schemas.microsoft.com/office/drawing/2014/main" id="{6B6F0359-C96F-E289-83A9-86B9C63C49A3}"/>
              </a:ext>
            </a:extLst>
          </p:cNvPr>
          <p:cNvSpPr/>
          <p:nvPr/>
        </p:nvSpPr>
        <p:spPr>
          <a:xfrm>
            <a:off x="10804000" y="5563954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22" name="Téglalap 121">
            <a:extLst>
              <a:ext uri="{FF2B5EF4-FFF2-40B4-BE49-F238E27FC236}">
                <a16:creationId xmlns:a16="http://schemas.microsoft.com/office/drawing/2014/main" id="{C51627F2-D031-1203-706B-F14893ADC0C9}"/>
              </a:ext>
            </a:extLst>
          </p:cNvPr>
          <p:cNvSpPr/>
          <p:nvPr/>
        </p:nvSpPr>
        <p:spPr>
          <a:xfrm>
            <a:off x="11524000" y="5563954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23" name="Téglalap 122">
            <a:extLst>
              <a:ext uri="{FF2B5EF4-FFF2-40B4-BE49-F238E27FC236}">
                <a16:creationId xmlns:a16="http://schemas.microsoft.com/office/drawing/2014/main" id="{C0C8704E-CBB8-2906-2231-A5DC8B01C2BB}"/>
              </a:ext>
            </a:extLst>
          </p:cNvPr>
          <p:cNvSpPr/>
          <p:nvPr/>
        </p:nvSpPr>
        <p:spPr>
          <a:xfrm>
            <a:off x="0" y="628395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24" name="Téglalap 123">
            <a:extLst>
              <a:ext uri="{FF2B5EF4-FFF2-40B4-BE49-F238E27FC236}">
                <a16:creationId xmlns:a16="http://schemas.microsoft.com/office/drawing/2014/main" id="{D3720FBF-9CC4-D13E-D44F-6DDAFE9859A6}"/>
              </a:ext>
            </a:extLst>
          </p:cNvPr>
          <p:cNvSpPr/>
          <p:nvPr/>
        </p:nvSpPr>
        <p:spPr>
          <a:xfrm>
            <a:off x="720000" y="628395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25" name="Téglalap 124">
            <a:extLst>
              <a:ext uri="{FF2B5EF4-FFF2-40B4-BE49-F238E27FC236}">
                <a16:creationId xmlns:a16="http://schemas.microsoft.com/office/drawing/2014/main" id="{3E1031CF-1485-CF04-E524-682057D87BCD}"/>
              </a:ext>
            </a:extLst>
          </p:cNvPr>
          <p:cNvSpPr/>
          <p:nvPr/>
        </p:nvSpPr>
        <p:spPr>
          <a:xfrm>
            <a:off x="1441000" y="628395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26" name="Téglalap 125">
            <a:extLst>
              <a:ext uri="{FF2B5EF4-FFF2-40B4-BE49-F238E27FC236}">
                <a16:creationId xmlns:a16="http://schemas.microsoft.com/office/drawing/2014/main" id="{EC8B2A1E-15AE-B971-7D6B-F29A040BD6E4}"/>
              </a:ext>
            </a:extLst>
          </p:cNvPr>
          <p:cNvSpPr/>
          <p:nvPr/>
        </p:nvSpPr>
        <p:spPr>
          <a:xfrm>
            <a:off x="2162000" y="628395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27" name="Téglalap 126">
            <a:extLst>
              <a:ext uri="{FF2B5EF4-FFF2-40B4-BE49-F238E27FC236}">
                <a16:creationId xmlns:a16="http://schemas.microsoft.com/office/drawing/2014/main" id="{690CA3E6-4E75-A0E2-AA4D-3E668A62F877}"/>
              </a:ext>
            </a:extLst>
          </p:cNvPr>
          <p:cNvSpPr/>
          <p:nvPr/>
        </p:nvSpPr>
        <p:spPr>
          <a:xfrm>
            <a:off x="2883000" y="628395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28" name="Téglalap 127">
            <a:extLst>
              <a:ext uri="{FF2B5EF4-FFF2-40B4-BE49-F238E27FC236}">
                <a16:creationId xmlns:a16="http://schemas.microsoft.com/office/drawing/2014/main" id="{A2E89C9E-0079-12D0-7967-C4713493931B}"/>
              </a:ext>
            </a:extLst>
          </p:cNvPr>
          <p:cNvSpPr/>
          <p:nvPr/>
        </p:nvSpPr>
        <p:spPr>
          <a:xfrm>
            <a:off x="4322000" y="6283954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29" name="Téglalap 128">
            <a:extLst>
              <a:ext uri="{FF2B5EF4-FFF2-40B4-BE49-F238E27FC236}">
                <a16:creationId xmlns:a16="http://schemas.microsoft.com/office/drawing/2014/main" id="{FF13D3FA-4AEE-6DFC-C5C1-D96C84B8E053}"/>
              </a:ext>
            </a:extLst>
          </p:cNvPr>
          <p:cNvSpPr/>
          <p:nvPr/>
        </p:nvSpPr>
        <p:spPr>
          <a:xfrm>
            <a:off x="5042000" y="6283954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30" name="Téglalap 129">
            <a:extLst>
              <a:ext uri="{FF2B5EF4-FFF2-40B4-BE49-F238E27FC236}">
                <a16:creationId xmlns:a16="http://schemas.microsoft.com/office/drawing/2014/main" id="{4A238D4A-8322-DEFC-9AD1-A445B3F4B440}"/>
              </a:ext>
            </a:extLst>
          </p:cNvPr>
          <p:cNvSpPr/>
          <p:nvPr/>
        </p:nvSpPr>
        <p:spPr>
          <a:xfrm>
            <a:off x="5762000" y="6283954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31" name="Téglalap 130">
            <a:extLst>
              <a:ext uri="{FF2B5EF4-FFF2-40B4-BE49-F238E27FC236}">
                <a16:creationId xmlns:a16="http://schemas.microsoft.com/office/drawing/2014/main" id="{EAE47EC9-88C8-1ACD-A7CC-AE9B485033FA}"/>
              </a:ext>
            </a:extLst>
          </p:cNvPr>
          <p:cNvSpPr/>
          <p:nvPr/>
        </p:nvSpPr>
        <p:spPr>
          <a:xfrm>
            <a:off x="6482000" y="6283954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32" name="Téglalap 131">
            <a:extLst>
              <a:ext uri="{FF2B5EF4-FFF2-40B4-BE49-F238E27FC236}">
                <a16:creationId xmlns:a16="http://schemas.microsoft.com/office/drawing/2014/main" id="{2537CFD4-FC32-993F-9A9C-D6EDA52CC112}"/>
              </a:ext>
            </a:extLst>
          </p:cNvPr>
          <p:cNvSpPr/>
          <p:nvPr/>
        </p:nvSpPr>
        <p:spPr>
          <a:xfrm>
            <a:off x="7203000" y="6283954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33" name="Téglalap 132">
            <a:extLst>
              <a:ext uri="{FF2B5EF4-FFF2-40B4-BE49-F238E27FC236}">
                <a16:creationId xmlns:a16="http://schemas.microsoft.com/office/drawing/2014/main" id="{D9129D98-7170-89A6-E0F7-2083858908AB}"/>
              </a:ext>
            </a:extLst>
          </p:cNvPr>
          <p:cNvSpPr/>
          <p:nvPr/>
        </p:nvSpPr>
        <p:spPr>
          <a:xfrm>
            <a:off x="7924000" y="6283954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34" name="Téglalap 133">
            <a:extLst>
              <a:ext uri="{FF2B5EF4-FFF2-40B4-BE49-F238E27FC236}">
                <a16:creationId xmlns:a16="http://schemas.microsoft.com/office/drawing/2014/main" id="{7B24302A-E880-CB89-E91F-BA2D822BB8F0}"/>
              </a:ext>
            </a:extLst>
          </p:cNvPr>
          <p:cNvSpPr/>
          <p:nvPr/>
        </p:nvSpPr>
        <p:spPr>
          <a:xfrm>
            <a:off x="8645000" y="6283954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35" name="Téglalap 134">
            <a:extLst>
              <a:ext uri="{FF2B5EF4-FFF2-40B4-BE49-F238E27FC236}">
                <a16:creationId xmlns:a16="http://schemas.microsoft.com/office/drawing/2014/main" id="{22E6DBEA-611D-08AA-1AF4-3FDFF3C77DF6}"/>
              </a:ext>
            </a:extLst>
          </p:cNvPr>
          <p:cNvSpPr/>
          <p:nvPr/>
        </p:nvSpPr>
        <p:spPr>
          <a:xfrm>
            <a:off x="9364000" y="6283954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36" name="Téglalap 135">
            <a:extLst>
              <a:ext uri="{FF2B5EF4-FFF2-40B4-BE49-F238E27FC236}">
                <a16:creationId xmlns:a16="http://schemas.microsoft.com/office/drawing/2014/main" id="{D216C0F7-067B-E970-4D00-6F9A9DFC1543}"/>
              </a:ext>
            </a:extLst>
          </p:cNvPr>
          <p:cNvSpPr/>
          <p:nvPr/>
        </p:nvSpPr>
        <p:spPr>
          <a:xfrm>
            <a:off x="10084000" y="6283954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37" name="Téglalap 136">
            <a:extLst>
              <a:ext uri="{FF2B5EF4-FFF2-40B4-BE49-F238E27FC236}">
                <a16:creationId xmlns:a16="http://schemas.microsoft.com/office/drawing/2014/main" id="{23A385DD-8CDA-D81D-53F0-C8B906C3AFCE}"/>
              </a:ext>
            </a:extLst>
          </p:cNvPr>
          <p:cNvSpPr/>
          <p:nvPr/>
        </p:nvSpPr>
        <p:spPr>
          <a:xfrm>
            <a:off x="10804000" y="6283954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38" name="Téglalap 137">
            <a:extLst>
              <a:ext uri="{FF2B5EF4-FFF2-40B4-BE49-F238E27FC236}">
                <a16:creationId xmlns:a16="http://schemas.microsoft.com/office/drawing/2014/main" id="{387DE3DE-1E99-1478-7E32-B632BA7BB440}"/>
              </a:ext>
            </a:extLst>
          </p:cNvPr>
          <p:cNvSpPr/>
          <p:nvPr/>
        </p:nvSpPr>
        <p:spPr>
          <a:xfrm>
            <a:off x="11524000" y="6283954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39" name="Téglalap 138">
            <a:extLst>
              <a:ext uri="{FF2B5EF4-FFF2-40B4-BE49-F238E27FC236}">
                <a16:creationId xmlns:a16="http://schemas.microsoft.com/office/drawing/2014/main" id="{2B61109C-1599-FAC5-B806-7D6D36FBA865}"/>
              </a:ext>
            </a:extLst>
          </p:cNvPr>
          <p:cNvSpPr/>
          <p:nvPr/>
        </p:nvSpPr>
        <p:spPr>
          <a:xfrm>
            <a:off x="1441000" y="-3674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40" name="Téglalap 139">
            <a:extLst>
              <a:ext uri="{FF2B5EF4-FFF2-40B4-BE49-F238E27FC236}">
                <a16:creationId xmlns:a16="http://schemas.microsoft.com/office/drawing/2014/main" id="{68559C33-3FA1-0133-9AF5-1025FF588FCB}"/>
              </a:ext>
            </a:extLst>
          </p:cNvPr>
          <p:cNvSpPr/>
          <p:nvPr/>
        </p:nvSpPr>
        <p:spPr>
          <a:xfrm>
            <a:off x="2162000" y="-3674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41" name="Téglalap 140">
            <a:extLst>
              <a:ext uri="{FF2B5EF4-FFF2-40B4-BE49-F238E27FC236}">
                <a16:creationId xmlns:a16="http://schemas.microsoft.com/office/drawing/2014/main" id="{B9F83C84-2BBF-C4CB-FBA5-2135396E8C88}"/>
              </a:ext>
            </a:extLst>
          </p:cNvPr>
          <p:cNvSpPr/>
          <p:nvPr/>
        </p:nvSpPr>
        <p:spPr>
          <a:xfrm>
            <a:off x="1441000" y="71632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42" name="Téglalap 141">
            <a:extLst>
              <a:ext uri="{FF2B5EF4-FFF2-40B4-BE49-F238E27FC236}">
                <a16:creationId xmlns:a16="http://schemas.microsoft.com/office/drawing/2014/main" id="{6F98568B-79B4-62BB-B19C-E433109024F0}"/>
              </a:ext>
            </a:extLst>
          </p:cNvPr>
          <p:cNvSpPr/>
          <p:nvPr/>
        </p:nvSpPr>
        <p:spPr>
          <a:xfrm>
            <a:off x="2162000" y="71632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43" name="Téglalap 142">
            <a:extLst>
              <a:ext uri="{FF2B5EF4-FFF2-40B4-BE49-F238E27FC236}">
                <a16:creationId xmlns:a16="http://schemas.microsoft.com/office/drawing/2014/main" id="{61B6678E-4768-1908-8084-A94DD8A5756D}"/>
              </a:ext>
            </a:extLst>
          </p:cNvPr>
          <p:cNvSpPr/>
          <p:nvPr/>
        </p:nvSpPr>
        <p:spPr>
          <a:xfrm>
            <a:off x="2883000" y="71632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44" name="Téglalap 143">
            <a:extLst>
              <a:ext uri="{FF2B5EF4-FFF2-40B4-BE49-F238E27FC236}">
                <a16:creationId xmlns:a16="http://schemas.microsoft.com/office/drawing/2014/main" id="{E72868E3-C626-B969-20D5-49194BE0F8B6}"/>
              </a:ext>
            </a:extLst>
          </p:cNvPr>
          <p:cNvSpPr/>
          <p:nvPr/>
        </p:nvSpPr>
        <p:spPr>
          <a:xfrm>
            <a:off x="3602000" y="71632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4000" b="1" dirty="0">
                <a:solidFill>
                  <a:srgbClr val="388E3C"/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145" name="Téglalap 144">
            <a:extLst>
              <a:ext uri="{FF2B5EF4-FFF2-40B4-BE49-F238E27FC236}">
                <a16:creationId xmlns:a16="http://schemas.microsoft.com/office/drawing/2014/main" id="{75AB7CB1-4FD0-E8C8-03E1-FEF23941B064}"/>
              </a:ext>
            </a:extLst>
          </p:cNvPr>
          <p:cNvSpPr/>
          <p:nvPr/>
        </p:nvSpPr>
        <p:spPr>
          <a:xfrm>
            <a:off x="10084000" y="71632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46" name="Téglalap 145">
            <a:extLst>
              <a:ext uri="{FF2B5EF4-FFF2-40B4-BE49-F238E27FC236}">
                <a16:creationId xmlns:a16="http://schemas.microsoft.com/office/drawing/2014/main" id="{E64BFF8C-4685-8C6D-24D7-0FE6313833F6}"/>
              </a:ext>
            </a:extLst>
          </p:cNvPr>
          <p:cNvSpPr/>
          <p:nvPr/>
        </p:nvSpPr>
        <p:spPr>
          <a:xfrm>
            <a:off x="2883000" y="-367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47" name="Téglalap 146">
            <a:extLst>
              <a:ext uri="{FF2B5EF4-FFF2-40B4-BE49-F238E27FC236}">
                <a16:creationId xmlns:a16="http://schemas.microsoft.com/office/drawing/2014/main" id="{F149C475-F7F1-8772-F207-1244FE693EBC}"/>
              </a:ext>
            </a:extLst>
          </p:cNvPr>
          <p:cNvSpPr/>
          <p:nvPr/>
        </p:nvSpPr>
        <p:spPr>
          <a:xfrm>
            <a:off x="3602000" y="-367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48" name="Téglalap 147">
            <a:extLst>
              <a:ext uri="{FF2B5EF4-FFF2-40B4-BE49-F238E27FC236}">
                <a16:creationId xmlns:a16="http://schemas.microsoft.com/office/drawing/2014/main" id="{85CF0508-B51C-805F-1E2C-C90F24930A43}"/>
              </a:ext>
            </a:extLst>
          </p:cNvPr>
          <p:cNvSpPr/>
          <p:nvPr/>
        </p:nvSpPr>
        <p:spPr>
          <a:xfrm>
            <a:off x="4322000" y="-367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49" name="Téglalap 148">
            <a:extLst>
              <a:ext uri="{FF2B5EF4-FFF2-40B4-BE49-F238E27FC236}">
                <a16:creationId xmlns:a16="http://schemas.microsoft.com/office/drawing/2014/main" id="{B881B4BD-95B2-0FF8-6E45-BF6124AC5E7E}"/>
              </a:ext>
            </a:extLst>
          </p:cNvPr>
          <p:cNvSpPr/>
          <p:nvPr/>
        </p:nvSpPr>
        <p:spPr>
          <a:xfrm>
            <a:off x="5042000" y="-367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50" name="Téglalap 149">
            <a:extLst>
              <a:ext uri="{FF2B5EF4-FFF2-40B4-BE49-F238E27FC236}">
                <a16:creationId xmlns:a16="http://schemas.microsoft.com/office/drawing/2014/main" id="{83D09B8D-1E49-21CE-D0B3-75EC2BD5066B}"/>
              </a:ext>
            </a:extLst>
          </p:cNvPr>
          <p:cNvSpPr/>
          <p:nvPr/>
        </p:nvSpPr>
        <p:spPr>
          <a:xfrm>
            <a:off x="5762000" y="-367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51" name="Téglalap 150">
            <a:extLst>
              <a:ext uri="{FF2B5EF4-FFF2-40B4-BE49-F238E27FC236}">
                <a16:creationId xmlns:a16="http://schemas.microsoft.com/office/drawing/2014/main" id="{F076C769-351E-62EF-C38C-25D4BC3B6C34}"/>
              </a:ext>
            </a:extLst>
          </p:cNvPr>
          <p:cNvSpPr/>
          <p:nvPr/>
        </p:nvSpPr>
        <p:spPr>
          <a:xfrm>
            <a:off x="6482000" y="-367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52" name="Téglalap 151">
            <a:extLst>
              <a:ext uri="{FF2B5EF4-FFF2-40B4-BE49-F238E27FC236}">
                <a16:creationId xmlns:a16="http://schemas.microsoft.com/office/drawing/2014/main" id="{0F1C5800-D6D8-D912-D4A0-8981B98BF276}"/>
              </a:ext>
            </a:extLst>
          </p:cNvPr>
          <p:cNvSpPr/>
          <p:nvPr/>
        </p:nvSpPr>
        <p:spPr>
          <a:xfrm>
            <a:off x="7203000" y="-367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53" name="Téglalap 152">
            <a:extLst>
              <a:ext uri="{FF2B5EF4-FFF2-40B4-BE49-F238E27FC236}">
                <a16:creationId xmlns:a16="http://schemas.microsoft.com/office/drawing/2014/main" id="{1387ED3B-CF59-1C23-EAD8-1186EB5538F0}"/>
              </a:ext>
            </a:extLst>
          </p:cNvPr>
          <p:cNvSpPr/>
          <p:nvPr/>
        </p:nvSpPr>
        <p:spPr>
          <a:xfrm>
            <a:off x="7924000" y="-367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54" name="Téglalap 153">
            <a:extLst>
              <a:ext uri="{FF2B5EF4-FFF2-40B4-BE49-F238E27FC236}">
                <a16:creationId xmlns:a16="http://schemas.microsoft.com/office/drawing/2014/main" id="{0C7BF191-ED89-0E7E-6E14-1B3113084ECE}"/>
              </a:ext>
            </a:extLst>
          </p:cNvPr>
          <p:cNvSpPr/>
          <p:nvPr/>
        </p:nvSpPr>
        <p:spPr>
          <a:xfrm>
            <a:off x="8645000" y="-367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55" name="Téglalap 154">
            <a:extLst>
              <a:ext uri="{FF2B5EF4-FFF2-40B4-BE49-F238E27FC236}">
                <a16:creationId xmlns:a16="http://schemas.microsoft.com/office/drawing/2014/main" id="{C9B28927-77C8-2280-5A87-4FF3AA446855}"/>
              </a:ext>
            </a:extLst>
          </p:cNvPr>
          <p:cNvSpPr/>
          <p:nvPr/>
        </p:nvSpPr>
        <p:spPr>
          <a:xfrm>
            <a:off x="9364000" y="-367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56" name="Téglalap 155">
            <a:extLst>
              <a:ext uri="{FF2B5EF4-FFF2-40B4-BE49-F238E27FC236}">
                <a16:creationId xmlns:a16="http://schemas.microsoft.com/office/drawing/2014/main" id="{E650DD5D-5411-21B3-AFE4-6C9CD73C737C}"/>
              </a:ext>
            </a:extLst>
          </p:cNvPr>
          <p:cNvSpPr/>
          <p:nvPr/>
        </p:nvSpPr>
        <p:spPr>
          <a:xfrm>
            <a:off x="10084000" y="-367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57" name="Téglalap 156">
            <a:extLst>
              <a:ext uri="{FF2B5EF4-FFF2-40B4-BE49-F238E27FC236}">
                <a16:creationId xmlns:a16="http://schemas.microsoft.com/office/drawing/2014/main" id="{F85C884F-0148-E956-8637-E695FC54E500}"/>
              </a:ext>
            </a:extLst>
          </p:cNvPr>
          <p:cNvSpPr/>
          <p:nvPr/>
        </p:nvSpPr>
        <p:spPr>
          <a:xfrm>
            <a:off x="5042000" y="716326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58" name="Téglalap 157">
            <a:extLst>
              <a:ext uri="{FF2B5EF4-FFF2-40B4-BE49-F238E27FC236}">
                <a16:creationId xmlns:a16="http://schemas.microsoft.com/office/drawing/2014/main" id="{66379887-D044-D621-502B-77AB34260256}"/>
              </a:ext>
            </a:extLst>
          </p:cNvPr>
          <p:cNvSpPr/>
          <p:nvPr/>
        </p:nvSpPr>
        <p:spPr>
          <a:xfrm>
            <a:off x="5762000" y="716326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59" name="Téglalap 158">
            <a:extLst>
              <a:ext uri="{FF2B5EF4-FFF2-40B4-BE49-F238E27FC236}">
                <a16:creationId xmlns:a16="http://schemas.microsoft.com/office/drawing/2014/main" id="{8A81F613-715D-2230-86AF-CFDDFE3C155D}"/>
              </a:ext>
            </a:extLst>
          </p:cNvPr>
          <p:cNvSpPr/>
          <p:nvPr/>
        </p:nvSpPr>
        <p:spPr>
          <a:xfrm>
            <a:off x="6482000" y="716326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60" name="Téglalap 159">
            <a:extLst>
              <a:ext uri="{FF2B5EF4-FFF2-40B4-BE49-F238E27FC236}">
                <a16:creationId xmlns:a16="http://schemas.microsoft.com/office/drawing/2014/main" id="{62357368-85E3-55E6-EE11-3921597BFC7B}"/>
              </a:ext>
            </a:extLst>
          </p:cNvPr>
          <p:cNvSpPr/>
          <p:nvPr/>
        </p:nvSpPr>
        <p:spPr>
          <a:xfrm>
            <a:off x="7203000" y="716326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61" name="Téglalap 160">
            <a:extLst>
              <a:ext uri="{FF2B5EF4-FFF2-40B4-BE49-F238E27FC236}">
                <a16:creationId xmlns:a16="http://schemas.microsoft.com/office/drawing/2014/main" id="{D7043F65-B594-ECD3-F22C-7CAFF1F9EDD7}"/>
              </a:ext>
            </a:extLst>
          </p:cNvPr>
          <p:cNvSpPr/>
          <p:nvPr/>
        </p:nvSpPr>
        <p:spPr>
          <a:xfrm>
            <a:off x="7924000" y="716326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62" name="Téglalap 161">
            <a:extLst>
              <a:ext uri="{FF2B5EF4-FFF2-40B4-BE49-F238E27FC236}">
                <a16:creationId xmlns:a16="http://schemas.microsoft.com/office/drawing/2014/main" id="{BBDBAAC3-6556-56FB-95FC-F9256464CB35}"/>
              </a:ext>
            </a:extLst>
          </p:cNvPr>
          <p:cNvSpPr/>
          <p:nvPr/>
        </p:nvSpPr>
        <p:spPr>
          <a:xfrm>
            <a:off x="8645000" y="716326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63" name="Téglalap 162">
            <a:extLst>
              <a:ext uri="{FF2B5EF4-FFF2-40B4-BE49-F238E27FC236}">
                <a16:creationId xmlns:a16="http://schemas.microsoft.com/office/drawing/2014/main" id="{E2F691DE-1889-4073-1BF0-0004BDAEB45F}"/>
              </a:ext>
            </a:extLst>
          </p:cNvPr>
          <p:cNvSpPr/>
          <p:nvPr/>
        </p:nvSpPr>
        <p:spPr>
          <a:xfrm>
            <a:off x="9364000" y="716326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64" name="Címkocka">
            <a:extLst>
              <a:ext uri="{FF2B5EF4-FFF2-40B4-BE49-F238E27FC236}">
                <a16:creationId xmlns:a16="http://schemas.microsoft.com/office/drawing/2014/main" id="{34EBA853-F56A-1084-381A-F77FC455EDA4}"/>
              </a:ext>
            </a:extLst>
          </p:cNvPr>
          <p:cNvSpPr/>
          <p:nvPr/>
        </p:nvSpPr>
        <p:spPr>
          <a:xfrm>
            <a:off x="3602000" y="419535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65" name="Címkocka">
            <a:extLst>
              <a:ext uri="{FF2B5EF4-FFF2-40B4-BE49-F238E27FC236}">
                <a16:creationId xmlns:a16="http://schemas.microsoft.com/office/drawing/2014/main" id="{CDC8D4D0-4FC4-41EC-8EE5-8E71B8B6A6DE}"/>
              </a:ext>
            </a:extLst>
          </p:cNvPr>
          <p:cNvSpPr/>
          <p:nvPr/>
        </p:nvSpPr>
        <p:spPr>
          <a:xfrm>
            <a:off x="4322000" y="419535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66" name="Címkocka">
            <a:extLst>
              <a:ext uri="{FF2B5EF4-FFF2-40B4-BE49-F238E27FC236}">
                <a16:creationId xmlns:a16="http://schemas.microsoft.com/office/drawing/2014/main" id="{C1E191E1-B36F-779A-ABC2-C9FB896770FB}"/>
              </a:ext>
            </a:extLst>
          </p:cNvPr>
          <p:cNvSpPr/>
          <p:nvPr/>
        </p:nvSpPr>
        <p:spPr>
          <a:xfrm>
            <a:off x="5042000" y="419535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67" name="Címkocka">
            <a:extLst>
              <a:ext uri="{FF2B5EF4-FFF2-40B4-BE49-F238E27FC236}">
                <a16:creationId xmlns:a16="http://schemas.microsoft.com/office/drawing/2014/main" id="{BB0B46F7-418F-4884-810C-305D18FCECB3}"/>
              </a:ext>
            </a:extLst>
          </p:cNvPr>
          <p:cNvSpPr/>
          <p:nvPr/>
        </p:nvSpPr>
        <p:spPr>
          <a:xfrm>
            <a:off x="7924000" y="419535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68" name="Címkocka">
            <a:extLst>
              <a:ext uri="{FF2B5EF4-FFF2-40B4-BE49-F238E27FC236}">
                <a16:creationId xmlns:a16="http://schemas.microsoft.com/office/drawing/2014/main" id="{AEA919C2-2B99-4391-9756-FA0FB129F1A9}"/>
              </a:ext>
            </a:extLst>
          </p:cNvPr>
          <p:cNvSpPr/>
          <p:nvPr/>
        </p:nvSpPr>
        <p:spPr>
          <a:xfrm>
            <a:off x="3602000" y="491535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69" name="Téglalap 168">
            <a:extLst>
              <a:ext uri="{FF2B5EF4-FFF2-40B4-BE49-F238E27FC236}">
                <a16:creationId xmlns:a16="http://schemas.microsoft.com/office/drawing/2014/main" id="{8E8478F4-50E7-CE8B-17AC-07DD43907A42}"/>
              </a:ext>
            </a:extLst>
          </p:cNvPr>
          <p:cNvSpPr/>
          <p:nvPr/>
        </p:nvSpPr>
        <p:spPr>
          <a:xfrm>
            <a:off x="3602000" y="556395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70" name="Téglalap 169">
            <a:extLst>
              <a:ext uri="{FF2B5EF4-FFF2-40B4-BE49-F238E27FC236}">
                <a16:creationId xmlns:a16="http://schemas.microsoft.com/office/drawing/2014/main" id="{C6A70D7C-3158-4C37-4F1F-57420CCB78A8}"/>
              </a:ext>
            </a:extLst>
          </p:cNvPr>
          <p:cNvSpPr/>
          <p:nvPr/>
        </p:nvSpPr>
        <p:spPr>
          <a:xfrm>
            <a:off x="3602000" y="628395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cxnSp>
        <p:nvCxnSpPr>
          <p:cNvPr id="171" name="Egyenes összekötő 170">
            <a:extLst>
              <a:ext uri="{FF2B5EF4-FFF2-40B4-BE49-F238E27FC236}">
                <a16:creationId xmlns:a16="http://schemas.microsoft.com/office/drawing/2014/main" id="{736FD501-19E4-2BBB-1BC3-EBA2224EC631}"/>
              </a:ext>
            </a:extLst>
          </p:cNvPr>
          <p:cNvCxnSpPr/>
          <p:nvPr/>
        </p:nvCxnSpPr>
        <p:spPr>
          <a:xfrm>
            <a:off x="0" y="735376"/>
            <a:ext cx="720000" cy="0"/>
          </a:xfrm>
          <a:prstGeom prst="line">
            <a:avLst/>
          </a:prstGeom>
          <a:ln w="38100">
            <a:solidFill>
              <a:srgbClr val="87A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Egyenes összekötő 171">
            <a:extLst>
              <a:ext uri="{FF2B5EF4-FFF2-40B4-BE49-F238E27FC236}">
                <a16:creationId xmlns:a16="http://schemas.microsoft.com/office/drawing/2014/main" id="{FC31B540-6948-4CB1-EF6F-5DCF2FF35D39}"/>
              </a:ext>
            </a:extLst>
          </p:cNvPr>
          <p:cNvCxnSpPr>
            <a:cxnSpLocks/>
          </p:cNvCxnSpPr>
          <p:nvPr/>
        </p:nvCxnSpPr>
        <p:spPr>
          <a:xfrm flipH="1">
            <a:off x="739241" y="-51303"/>
            <a:ext cx="1" cy="806155"/>
          </a:xfrm>
          <a:prstGeom prst="line">
            <a:avLst/>
          </a:prstGeom>
          <a:ln w="38100">
            <a:solidFill>
              <a:srgbClr val="87A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3" name="Téglalap 172">
            <a:extLst>
              <a:ext uri="{FF2B5EF4-FFF2-40B4-BE49-F238E27FC236}">
                <a16:creationId xmlns:a16="http://schemas.microsoft.com/office/drawing/2014/main" id="{4624B3FD-D685-F43D-DC3F-38ABF092F1BC}"/>
              </a:ext>
            </a:extLst>
          </p:cNvPr>
          <p:cNvSpPr/>
          <p:nvPr/>
        </p:nvSpPr>
        <p:spPr>
          <a:xfrm>
            <a:off x="4322000" y="716326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cxnSp>
        <p:nvCxnSpPr>
          <p:cNvPr id="174" name="Egyenes összekötő 173">
            <a:extLst>
              <a:ext uri="{FF2B5EF4-FFF2-40B4-BE49-F238E27FC236}">
                <a16:creationId xmlns:a16="http://schemas.microsoft.com/office/drawing/2014/main" id="{68DED80D-A09A-99C6-7D20-B8527EDFC926}"/>
              </a:ext>
            </a:extLst>
          </p:cNvPr>
          <p:cNvCxnSpPr>
            <a:cxnSpLocks/>
          </p:cNvCxnSpPr>
          <p:nvPr/>
        </p:nvCxnSpPr>
        <p:spPr>
          <a:xfrm>
            <a:off x="2853193" y="735376"/>
            <a:ext cx="1468807" cy="0"/>
          </a:xfrm>
          <a:prstGeom prst="line">
            <a:avLst/>
          </a:prstGeom>
          <a:ln w="38100">
            <a:solidFill>
              <a:srgbClr val="87A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Egyenes összekötő 174">
            <a:extLst>
              <a:ext uri="{FF2B5EF4-FFF2-40B4-BE49-F238E27FC236}">
                <a16:creationId xmlns:a16="http://schemas.microsoft.com/office/drawing/2014/main" id="{039843D5-F5F0-CE48-D206-125D2C0D0415}"/>
              </a:ext>
            </a:extLst>
          </p:cNvPr>
          <p:cNvCxnSpPr>
            <a:cxnSpLocks/>
          </p:cNvCxnSpPr>
          <p:nvPr/>
        </p:nvCxnSpPr>
        <p:spPr>
          <a:xfrm>
            <a:off x="4302755" y="735376"/>
            <a:ext cx="1" cy="700950"/>
          </a:xfrm>
          <a:prstGeom prst="line">
            <a:avLst/>
          </a:prstGeom>
          <a:ln w="38100">
            <a:solidFill>
              <a:srgbClr val="87A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Egyenes összekötő 175">
            <a:extLst>
              <a:ext uri="{FF2B5EF4-FFF2-40B4-BE49-F238E27FC236}">
                <a16:creationId xmlns:a16="http://schemas.microsoft.com/office/drawing/2014/main" id="{BCF8DA78-282C-B15C-9813-4654B93069CE}"/>
              </a:ext>
            </a:extLst>
          </p:cNvPr>
          <p:cNvCxnSpPr>
            <a:cxnSpLocks/>
          </p:cNvCxnSpPr>
          <p:nvPr/>
        </p:nvCxnSpPr>
        <p:spPr>
          <a:xfrm>
            <a:off x="4293193" y="1440182"/>
            <a:ext cx="5790807" cy="0"/>
          </a:xfrm>
          <a:prstGeom prst="line">
            <a:avLst/>
          </a:prstGeom>
          <a:ln w="38100">
            <a:solidFill>
              <a:srgbClr val="87A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Egyenes összekötő 176">
            <a:extLst>
              <a:ext uri="{FF2B5EF4-FFF2-40B4-BE49-F238E27FC236}">
                <a16:creationId xmlns:a16="http://schemas.microsoft.com/office/drawing/2014/main" id="{2059FEC8-A307-1CE3-53E2-D77BDDB36A81}"/>
              </a:ext>
            </a:extLst>
          </p:cNvPr>
          <p:cNvCxnSpPr>
            <a:cxnSpLocks/>
          </p:cNvCxnSpPr>
          <p:nvPr/>
        </p:nvCxnSpPr>
        <p:spPr>
          <a:xfrm>
            <a:off x="10084000" y="735376"/>
            <a:ext cx="2160000" cy="0"/>
          </a:xfrm>
          <a:prstGeom prst="line">
            <a:avLst/>
          </a:prstGeom>
          <a:ln w="38100">
            <a:solidFill>
              <a:srgbClr val="87A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Egyenes összekötő 177">
            <a:extLst>
              <a:ext uri="{FF2B5EF4-FFF2-40B4-BE49-F238E27FC236}">
                <a16:creationId xmlns:a16="http://schemas.microsoft.com/office/drawing/2014/main" id="{1D02F740-ED19-C27F-E752-5D4222BDCC03}"/>
              </a:ext>
            </a:extLst>
          </p:cNvPr>
          <p:cNvCxnSpPr>
            <a:cxnSpLocks/>
          </p:cNvCxnSpPr>
          <p:nvPr/>
        </p:nvCxnSpPr>
        <p:spPr>
          <a:xfrm>
            <a:off x="10103244" y="735376"/>
            <a:ext cx="40" cy="724760"/>
          </a:xfrm>
          <a:prstGeom prst="line">
            <a:avLst/>
          </a:prstGeom>
          <a:ln w="38100">
            <a:solidFill>
              <a:srgbClr val="87A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Egyenes összekötő 178">
            <a:extLst>
              <a:ext uri="{FF2B5EF4-FFF2-40B4-BE49-F238E27FC236}">
                <a16:creationId xmlns:a16="http://schemas.microsoft.com/office/drawing/2014/main" id="{EB50F6CD-F7EE-B260-ACD0-28DE5DCD4707}"/>
              </a:ext>
            </a:extLst>
          </p:cNvPr>
          <p:cNvCxnSpPr>
            <a:cxnSpLocks/>
          </p:cNvCxnSpPr>
          <p:nvPr/>
        </p:nvCxnSpPr>
        <p:spPr>
          <a:xfrm>
            <a:off x="-24027" y="4191362"/>
            <a:ext cx="5790807" cy="0"/>
          </a:xfrm>
          <a:prstGeom prst="line">
            <a:avLst/>
          </a:prstGeom>
          <a:ln w="38100">
            <a:solidFill>
              <a:srgbClr val="87A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Egyenes összekötő 179">
            <a:extLst>
              <a:ext uri="{FF2B5EF4-FFF2-40B4-BE49-F238E27FC236}">
                <a16:creationId xmlns:a16="http://schemas.microsoft.com/office/drawing/2014/main" id="{88BE3639-8871-A67C-FA35-026B041C2E2F}"/>
              </a:ext>
            </a:extLst>
          </p:cNvPr>
          <p:cNvCxnSpPr>
            <a:cxnSpLocks/>
          </p:cNvCxnSpPr>
          <p:nvPr/>
        </p:nvCxnSpPr>
        <p:spPr>
          <a:xfrm flipH="1">
            <a:off x="5778509" y="4172436"/>
            <a:ext cx="1" cy="742915"/>
          </a:xfrm>
          <a:prstGeom prst="line">
            <a:avLst/>
          </a:prstGeom>
          <a:ln w="38100">
            <a:solidFill>
              <a:srgbClr val="87A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Egyenes összekötő 180">
            <a:extLst>
              <a:ext uri="{FF2B5EF4-FFF2-40B4-BE49-F238E27FC236}">
                <a16:creationId xmlns:a16="http://schemas.microsoft.com/office/drawing/2014/main" id="{95C67E8C-AABF-2582-619F-754355395935}"/>
              </a:ext>
            </a:extLst>
          </p:cNvPr>
          <p:cNvCxnSpPr>
            <a:cxnSpLocks/>
          </p:cNvCxnSpPr>
          <p:nvPr/>
        </p:nvCxnSpPr>
        <p:spPr>
          <a:xfrm>
            <a:off x="4322000" y="4934531"/>
            <a:ext cx="1475950" cy="0"/>
          </a:xfrm>
          <a:prstGeom prst="line">
            <a:avLst/>
          </a:prstGeom>
          <a:ln w="38100">
            <a:solidFill>
              <a:srgbClr val="87A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Egyenes összekötő 181">
            <a:extLst>
              <a:ext uri="{FF2B5EF4-FFF2-40B4-BE49-F238E27FC236}">
                <a16:creationId xmlns:a16="http://schemas.microsoft.com/office/drawing/2014/main" id="{8D14C198-C32B-2C7A-EDE3-EAF106895B13}"/>
              </a:ext>
            </a:extLst>
          </p:cNvPr>
          <p:cNvCxnSpPr>
            <a:cxnSpLocks/>
          </p:cNvCxnSpPr>
          <p:nvPr/>
        </p:nvCxnSpPr>
        <p:spPr>
          <a:xfrm flipH="1">
            <a:off x="4339975" y="4947867"/>
            <a:ext cx="1" cy="2176833"/>
          </a:xfrm>
          <a:prstGeom prst="line">
            <a:avLst/>
          </a:prstGeom>
          <a:ln w="38100">
            <a:solidFill>
              <a:srgbClr val="87A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Egyenes összekötő 182">
            <a:extLst>
              <a:ext uri="{FF2B5EF4-FFF2-40B4-BE49-F238E27FC236}">
                <a16:creationId xmlns:a16="http://schemas.microsoft.com/office/drawing/2014/main" id="{FB56CAD7-646E-E349-C04E-E1087349E8E9}"/>
              </a:ext>
            </a:extLst>
          </p:cNvPr>
          <p:cNvCxnSpPr>
            <a:cxnSpLocks/>
          </p:cNvCxnSpPr>
          <p:nvPr/>
        </p:nvCxnSpPr>
        <p:spPr>
          <a:xfrm>
            <a:off x="7906453" y="4194465"/>
            <a:ext cx="1368" cy="753402"/>
          </a:xfrm>
          <a:prstGeom prst="line">
            <a:avLst/>
          </a:prstGeom>
          <a:ln w="38100">
            <a:solidFill>
              <a:srgbClr val="87A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Egyenes összekötő 183">
            <a:extLst>
              <a:ext uri="{FF2B5EF4-FFF2-40B4-BE49-F238E27FC236}">
                <a16:creationId xmlns:a16="http://schemas.microsoft.com/office/drawing/2014/main" id="{391479C1-D3E7-9FC4-43F0-1A430C1ECB39}"/>
              </a:ext>
            </a:extLst>
          </p:cNvPr>
          <p:cNvCxnSpPr>
            <a:cxnSpLocks/>
          </p:cNvCxnSpPr>
          <p:nvPr/>
        </p:nvCxnSpPr>
        <p:spPr>
          <a:xfrm>
            <a:off x="8663690" y="4158532"/>
            <a:ext cx="0" cy="778847"/>
          </a:xfrm>
          <a:prstGeom prst="line">
            <a:avLst/>
          </a:prstGeom>
          <a:ln w="38100">
            <a:solidFill>
              <a:srgbClr val="87A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Egyenes összekötő 184">
            <a:extLst>
              <a:ext uri="{FF2B5EF4-FFF2-40B4-BE49-F238E27FC236}">
                <a16:creationId xmlns:a16="http://schemas.microsoft.com/office/drawing/2014/main" id="{BD7481DD-E78E-9617-20C8-614C6294AC62}"/>
              </a:ext>
            </a:extLst>
          </p:cNvPr>
          <p:cNvCxnSpPr>
            <a:cxnSpLocks/>
          </p:cNvCxnSpPr>
          <p:nvPr/>
        </p:nvCxnSpPr>
        <p:spPr>
          <a:xfrm flipV="1">
            <a:off x="7886128" y="4177319"/>
            <a:ext cx="777561" cy="2383"/>
          </a:xfrm>
          <a:prstGeom prst="line">
            <a:avLst/>
          </a:prstGeom>
          <a:ln w="38100">
            <a:solidFill>
              <a:srgbClr val="87A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Egyenes összekötő 185">
            <a:extLst>
              <a:ext uri="{FF2B5EF4-FFF2-40B4-BE49-F238E27FC236}">
                <a16:creationId xmlns:a16="http://schemas.microsoft.com/office/drawing/2014/main" id="{3E31F678-6693-832D-9EA6-17AAD6F1074A}"/>
              </a:ext>
            </a:extLst>
          </p:cNvPr>
          <p:cNvCxnSpPr>
            <a:cxnSpLocks/>
          </p:cNvCxnSpPr>
          <p:nvPr/>
        </p:nvCxnSpPr>
        <p:spPr>
          <a:xfrm flipV="1">
            <a:off x="7902309" y="4926611"/>
            <a:ext cx="777561" cy="2383"/>
          </a:xfrm>
          <a:prstGeom prst="line">
            <a:avLst/>
          </a:prstGeom>
          <a:ln w="38100">
            <a:solidFill>
              <a:srgbClr val="87A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Egyenes összekötő 189">
            <a:extLst>
              <a:ext uri="{FF2B5EF4-FFF2-40B4-BE49-F238E27FC236}">
                <a16:creationId xmlns:a16="http://schemas.microsoft.com/office/drawing/2014/main" id="{5DCE9311-7995-7B23-7E97-6A22A181FBA9}"/>
              </a:ext>
            </a:extLst>
          </p:cNvPr>
          <p:cNvCxnSpPr>
            <a:cxnSpLocks/>
          </p:cNvCxnSpPr>
          <p:nvPr/>
        </p:nvCxnSpPr>
        <p:spPr>
          <a:xfrm flipH="1">
            <a:off x="2871377" y="-70779"/>
            <a:ext cx="1" cy="806155"/>
          </a:xfrm>
          <a:prstGeom prst="line">
            <a:avLst/>
          </a:prstGeom>
          <a:ln w="38100">
            <a:solidFill>
              <a:srgbClr val="87A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1" name="Téglalap 190">
            <a:extLst>
              <a:ext uri="{FF2B5EF4-FFF2-40B4-BE49-F238E27FC236}">
                <a16:creationId xmlns:a16="http://schemas.microsoft.com/office/drawing/2014/main" id="{85F8BD09-C792-C8E4-B9A2-49B3375D3F82}"/>
              </a:ext>
            </a:extLst>
          </p:cNvPr>
          <p:cNvSpPr/>
          <p:nvPr/>
        </p:nvSpPr>
        <p:spPr>
          <a:xfrm>
            <a:off x="0" y="-3674"/>
            <a:ext cx="720000" cy="720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92" name="Téglalap 191">
            <a:extLst>
              <a:ext uri="{FF2B5EF4-FFF2-40B4-BE49-F238E27FC236}">
                <a16:creationId xmlns:a16="http://schemas.microsoft.com/office/drawing/2014/main" id="{0964A249-1280-E1CB-B536-8B409BBFF27F}"/>
              </a:ext>
            </a:extLst>
          </p:cNvPr>
          <p:cNvSpPr/>
          <p:nvPr/>
        </p:nvSpPr>
        <p:spPr>
          <a:xfrm>
            <a:off x="0" y="4213905"/>
            <a:ext cx="720000" cy="697092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93" name="Címkocka">
            <a:extLst>
              <a:ext uri="{FF2B5EF4-FFF2-40B4-BE49-F238E27FC236}">
                <a16:creationId xmlns:a16="http://schemas.microsoft.com/office/drawing/2014/main" id="{C79B435C-3F73-28FC-D3AF-7E773D2CC835}"/>
              </a:ext>
            </a:extLst>
          </p:cNvPr>
          <p:cNvSpPr/>
          <p:nvPr/>
        </p:nvSpPr>
        <p:spPr>
          <a:xfrm>
            <a:off x="2162000" y="4218258"/>
            <a:ext cx="718000" cy="697093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94" name="Téglalap 193">
            <a:extLst>
              <a:ext uri="{FF2B5EF4-FFF2-40B4-BE49-F238E27FC236}">
                <a16:creationId xmlns:a16="http://schemas.microsoft.com/office/drawing/2014/main" id="{733BC625-2222-A7EB-AED4-1EAA7B7B8713}"/>
              </a:ext>
            </a:extLst>
          </p:cNvPr>
          <p:cNvSpPr/>
          <p:nvPr/>
        </p:nvSpPr>
        <p:spPr>
          <a:xfrm>
            <a:off x="10804000" y="4912701"/>
            <a:ext cx="720000" cy="658513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95" name="Téglalap 194">
            <a:extLst>
              <a:ext uri="{FF2B5EF4-FFF2-40B4-BE49-F238E27FC236}">
                <a16:creationId xmlns:a16="http://schemas.microsoft.com/office/drawing/2014/main" id="{A56BF372-326F-5449-9AC4-7B3174FEEDD6}"/>
              </a:ext>
            </a:extLst>
          </p:cNvPr>
          <p:cNvSpPr/>
          <p:nvPr/>
        </p:nvSpPr>
        <p:spPr>
          <a:xfrm>
            <a:off x="720000" y="5595026"/>
            <a:ext cx="720000" cy="688928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96" name="Téglalap 195">
            <a:extLst>
              <a:ext uri="{FF2B5EF4-FFF2-40B4-BE49-F238E27FC236}">
                <a16:creationId xmlns:a16="http://schemas.microsoft.com/office/drawing/2014/main" id="{5C788C61-43DB-9CD1-BC75-6053765A4CAD}"/>
              </a:ext>
            </a:extLst>
          </p:cNvPr>
          <p:cNvSpPr/>
          <p:nvPr/>
        </p:nvSpPr>
        <p:spPr>
          <a:xfrm>
            <a:off x="2162000" y="5595026"/>
            <a:ext cx="720000" cy="688928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97" name="Címkocka">
            <a:extLst>
              <a:ext uri="{FF2B5EF4-FFF2-40B4-BE49-F238E27FC236}">
                <a16:creationId xmlns:a16="http://schemas.microsoft.com/office/drawing/2014/main" id="{4286F823-FF11-6295-7988-6C82BB425064}"/>
              </a:ext>
            </a:extLst>
          </p:cNvPr>
          <p:cNvSpPr/>
          <p:nvPr/>
        </p:nvSpPr>
        <p:spPr>
          <a:xfrm>
            <a:off x="3602000" y="4213905"/>
            <a:ext cx="720000" cy="697092"/>
          </a:xfrm>
          <a:prstGeom prst="rect">
            <a:avLst/>
          </a:prstGeom>
          <a:blipFill>
            <a:blip r:embed="rId7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98" name="Címkocka">
            <a:extLst>
              <a:ext uri="{FF2B5EF4-FFF2-40B4-BE49-F238E27FC236}">
                <a16:creationId xmlns:a16="http://schemas.microsoft.com/office/drawing/2014/main" id="{20105B4B-46C8-B3B0-D311-C88B690C4289}"/>
              </a:ext>
            </a:extLst>
          </p:cNvPr>
          <p:cNvSpPr/>
          <p:nvPr/>
        </p:nvSpPr>
        <p:spPr>
          <a:xfrm>
            <a:off x="5041000" y="4213905"/>
            <a:ext cx="721000" cy="701446"/>
          </a:xfrm>
          <a:prstGeom prst="rect">
            <a:avLst/>
          </a:prstGeom>
          <a:blipFill>
            <a:blip r:embed="rId8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99" name="Téglalap 198">
            <a:extLst>
              <a:ext uri="{FF2B5EF4-FFF2-40B4-BE49-F238E27FC236}">
                <a16:creationId xmlns:a16="http://schemas.microsoft.com/office/drawing/2014/main" id="{E1B65F80-D6E1-2604-8452-E2D3FD610ACA}"/>
              </a:ext>
            </a:extLst>
          </p:cNvPr>
          <p:cNvSpPr/>
          <p:nvPr/>
        </p:nvSpPr>
        <p:spPr>
          <a:xfrm>
            <a:off x="3602000" y="6283954"/>
            <a:ext cx="720000" cy="720000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00" name="Téglalap 199">
            <a:extLst>
              <a:ext uri="{FF2B5EF4-FFF2-40B4-BE49-F238E27FC236}">
                <a16:creationId xmlns:a16="http://schemas.microsoft.com/office/drawing/2014/main" id="{1F080A35-4572-8DE5-F756-6AC0150102E4}"/>
              </a:ext>
            </a:extLst>
          </p:cNvPr>
          <p:cNvSpPr/>
          <p:nvPr/>
        </p:nvSpPr>
        <p:spPr>
          <a:xfrm>
            <a:off x="10804000" y="-3674"/>
            <a:ext cx="720000" cy="720000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01" name="Téglalap 200">
            <a:extLst>
              <a:ext uri="{FF2B5EF4-FFF2-40B4-BE49-F238E27FC236}">
                <a16:creationId xmlns:a16="http://schemas.microsoft.com/office/drawing/2014/main" id="{CDD459B0-6B9E-5AF2-8E12-0475E72A9053}"/>
              </a:ext>
            </a:extLst>
          </p:cNvPr>
          <p:cNvSpPr/>
          <p:nvPr/>
        </p:nvSpPr>
        <p:spPr>
          <a:xfrm>
            <a:off x="2883000" y="-3674"/>
            <a:ext cx="720000" cy="7200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02" name="Téglalap 201">
            <a:extLst>
              <a:ext uri="{FF2B5EF4-FFF2-40B4-BE49-F238E27FC236}">
                <a16:creationId xmlns:a16="http://schemas.microsoft.com/office/drawing/2014/main" id="{A5FBD0B4-BB89-4516-EECE-5BC589903516}"/>
              </a:ext>
            </a:extLst>
          </p:cNvPr>
          <p:cNvSpPr/>
          <p:nvPr/>
        </p:nvSpPr>
        <p:spPr>
          <a:xfrm>
            <a:off x="5762000" y="-3674"/>
            <a:ext cx="720000" cy="720000"/>
          </a:xfrm>
          <a:prstGeom prst="rect">
            <a:avLst/>
          </a:prstGeom>
          <a:blipFill>
            <a:blip r:embed="rId7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cxnSp>
        <p:nvCxnSpPr>
          <p:cNvPr id="187" name="Egyenes összekötő 186">
            <a:extLst>
              <a:ext uri="{FF2B5EF4-FFF2-40B4-BE49-F238E27FC236}">
                <a16:creationId xmlns:a16="http://schemas.microsoft.com/office/drawing/2014/main" id="{8540ABFA-F58B-D753-7C97-59C7E99A480E}"/>
              </a:ext>
            </a:extLst>
          </p:cNvPr>
          <p:cNvCxnSpPr>
            <a:cxnSpLocks/>
          </p:cNvCxnSpPr>
          <p:nvPr/>
        </p:nvCxnSpPr>
        <p:spPr>
          <a:xfrm>
            <a:off x="10779919" y="4895077"/>
            <a:ext cx="1464081" cy="0"/>
          </a:xfrm>
          <a:prstGeom prst="line">
            <a:avLst/>
          </a:prstGeom>
          <a:ln w="38100">
            <a:solidFill>
              <a:srgbClr val="87A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Egyenes összekötő 187">
            <a:extLst>
              <a:ext uri="{FF2B5EF4-FFF2-40B4-BE49-F238E27FC236}">
                <a16:creationId xmlns:a16="http://schemas.microsoft.com/office/drawing/2014/main" id="{1B8AC8DA-7CAC-0B67-AF2E-12BE3F2EBC6C}"/>
              </a:ext>
            </a:extLst>
          </p:cNvPr>
          <p:cNvCxnSpPr>
            <a:cxnSpLocks/>
          </p:cNvCxnSpPr>
          <p:nvPr/>
        </p:nvCxnSpPr>
        <p:spPr>
          <a:xfrm>
            <a:off x="10784681" y="4876800"/>
            <a:ext cx="0" cy="723900"/>
          </a:xfrm>
          <a:prstGeom prst="line">
            <a:avLst/>
          </a:prstGeom>
          <a:ln w="38100">
            <a:solidFill>
              <a:srgbClr val="87A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Egyenes összekötő 188">
            <a:extLst>
              <a:ext uri="{FF2B5EF4-FFF2-40B4-BE49-F238E27FC236}">
                <a16:creationId xmlns:a16="http://schemas.microsoft.com/office/drawing/2014/main" id="{01B5FB83-7102-A175-0088-77123AC59468}"/>
              </a:ext>
            </a:extLst>
          </p:cNvPr>
          <p:cNvCxnSpPr>
            <a:cxnSpLocks/>
          </p:cNvCxnSpPr>
          <p:nvPr/>
        </p:nvCxnSpPr>
        <p:spPr>
          <a:xfrm>
            <a:off x="10779919" y="5583259"/>
            <a:ext cx="1464081" cy="0"/>
          </a:xfrm>
          <a:prstGeom prst="line">
            <a:avLst/>
          </a:prstGeom>
          <a:ln w="38100">
            <a:solidFill>
              <a:srgbClr val="87A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3" name="Téglalap 202">
            <a:extLst>
              <a:ext uri="{FF2B5EF4-FFF2-40B4-BE49-F238E27FC236}">
                <a16:creationId xmlns:a16="http://schemas.microsoft.com/office/drawing/2014/main" id="{CF7E2203-74A4-5A8A-D1AA-E66B4C55849F}"/>
              </a:ext>
            </a:extLst>
          </p:cNvPr>
          <p:cNvSpPr/>
          <p:nvPr/>
        </p:nvSpPr>
        <p:spPr>
          <a:xfrm>
            <a:off x="7203000" y="-3674"/>
            <a:ext cx="720000" cy="720000"/>
          </a:xfrm>
          <a:prstGeom prst="rect">
            <a:avLst/>
          </a:prstGeom>
          <a:blipFill>
            <a:blip r:embed="rId8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04" name="Téglalap 203">
            <a:extLst>
              <a:ext uri="{FF2B5EF4-FFF2-40B4-BE49-F238E27FC236}">
                <a16:creationId xmlns:a16="http://schemas.microsoft.com/office/drawing/2014/main" id="{C2EE3541-5858-27FE-AD27-4F7698D98DAD}"/>
              </a:ext>
            </a:extLst>
          </p:cNvPr>
          <p:cNvSpPr/>
          <p:nvPr/>
        </p:nvSpPr>
        <p:spPr>
          <a:xfrm>
            <a:off x="4322000" y="716326"/>
            <a:ext cx="719000" cy="704348"/>
          </a:xfrm>
          <a:prstGeom prst="rect">
            <a:avLst/>
          </a:prstGeom>
          <a:blipFill>
            <a:blip r:embed="rId9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05" name="Téglalap 204">
            <a:extLst>
              <a:ext uri="{FF2B5EF4-FFF2-40B4-BE49-F238E27FC236}">
                <a16:creationId xmlns:a16="http://schemas.microsoft.com/office/drawing/2014/main" id="{B1DC2F7B-073E-B26C-5E48-17E7A6EF9F44}"/>
              </a:ext>
            </a:extLst>
          </p:cNvPr>
          <p:cNvSpPr/>
          <p:nvPr/>
        </p:nvSpPr>
        <p:spPr>
          <a:xfrm>
            <a:off x="9364000" y="716326"/>
            <a:ext cx="720000" cy="678224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07" name="Címkocka">
            <a:extLst>
              <a:ext uri="{FF2B5EF4-FFF2-40B4-BE49-F238E27FC236}">
                <a16:creationId xmlns:a16="http://schemas.microsoft.com/office/drawing/2014/main" id="{C7CD7515-D944-9C5C-A9EC-98BB695A4E84}"/>
              </a:ext>
            </a:extLst>
          </p:cNvPr>
          <p:cNvSpPr/>
          <p:nvPr/>
        </p:nvSpPr>
        <p:spPr>
          <a:xfrm>
            <a:off x="7924000" y="4195351"/>
            <a:ext cx="720000" cy="720000"/>
          </a:xfrm>
          <a:prstGeom prst="rect">
            <a:avLst/>
          </a:prstGeom>
          <a:blipFill>
            <a:blip r:embed="rId10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08" name="Cím 1">
            <a:extLst>
              <a:ext uri="{FF2B5EF4-FFF2-40B4-BE49-F238E27FC236}">
                <a16:creationId xmlns:a16="http://schemas.microsoft.com/office/drawing/2014/main" id="{1F6A8194-5DB1-0E5D-E899-B64B07CEF7F8}"/>
              </a:ext>
            </a:extLst>
          </p:cNvPr>
          <p:cNvSpPr txBox="1">
            <a:spLocks/>
          </p:cNvSpPr>
          <p:nvPr/>
        </p:nvSpPr>
        <p:spPr>
          <a:xfrm>
            <a:off x="1524000" y="1488076"/>
            <a:ext cx="9144000" cy="2387600"/>
          </a:xfrm>
          <a:prstGeom prst="rect">
            <a:avLst/>
          </a:prstGeom>
        </p:spPr>
        <p:txBody>
          <a:bodyPr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sz="11500" cap="small">
                <a:latin typeface="Haettenschweiler" panose="020B0706040902060204" pitchFamily="34" charset="0"/>
              </a:rPr>
              <a:t>Köszönjük a figyelmet!</a:t>
            </a:r>
            <a:endParaRPr lang="hu-HU" sz="11500" cap="small" dirty="0">
              <a:latin typeface="Haettenschweiler" panose="020B070604090206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07882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4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8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2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4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6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8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2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4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600"/>
                            </p:stCondLst>
                            <p:childTnLst>
                              <p:par>
                                <p:cTn id="47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85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1" grpId="0" animBg="1"/>
      <p:bldP spid="192" grpId="0" animBg="1"/>
      <p:bldP spid="193" grpId="0" animBg="1"/>
      <p:bldP spid="194" grpId="0" animBg="1"/>
      <p:bldP spid="195" grpId="0" animBg="1"/>
      <p:bldP spid="196" grpId="0" animBg="1"/>
      <p:bldP spid="197" grpId="0" animBg="1"/>
      <p:bldP spid="198" grpId="0" animBg="1"/>
      <p:bldP spid="199" grpId="0" animBg="1"/>
      <p:bldP spid="200" grpId="0" animBg="1"/>
      <p:bldP spid="201" grpId="0" animBg="1"/>
      <p:bldP spid="202" grpId="0" animBg="1"/>
      <p:bldP spid="203" grpId="0" animBg="1"/>
      <p:bldP spid="204" grpId="0" animBg="1"/>
      <p:bldP spid="205" grpId="0" animBg="1"/>
      <p:bldP spid="20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E4CEFE9-0719-0606-B300-071EF2821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CB000CC2-2499-2CFE-8C97-DCAA79DA727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3674"/>
            <a:ext cx="720000" cy="720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14" name="Téglalap 113">
            <a:extLst>
              <a:ext uri="{FF2B5EF4-FFF2-40B4-BE49-F238E27FC236}">
                <a16:creationId xmlns:a16="http://schemas.microsoft.com/office/drawing/2014/main" id="{A044F03B-ED2D-8E41-BDD6-335264C3EA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-3674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36" name="Téglalap 135">
            <a:extLst>
              <a:ext uri="{FF2B5EF4-FFF2-40B4-BE49-F238E27FC236}">
                <a16:creationId xmlns:a16="http://schemas.microsoft.com/office/drawing/2014/main" id="{C03CC634-F1A4-4CC2-EEF4-C050E0068B3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716326"/>
            <a:ext cx="720000" cy="678224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37" name="Téglalap 136">
            <a:extLst>
              <a:ext uri="{FF2B5EF4-FFF2-40B4-BE49-F238E27FC236}">
                <a16:creationId xmlns:a16="http://schemas.microsoft.com/office/drawing/2014/main" id="{B7951EEF-6CCA-67DC-90C0-EC1BF39EE36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716326"/>
            <a:ext cx="720000" cy="678224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51" name="Téglalap 150">
            <a:extLst>
              <a:ext uri="{FF2B5EF4-FFF2-40B4-BE49-F238E27FC236}">
                <a16:creationId xmlns:a16="http://schemas.microsoft.com/office/drawing/2014/main" id="{326BCE66-A946-A51C-E8E0-26E0A71165B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716326"/>
            <a:ext cx="720000" cy="678224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52" name="Téglalap 151">
            <a:extLst>
              <a:ext uri="{FF2B5EF4-FFF2-40B4-BE49-F238E27FC236}">
                <a16:creationId xmlns:a16="http://schemas.microsoft.com/office/drawing/2014/main" id="{97B319D4-F82C-75F7-FD1E-69C89AA363E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716326"/>
            <a:ext cx="720000" cy="678224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74" name="Téglalap 173">
            <a:extLst>
              <a:ext uri="{FF2B5EF4-FFF2-40B4-BE49-F238E27FC236}">
                <a16:creationId xmlns:a16="http://schemas.microsoft.com/office/drawing/2014/main" id="{8E5432DF-C0C3-2F8A-6BF7-E9E66BAFC44F}"/>
              </a:ext>
            </a:extLst>
          </p:cNvPr>
          <p:cNvSpPr>
            <a:spLocks/>
          </p:cNvSpPr>
          <p:nvPr/>
        </p:nvSpPr>
        <p:spPr>
          <a:xfrm>
            <a:off x="0" y="1394550"/>
            <a:ext cx="720000" cy="721451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75" name="Téglalap 174">
            <a:extLst>
              <a:ext uri="{FF2B5EF4-FFF2-40B4-BE49-F238E27FC236}">
                <a16:creationId xmlns:a16="http://schemas.microsoft.com/office/drawing/2014/main" id="{37ABF43F-047F-76C2-6BDD-D1D98D143246}"/>
              </a:ext>
            </a:extLst>
          </p:cNvPr>
          <p:cNvSpPr>
            <a:spLocks/>
          </p:cNvSpPr>
          <p:nvPr/>
        </p:nvSpPr>
        <p:spPr>
          <a:xfrm>
            <a:off x="720000" y="1394550"/>
            <a:ext cx="720000" cy="721451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76" name="Címkocka">
            <a:extLst>
              <a:ext uri="{FF2B5EF4-FFF2-40B4-BE49-F238E27FC236}">
                <a16:creationId xmlns:a16="http://schemas.microsoft.com/office/drawing/2014/main" id="{B7982A6B-D620-DF5D-6A6B-1802AD60D0D7}"/>
              </a:ext>
            </a:extLst>
          </p:cNvPr>
          <p:cNvSpPr>
            <a:spLocks/>
          </p:cNvSpPr>
          <p:nvPr/>
        </p:nvSpPr>
        <p:spPr>
          <a:xfrm>
            <a:off x="1441000" y="1394550"/>
            <a:ext cx="720000" cy="721451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77" name="Címkocka">
            <a:extLst>
              <a:ext uri="{FF2B5EF4-FFF2-40B4-BE49-F238E27FC236}">
                <a16:creationId xmlns:a16="http://schemas.microsoft.com/office/drawing/2014/main" id="{21D19BE9-C328-54B8-2158-ABA2EACA2655}"/>
              </a:ext>
            </a:extLst>
          </p:cNvPr>
          <p:cNvSpPr>
            <a:spLocks/>
          </p:cNvSpPr>
          <p:nvPr/>
        </p:nvSpPr>
        <p:spPr>
          <a:xfrm>
            <a:off x="2162000" y="1394550"/>
            <a:ext cx="720000" cy="721451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78" name="Címkocka">
            <a:extLst>
              <a:ext uri="{FF2B5EF4-FFF2-40B4-BE49-F238E27FC236}">
                <a16:creationId xmlns:a16="http://schemas.microsoft.com/office/drawing/2014/main" id="{E4499D54-5310-1BD4-5338-A24D9D65D9B8}"/>
              </a:ext>
            </a:extLst>
          </p:cNvPr>
          <p:cNvSpPr>
            <a:spLocks/>
          </p:cNvSpPr>
          <p:nvPr/>
        </p:nvSpPr>
        <p:spPr>
          <a:xfrm>
            <a:off x="2883000" y="1394550"/>
            <a:ext cx="720000" cy="721451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79" name="Címkocka">
            <a:extLst>
              <a:ext uri="{FF2B5EF4-FFF2-40B4-BE49-F238E27FC236}">
                <a16:creationId xmlns:a16="http://schemas.microsoft.com/office/drawing/2014/main" id="{6EDF6F4E-0FA0-17EA-51AD-EDCE90E43564}"/>
              </a:ext>
            </a:extLst>
          </p:cNvPr>
          <p:cNvSpPr>
            <a:spLocks/>
          </p:cNvSpPr>
          <p:nvPr/>
        </p:nvSpPr>
        <p:spPr>
          <a:xfrm>
            <a:off x="3602000" y="1394550"/>
            <a:ext cx="720000" cy="721451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80" name="Címkocka">
            <a:extLst>
              <a:ext uri="{FF2B5EF4-FFF2-40B4-BE49-F238E27FC236}">
                <a16:creationId xmlns:a16="http://schemas.microsoft.com/office/drawing/2014/main" id="{45C119D1-F8CE-5460-5C1B-AF4FB0D9837F}"/>
              </a:ext>
            </a:extLst>
          </p:cNvPr>
          <p:cNvSpPr>
            <a:spLocks/>
          </p:cNvSpPr>
          <p:nvPr/>
        </p:nvSpPr>
        <p:spPr>
          <a:xfrm>
            <a:off x="4322000" y="1394550"/>
            <a:ext cx="720000" cy="721451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81" name="Címkocka">
            <a:extLst>
              <a:ext uri="{FF2B5EF4-FFF2-40B4-BE49-F238E27FC236}">
                <a16:creationId xmlns:a16="http://schemas.microsoft.com/office/drawing/2014/main" id="{24B20615-A89B-5FF5-AFD1-B020F60EC00D}"/>
              </a:ext>
            </a:extLst>
          </p:cNvPr>
          <p:cNvSpPr>
            <a:spLocks/>
          </p:cNvSpPr>
          <p:nvPr/>
        </p:nvSpPr>
        <p:spPr>
          <a:xfrm>
            <a:off x="5042000" y="1394550"/>
            <a:ext cx="720000" cy="721451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388E3C"/>
                </a:solidFill>
                <a:latin typeface="Consolas" panose="020B0609020204030204" pitchFamily="49" charset="0"/>
              </a:rPr>
              <a:t>2</a:t>
            </a:r>
            <a:endParaRPr lang="hu-HU" sz="3600" b="1" dirty="0"/>
          </a:p>
        </p:txBody>
      </p:sp>
      <p:sp>
        <p:nvSpPr>
          <p:cNvPr id="182" name="Címkocka">
            <a:extLst>
              <a:ext uri="{FF2B5EF4-FFF2-40B4-BE49-F238E27FC236}">
                <a16:creationId xmlns:a16="http://schemas.microsoft.com/office/drawing/2014/main" id="{DAB9A8E2-53DD-0036-BD2A-147FC70078F7}"/>
              </a:ext>
            </a:extLst>
          </p:cNvPr>
          <p:cNvSpPr>
            <a:spLocks/>
          </p:cNvSpPr>
          <p:nvPr/>
        </p:nvSpPr>
        <p:spPr>
          <a:xfrm>
            <a:off x="5762000" y="1394550"/>
            <a:ext cx="720000" cy="721451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83" name="Címkocka">
            <a:extLst>
              <a:ext uri="{FF2B5EF4-FFF2-40B4-BE49-F238E27FC236}">
                <a16:creationId xmlns:a16="http://schemas.microsoft.com/office/drawing/2014/main" id="{E958F468-A6D6-9B89-80B6-87CFF66F2EF0}"/>
              </a:ext>
            </a:extLst>
          </p:cNvPr>
          <p:cNvSpPr>
            <a:spLocks/>
          </p:cNvSpPr>
          <p:nvPr/>
        </p:nvSpPr>
        <p:spPr>
          <a:xfrm>
            <a:off x="6482000" y="1394550"/>
            <a:ext cx="720000" cy="721451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84" name="Címkocka">
            <a:extLst>
              <a:ext uri="{FF2B5EF4-FFF2-40B4-BE49-F238E27FC236}">
                <a16:creationId xmlns:a16="http://schemas.microsoft.com/office/drawing/2014/main" id="{0E30EE53-2884-6AC0-581F-7BD59F45CE18}"/>
              </a:ext>
            </a:extLst>
          </p:cNvPr>
          <p:cNvSpPr>
            <a:spLocks/>
          </p:cNvSpPr>
          <p:nvPr/>
        </p:nvSpPr>
        <p:spPr>
          <a:xfrm>
            <a:off x="7203000" y="1394550"/>
            <a:ext cx="720000" cy="721451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85" name="Címkocka">
            <a:extLst>
              <a:ext uri="{FF2B5EF4-FFF2-40B4-BE49-F238E27FC236}">
                <a16:creationId xmlns:a16="http://schemas.microsoft.com/office/drawing/2014/main" id="{CDEBBB40-DD13-44AC-2A76-0E1BF2BE60D3}"/>
              </a:ext>
            </a:extLst>
          </p:cNvPr>
          <p:cNvSpPr>
            <a:spLocks/>
          </p:cNvSpPr>
          <p:nvPr/>
        </p:nvSpPr>
        <p:spPr>
          <a:xfrm>
            <a:off x="7924000" y="1394550"/>
            <a:ext cx="720000" cy="721451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86" name="Címkocka">
            <a:extLst>
              <a:ext uri="{FF2B5EF4-FFF2-40B4-BE49-F238E27FC236}">
                <a16:creationId xmlns:a16="http://schemas.microsoft.com/office/drawing/2014/main" id="{CB203084-B4A1-66A6-5813-EC6C2F030A51}"/>
              </a:ext>
            </a:extLst>
          </p:cNvPr>
          <p:cNvSpPr>
            <a:spLocks/>
          </p:cNvSpPr>
          <p:nvPr/>
        </p:nvSpPr>
        <p:spPr>
          <a:xfrm>
            <a:off x="8645000" y="1394550"/>
            <a:ext cx="720000" cy="721451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388E3C"/>
                </a:solidFill>
                <a:latin typeface="Consolas" panose="020B0609020204030204" pitchFamily="49" charset="0"/>
              </a:rPr>
              <a:t>2</a:t>
            </a:r>
            <a:endParaRPr lang="hu-HU" sz="3600" b="1" dirty="0"/>
          </a:p>
        </p:txBody>
      </p:sp>
      <p:sp>
        <p:nvSpPr>
          <p:cNvPr id="187" name="Címkocka">
            <a:extLst>
              <a:ext uri="{FF2B5EF4-FFF2-40B4-BE49-F238E27FC236}">
                <a16:creationId xmlns:a16="http://schemas.microsoft.com/office/drawing/2014/main" id="{97832C43-7559-F895-8F75-CF94AFE8BFCC}"/>
              </a:ext>
            </a:extLst>
          </p:cNvPr>
          <p:cNvSpPr>
            <a:spLocks/>
          </p:cNvSpPr>
          <p:nvPr/>
        </p:nvSpPr>
        <p:spPr>
          <a:xfrm>
            <a:off x="9364000" y="1394550"/>
            <a:ext cx="720000" cy="721451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88" name="Címkocka">
            <a:extLst>
              <a:ext uri="{FF2B5EF4-FFF2-40B4-BE49-F238E27FC236}">
                <a16:creationId xmlns:a16="http://schemas.microsoft.com/office/drawing/2014/main" id="{19508198-0AA1-D691-3EBE-A2D1B979BDCD}"/>
              </a:ext>
            </a:extLst>
          </p:cNvPr>
          <p:cNvSpPr>
            <a:spLocks/>
          </p:cNvSpPr>
          <p:nvPr/>
        </p:nvSpPr>
        <p:spPr>
          <a:xfrm>
            <a:off x="10084000" y="1394550"/>
            <a:ext cx="720000" cy="721451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89" name="Téglalap 188">
            <a:extLst>
              <a:ext uri="{FF2B5EF4-FFF2-40B4-BE49-F238E27FC236}">
                <a16:creationId xmlns:a16="http://schemas.microsoft.com/office/drawing/2014/main" id="{289D1D06-6FB7-5EB1-5411-D47F092C77B2}"/>
              </a:ext>
            </a:extLst>
          </p:cNvPr>
          <p:cNvSpPr>
            <a:spLocks/>
          </p:cNvSpPr>
          <p:nvPr/>
        </p:nvSpPr>
        <p:spPr>
          <a:xfrm>
            <a:off x="10804000" y="1394550"/>
            <a:ext cx="720000" cy="721451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90" name="Téglalap 189">
            <a:extLst>
              <a:ext uri="{FF2B5EF4-FFF2-40B4-BE49-F238E27FC236}">
                <a16:creationId xmlns:a16="http://schemas.microsoft.com/office/drawing/2014/main" id="{3874ECC0-F556-2B6C-8F67-850454F172ED}"/>
              </a:ext>
            </a:extLst>
          </p:cNvPr>
          <p:cNvSpPr>
            <a:spLocks/>
          </p:cNvSpPr>
          <p:nvPr/>
        </p:nvSpPr>
        <p:spPr>
          <a:xfrm>
            <a:off x="11524000" y="1394550"/>
            <a:ext cx="720000" cy="721451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57" name="Téglalap 156">
            <a:extLst>
              <a:ext uri="{FF2B5EF4-FFF2-40B4-BE49-F238E27FC236}">
                <a16:creationId xmlns:a16="http://schemas.microsoft.com/office/drawing/2014/main" id="{BA8AD6B2-1CBC-F6E7-09A6-8603EBCB314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2114550"/>
            <a:ext cx="720000" cy="681126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58" name="Téglalap 157">
            <a:extLst>
              <a:ext uri="{FF2B5EF4-FFF2-40B4-BE49-F238E27FC236}">
                <a16:creationId xmlns:a16="http://schemas.microsoft.com/office/drawing/2014/main" id="{6F3A0204-590A-EE93-5438-BF3A99CEBF0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2114550"/>
            <a:ext cx="720000" cy="681126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59" name="Címkocka">
            <a:extLst>
              <a:ext uri="{FF2B5EF4-FFF2-40B4-BE49-F238E27FC236}">
                <a16:creationId xmlns:a16="http://schemas.microsoft.com/office/drawing/2014/main" id="{13BF57E0-1B6B-91B5-666F-A6DE39D9BD6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2114550"/>
            <a:ext cx="720000" cy="681126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60" name="Címkocka">
            <a:extLst>
              <a:ext uri="{FF2B5EF4-FFF2-40B4-BE49-F238E27FC236}">
                <a16:creationId xmlns:a16="http://schemas.microsoft.com/office/drawing/2014/main" id="{EBF9398B-15B0-7C4F-FC00-D7A1CAF22EF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2114550"/>
            <a:ext cx="720000" cy="681126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61" name="Címkocka">
            <a:extLst>
              <a:ext uri="{FF2B5EF4-FFF2-40B4-BE49-F238E27FC236}">
                <a16:creationId xmlns:a16="http://schemas.microsoft.com/office/drawing/2014/main" id="{D0295F68-636B-AFA5-8FC2-03552DAAAC9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2114550"/>
            <a:ext cx="720000" cy="681126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62" name="Címkocka">
            <a:extLst>
              <a:ext uri="{FF2B5EF4-FFF2-40B4-BE49-F238E27FC236}">
                <a16:creationId xmlns:a16="http://schemas.microsoft.com/office/drawing/2014/main" id="{3FFCD007-5AAD-D895-89AA-4CC0ED4EE37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2114550"/>
            <a:ext cx="720000" cy="681126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63" name="Címkocka">
            <a:extLst>
              <a:ext uri="{FF2B5EF4-FFF2-40B4-BE49-F238E27FC236}">
                <a16:creationId xmlns:a16="http://schemas.microsoft.com/office/drawing/2014/main" id="{7064DA22-1670-CDCE-12DE-5A5CC45CE5C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2114550"/>
            <a:ext cx="720000" cy="681126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64" name="Címkocka">
            <a:extLst>
              <a:ext uri="{FF2B5EF4-FFF2-40B4-BE49-F238E27FC236}">
                <a16:creationId xmlns:a16="http://schemas.microsoft.com/office/drawing/2014/main" id="{F28E707E-A335-47DB-A66C-024CFCC7B5B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2114550"/>
            <a:ext cx="720000" cy="681126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65" name="Címkocka">
            <a:extLst>
              <a:ext uri="{FF2B5EF4-FFF2-40B4-BE49-F238E27FC236}">
                <a16:creationId xmlns:a16="http://schemas.microsoft.com/office/drawing/2014/main" id="{D1B2C725-A0B8-C46A-4C4B-87CC7BB1005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2114550"/>
            <a:ext cx="720000" cy="681126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66" name="Címkocka">
            <a:extLst>
              <a:ext uri="{FF2B5EF4-FFF2-40B4-BE49-F238E27FC236}">
                <a16:creationId xmlns:a16="http://schemas.microsoft.com/office/drawing/2014/main" id="{4C9069D1-AF31-89AC-92EE-790EEC934B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2114550"/>
            <a:ext cx="720000" cy="681126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67" name="Címkocka">
            <a:extLst>
              <a:ext uri="{FF2B5EF4-FFF2-40B4-BE49-F238E27FC236}">
                <a16:creationId xmlns:a16="http://schemas.microsoft.com/office/drawing/2014/main" id="{5EA59377-2EEC-34C1-8934-D1EA2CBF54B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2114550"/>
            <a:ext cx="720000" cy="681126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68" name="Címkocka">
            <a:extLst>
              <a:ext uri="{FF2B5EF4-FFF2-40B4-BE49-F238E27FC236}">
                <a16:creationId xmlns:a16="http://schemas.microsoft.com/office/drawing/2014/main" id="{808E5610-39CF-87D3-A641-5C31A420DEB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2114550"/>
            <a:ext cx="720000" cy="681126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69" name="Címkocka">
            <a:extLst>
              <a:ext uri="{FF2B5EF4-FFF2-40B4-BE49-F238E27FC236}">
                <a16:creationId xmlns:a16="http://schemas.microsoft.com/office/drawing/2014/main" id="{D1AFB6C3-774B-7200-1629-998A1C54121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2114550"/>
            <a:ext cx="720000" cy="681126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70" name="Címkocka">
            <a:extLst>
              <a:ext uri="{FF2B5EF4-FFF2-40B4-BE49-F238E27FC236}">
                <a16:creationId xmlns:a16="http://schemas.microsoft.com/office/drawing/2014/main" id="{2BE57704-368A-FE7B-358A-D5E701963D2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2114550"/>
            <a:ext cx="720000" cy="681126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71" name="Címkocka">
            <a:extLst>
              <a:ext uri="{FF2B5EF4-FFF2-40B4-BE49-F238E27FC236}">
                <a16:creationId xmlns:a16="http://schemas.microsoft.com/office/drawing/2014/main" id="{2601CAAD-E068-9A14-FC7B-DAAF83702CA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2114550"/>
            <a:ext cx="720000" cy="681126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72" name="Téglalap 171">
            <a:extLst>
              <a:ext uri="{FF2B5EF4-FFF2-40B4-BE49-F238E27FC236}">
                <a16:creationId xmlns:a16="http://schemas.microsoft.com/office/drawing/2014/main" id="{9EED934E-7044-EC7E-24F7-E96933B6DCC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2114550"/>
            <a:ext cx="720000" cy="681126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73" name="Téglalap 172">
            <a:extLst>
              <a:ext uri="{FF2B5EF4-FFF2-40B4-BE49-F238E27FC236}">
                <a16:creationId xmlns:a16="http://schemas.microsoft.com/office/drawing/2014/main" id="{E637BA37-3952-AF29-5DA0-BF845A03B3B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2114550"/>
            <a:ext cx="720000" cy="681126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50" name="Téglalap 249">
            <a:extLst>
              <a:ext uri="{FF2B5EF4-FFF2-40B4-BE49-F238E27FC236}">
                <a16:creationId xmlns:a16="http://schemas.microsoft.com/office/drawing/2014/main" id="{ACA596DF-D571-274C-032B-7A805F32C8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279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51" name="Téglalap 250">
            <a:extLst>
              <a:ext uri="{FF2B5EF4-FFF2-40B4-BE49-F238E27FC236}">
                <a16:creationId xmlns:a16="http://schemas.microsoft.com/office/drawing/2014/main" id="{A829AD8C-5CE2-443C-3BC4-49C47D2D761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279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52" name="Címkocka">
            <a:extLst>
              <a:ext uri="{FF2B5EF4-FFF2-40B4-BE49-F238E27FC236}">
                <a16:creationId xmlns:a16="http://schemas.microsoft.com/office/drawing/2014/main" id="{E08AA915-7F80-DEEC-03D2-8D1663559E3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279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53" name="Címkocka">
            <a:extLst>
              <a:ext uri="{FF2B5EF4-FFF2-40B4-BE49-F238E27FC236}">
                <a16:creationId xmlns:a16="http://schemas.microsoft.com/office/drawing/2014/main" id="{584E710B-6717-090B-057F-46764099838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279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54" name="Címkocka">
            <a:extLst>
              <a:ext uri="{FF2B5EF4-FFF2-40B4-BE49-F238E27FC236}">
                <a16:creationId xmlns:a16="http://schemas.microsoft.com/office/drawing/2014/main" id="{D85206C9-22DB-7B5E-DBD1-9A2DF5CAAB9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279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55" name="Címkocka">
            <a:extLst>
              <a:ext uri="{FF2B5EF4-FFF2-40B4-BE49-F238E27FC236}">
                <a16:creationId xmlns:a16="http://schemas.microsoft.com/office/drawing/2014/main" id="{D223B048-CCF7-EE53-BBE2-F5926B35EE8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279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56" name="Címkocka">
            <a:extLst>
              <a:ext uri="{FF2B5EF4-FFF2-40B4-BE49-F238E27FC236}">
                <a16:creationId xmlns:a16="http://schemas.microsoft.com/office/drawing/2014/main" id="{1B1F0C52-43B3-61EB-B10D-AE57B0F332C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279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57" name="Címkocka">
            <a:extLst>
              <a:ext uri="{FF2B5EF4-FFF2-40B4-BE49-F238E27FC236}">
                <a16:creationId xmlns:a16="http://schemas.microsoft.com/office/drawing/2014/main" id="{D8DD948A-DED9-E938-7158-4837071540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279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58" name="Címkocka">
            <a:extLst>
              <a:ext uri="{FF2B5EF4-FFF2-40B4-BE49-F238E27FC236}">
                <a16:creationId xmlns:a16="http://schemas.microsoft.com/office/drawing/2014/main" id="{BCC8FF80-2D28-FE78-7773-53708A5F730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279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59" name="Címkocka">
            <a:extLst>
              <a:ext uri="{FF2B5EF4-FFF2-40B4-BE49-F238E27FC236}">
                <a16:creationId xmlns:a16="http://schemas.microsoft.com/office/drawing/2014/main" id="{F3C1B107-D68B-2E34-F851-6BAB1EE819E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279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60" name="Címkocka">
            <a:extLst>
              <a:ext uri="{FF2B5EF4-FFF2-40B4-BE49-F238E27FC236}">
                <a16:creationId xmlns:a16="http://schemas.microsoft.com/office/drawing/2014/main" id="{B85AE543-93F6-9635-2F99-EEBE7EB6EC8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279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61" name="Címkocka">
            <a:extLst>
              <a:ext uri="{FF2B5EF4-FFF2-40B4-BE49-F238E27FC236}">
                <a16:creationId xmlns:a16="http://schemas.microsoft.com/office/drawing/2014/main" id="{5762A004-C743-9DA3-AE37-CA7F941AE19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279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62" name="Címkocka">
            <a:extLst>
              <a:ext uri="{FF2B5EF4-FFF2-40B4-BE49-F238E27FC236}">
                <a16:creationId xmlns:a16="http://schemas.microsoft.com/office/drawing/2014/main" id="{5F85DF60-2F14-08F0-F1BB-25D6FA8A98B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279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63" name="Címkocka">
            <a:extLst>
              <a:ext uri="{FF2B5EF4-FFF2-40B4-BE49-F238E27FC236}">
                <a16:creationId xmlns:a16="http://schemas.microsoft.com/office/drawing/2014/main" id="{C907BFA4-EF44-0AC1-1CC6-0E961DB2AFE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279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64" name="Címkocka">
            <a:extLst>
              <a:ext uri="{FF2B5EF4-FFF2-40B4-BE49-F238E27FC236}">
                <a16:creationId xmlns:a16="http://schemas.microsoft.com/office/drawing/2014/main" id="{5C8981E1-305C-95E5-B04D-A1E4DEDDB9B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279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65" name="Téglalap 264">
            <a:extLst>
              <a:ext uri="{FF2B5EF4-FFF2-40B4-BE49-F238E27FC236}">
                <a16:creationId xmlns:a16="http://schemas.microsoft.com/office/drawing/2014/main" id="{D0D77C1F-E630-CC5F-7C78-17201EABD8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279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66" name="Téglalap 265">
            <a:extLst>
              <a:ext uri="{FF2B5EF4-FFF2-40B4-BE49-F238E27FC236}">
                <a16:creationId xmlns:a16="http://schemas.microsoft.com/office/drawing/2014/main" id="{04755DD0-2A75-6E7B-54AD-6DCB12A19A9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279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33" name="Téglalap 232">
            <a:extLst>
              <a:ext uri="{FF2B5EF4-FFF2-40B4-BE49-F238E27FC236}">
                <a16:creationId xmlns:a16="http://schemas.microsoft.com/office/drawing/2014/main" id="{9D488080-E56A-B2FC-E8CD-C165057560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351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34" name="Téglalap 233">
            <a:extLst>
              <a:ext uri="{FF2B5EF4-FFF2-40B4-BE49-F238E27FC236}">
                <a16:creationId xmlns:a16="http://schemas.microsoft.com/office/drawing/2014/main" id="{C9C8B327-CA41-6BFB-4E91-1A5367B1B7F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351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35" name="Címkocka">
            <a:extLst>
              <a:ext uri="{FF2B5EF4-FFF2-40B4-BE49-F238E27FC236}">
                <a16:creationId xmlns:a16="http://schemas.microsoft.com/office/drawing/2014/main" id="{20984B50-AE84-E4CD-014B-8A579C3CFF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351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36" name="Címkocka">
            <a:extLst>
              <a:ext uri="{FF2B5EF4-FFF2-40B4-BE49-F238E27FC236}">
                <a16:creationId xmlns:a16="http://schemas.microsoft.com/office/drawing/2014/main" id="{ED2C868D-7261-5FB1-9678-348E3B66FAB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351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37" name="Címkocka">
            <a:extLst>
              <a:ext uri="{FF2B5EF4-FFF2-40B4-BE49-F238E27FC236}">
                <a16:creationId xmlns:a16="http://schemas.microsoft.com/office/drawing/2014/main" id="{D92CA133-9764-A0CD-AF5A-74DB0D2EF4E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351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388E3C"/>
                </a:solidFill>
                <a:latin typeface="Consolas" panose="020B0609020204030204" pitchFamily="49" charset="0"/>
              </a:rPr>
              <a:t>2</a:t>
            </a:r>
            <a:endParaRPr lang="hu-HU" sz="3600" b="1" dirty="0"/>
          </a:p>
        </p:txBody>
      </p:sp>
      <p:sp>
        <p:nvSpPr>
          <p:cNvPr id="238" name="Címkocka">
            <a:extLst>
              <a:ext uri="{FF2B5EF4-FFF2-40B4-BE49-F238E27FC236}">
                <a16:creationId xmlns:a16="http://schemas.microsoft.com/office/drawing/2014/main" id="{25CE5490-A493-C633-9A3A-6CA8F5F6C91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351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388E3C"/>
                </a:solidFill>
                <a:latin typeface="Consolas" panose="020B0609020204030204" pitchFamily="49" charset="0"/>
              </a:rPr>
              <a:t>2</a:t>
            </a:r>
            <a:endParaRPr lang="hu-HU" sz="3600" b="1" dirty="0"/>
          </a:p>
        </p:txBody>
      </p:sp>
      <p:sp>
        <p:nvSpPr>
          <p:cNvPr id="239" name="Címkocka">
            <a:extLst>
              <a:ext uri="{FF2B5EF4-FFF2-40B4-BE49-F238E27FC236}">
                <a16:creationId xmlns:a16="http://schemas.microsoft.com/office/drawing/2014/main" id="{6340C9BE-0659-5CA5-7A98-311171FCB2D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351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388E3C"/>
                </a:solidFill>
                <a:latin typeface="Consolas" panose="020B0609020204030204" pitchFamily="49" charset="0"/>
              </a:rPr>
              <a:t>2</a:t>
            </a:r>
            <a:endParaRPr lang="hu-HU" sz="3600" b="1" dirty="0"/>
          </a:p>
        </p:txBody>
      </p:sp>
      <p:sp>
        <p:nvSpPr>
          <p:cNvPr id="240" name="Címkocka">
            <a:extLst>
              <a:ext uri="{FF2B5EF4-FFF2-40B4-BE49-F238E27FC236}">
                <a16:creationId xmlns:a16="http://schemas.microsoft.com/office/drawing/2014/main" id="{1E0BB1C4-07CF-F6EF-447F-865A05147D1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351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41" name="Címkocka">
            <a:extLst>
              <a:ext uri="{FF2B5EF4-FFF2-40B4-BE49-F238E27FC236}">
                <a16:creationId xmlns:a16="http://schemas.microsoft.com/office/drawing/2014/main" id="{01062836-1FAC-0165-5E39-8646E021D8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3515676"/>
            <a:ext cx="720000" cy="682944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42" name="Címkocka">
            <a:extLst>
              <a:ext uri="{FF2B5EF4-FFF2-40B4-BE49-F238E27FC236}">
                <a16:creationId xmlns:a16="http://schemas.microsoft.com/office/drawing/2014/main" id="{CAE7647E-4A6B-7D42-9176-D090D99A8C3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3515676"/>
            <a:ext cx="720000" cy="682944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43" name="Címkocka">
            <a:extLst>
              <a:ext uri="{FF2B5EF4-FFF2-40B4-BE49-F238E27FC236}">
                <a16:creationId xmlns:a16="http://schemas.microsoft.com/office/drawing/2014/main" id="{A01059A7-9888-A143-EE98-14FF0422C53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3515676"/>
            <a:ext cx="720000" cy="682944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44" name="Címkocka">
            <a:extLst>
              <a:ext uri="{FF2B5EF4-FFF2-40B4-BE49-F238E27FC236}">
                <a16:creationId xmlns:a16="http://schemas.microsoft.com/office/drawing/2014/main" id="{060952B9-8440-64F1-83A4-69868F56225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3515676"/>
            <a:ext cx="720000" cy="682944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45" name="Címkocka">
            <a:extLst>
              <a:ext uri="{FF2B5EF4-FFF2-40B4-BE49-F238E27FC236}">
                <a16:creationId xmlns:a16="http://schemas.microsoft.com/office/drawing/2014/main" id="{1B9C0D9B-7195-0346-E71A-168D025AAB7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3515676"/>
            <a:ext cx="720000" cy="682944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46" name="Címkocka">
            <a:extLst>
              <a:ext uri="{FF2B5EF4-FFF2-40B4-BE49-F238E27FC236}">
                <a16:creationId xmlns:a16="http://schemas.microsoft.com/office/drawing/2014/main" id="{179E6C7A-AB32-5F6A-398D-2CC376FEC5C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3515676"/>
            <a:ext cx="720000" cy="682944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47" name="Címkocka">
            <a:extLst>
              <a:ext uri="{FF2B5EF4-FFF2-40B4-BE49-F238E27FC236}">
                <a16:creationId xmlns:a16="http://schemas.microsoft.com/office/drawing/2014/main" id="{3A990006-7F6A-010C-A414-31CAF88154B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351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48" name="Téglalap 247">
            <a:extLst>
              <a:ext uri="{FF2B5EF4-FFF2-40B4-BE49-F238E27FC236}">
                <a16:creationId xmlns:a16="http://schemas.microsoft.com/office/drawing/2014/main" id="{58110A35-7018-4F16-3781-EEBD2DF9005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351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49" name="Téglalap 248">
            <a:extLst>
              <a:ext uri="{FF2B5EF4-FFF2-40B4-BE49-F238E27FC236}">
                <a16:creationId xmlns:a16="http://schemas.microsoft.com/office/drawing/2014/main" id="{7DE2BD65-349D-61BA-3C09-471877255EF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351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14" name="Téglalap 213">
            <a:extLst>
              <a:ext uri="{FF2B5EF4-FFF2-40B4-BE49-F238E27FC236}">
                <a16:creationId xmlns:a16="http://schemas.microsoft.com/office/drawing/2014/main" id="{5E0314E4-78C3-18F3-5C30-B818E0A02F1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4235675"/>
            <a:ext cx="720000" cy="679675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15" name="Téglalap 214">
            <a:extLst>
              <a:ext uri="{FF2B5EF4-FFF2-40B4-BE49-F238E27FC236}">
                <a16:creationId xmlns:a16="http://schemas.microsoft.com/office/drawing/2014/main" id="{2F3D8263-5753-1C03-69BF-3B9FEF3417E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4235675"/>
            <a:ext cx="720000" cy="679675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16" name="Címkocka">
            <a:extLst>
              <a:ext uri="{FF2B5EF4-FFF2-40B4-BE49-F238E27FC236}">
                <a16:creationId xmlns:a16="http://schemas.microsoft.com/office/drawing/2014/main" id="{21DD8EB2-3C2D-A72A-84D7-DF20DB63161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4235675"/>
            <a:ext cx="720000" cy="679675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17" name="Címkocka">
            <a:extLst>
              <a:ext uri="{FF2B5EF4-FFF2-40B4-BE49-F238E27FC236}">
                <a16:creationId xmlns:a16="http://schemas.microsoft.com/office/drawing/2014/main" id="{B4FB477A-F6C0-F909-0845-297E515EC46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4235675"/>
            <a:ext cx="720000" cy="679675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18" name="Címkocka">
            <a:extLst>
              <a:ext uri="{FF2B5EF4-FFF2-40B4-BE49-F238E27FC236}">
                <a16:creationId xmlns:a16="http://schemas.microsoft.com/office/drawing/2014/main" id="{43E5623F-FE0B-1C15-E9E4-4D9F6BCC497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4235675"/>
            <a:ext cx="720000" cy="679675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22" name="Címkocka">
            <a:extLst>
              <a:ext uri="{FF2B5EF4-FFF2-40B4-BE49-F238E27FC236}">
                <a16:creationId xmlns:a16="http://schemas.microsoft.com/office/drawing/2014/main" id="{01DC7889-E9CB-2AD0-C287-D575A06F487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419535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23" name="Címkocka">
            <a:extLst>
              <a:ext uri="{FF2B5EF4-FFF2-40B4-BE49-F238E27FC236}">
                <a16:creationId xmlns:a16="http://schemas.microsoft.com/office/drawing/2014/main" id="{CF2507A2-283B-3602-E867-D04818ECF43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419535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24" name="Címkocka">
            <a:extLst>
              <a:ext uri="{FF2B5EF4-FFF2-40B4-BE49-F238E27FC236}">
                <a16:creationId xmlns:a16="http://schemas.microsoft.com/office/drawing/2014/main" id="{3025A943-343E-AC3C-B0C8-38FD8EFB60A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419535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26" name="Címkocka">
            <a:extLst>
              <a:ext uri="{FF2B5EF4-FFF2-40B4-BE49-F238E27FC236}">
                <a16:creationId xmlns:a16="http://schemas.microsoft.com/office/drawing/2014/main" id="{B5D559AD-4079-C664-AE7A-E42B5CBB664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419535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27" name="Címkocka">
            <a:extLst>
              <a:ext uri="{FF2B5EF4-FFF2-40B4-BE49-F238E27FC236}">
                <a16:creationId xmlns:a16="http://schemas.microsoft.com/office/drawing/2014/main" id="{45EED510-AF30-2E35-2856-5AD4EA3424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419535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28" name="Címkocka">
            <a:extLst>
              <a:ext uri="{FF2B5EF4-FFF2-40B4-BE49-F238E27FC236}">
                <a16:creationId xmlns:a16="http://schemas.microsoft.com/office/drawing/2014/main" id="{196F8A5C-4339-0099-6BB3-370047A7124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4235675"/>
            <a:ext cx="720000" cy="679675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29" name="Téglalap 228">
            <a:extLst>
              <a:ext uri="{FF2B5EF4-FFF2-40B4-BE49-F238E27FC236}">
                <a16:creationId xmlns:a16="http://schemas.microsoft.com/office/drawing/2014/main" id="{539F8063-7B5F-C301-94A2-CA132CF1B5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4235675"/>
            <a:ext cx="720000" cy="679675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30" name="Téglalap 229">
            <a:extLst>
              <a:ext uri="{FF2B5EF4-FFF2-40B4-BE49-F238E27FC236}">
                <a16:creationId xmlns:a16="http://schemas.microsoft.com/office/drawing/2014/main" id="{B3780DAA-6B07-742D-30FB-CDF58FA0D5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4235675"/>
            <a:ext cx="720000" cy="679675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97" name="Téglalap 196">
            <a:extLst>
              <a:ext uri="{FF2B5EF4-FFF2-40B4-BE49-F238E27FC236}">
                <a16:creationId xmlns:a16="http://schemas.microsoft.com/office/drawing/2014/main" id="{C4E46F55-56A4-3170-5124-BCF127A18EC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4915351"/>
            <a:ext cx="720000" cy="679675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98" name="Téglalap 197">
            <a:extLst>
              <a:ext uri="{FF2B5EF4-FFF2-40B4-BE49-F238E27FC236}">
                <a16:creationId xmlns:a16="http://schemas.microsoft.com/office/drawing/2014/main" id="{5DEC3BD3-5D53-63A4-4AD1-3845EF60B27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4915351"/>
            <a:ext cx="720000" cy="679675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99" name="Címkocka">
            <a:extLst>
              <a:ext uri="{FF2B5EF4-FFF2-40B4-BE49-F238E27FC236}">
                <a16:creationId xmlns:a16="http://schemas.microsoft.com/office/drawing/2014/main" id="{4480E558-7663-F0CB-E7A5-FA722BDDA83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4915351"/>
            <a:ext cx="720000" cy="679675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00" name="Címkocka">
            <a:extLst>
              <a:ext uri="{FF2B5EF4-FFF2-40B4-BE49-F238E27FC236}">
                <a16:creationId xmlns:a16="http://schemas.microsoft.com/office/drawing/2014/main" id="{D7F2D53C-B705-4D5D-FE14-89831A343CD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4915351"/>
            <a:ext cx="720000" cy="679675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01" name="Címkocka">
            <a:extLst>
              <a:ext uri="{FF2B5EF4-FFF2-40B4-BE49-F238E27FC236}">
                <a16:creationId xmlns:a16="http://schemas.microsoft.com/office/drawing/2014/main" id="{438E2CD9-D3C9-3300-F46F-07AA8D42673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4915351"/>
            <a:ext cx="720000" cy="679675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03" name="Címkocka">
            <a:extLst>
              <a:ext uri="{FF2B5EF4-FFF2-40B4-BE49-F238E27FC236}">
                <a16:creationId xmlns:a16="http://schemas.microsoft.com/office/drawing/2014/main" id="{0472B4F6-D863-09A4-1102-98D961C634D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4915351"/>
            <a:ext cx="720000" cy="654869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388E3C"/>
                </a:solidFill>
                <a:latin typeface="Consolas" panose="020B0609020204030204" pitchFamily="49" charset="0"/>
              </a:rPr>
              <a:t>2</a:t>
            </a:r>
            <a:endParaRPr lang="hu-HU" sz="3600" b="1" dirty="0"/>
          </a:p>
        </p:txBody>
      </p:sp>
      <p:sp>
        <p:nvSpPr>
          <p:cNvPr id="204" name="Címkocka">
            <a:extLst>
              <a:ext uri="{FF2B5EF4-FFF2-40B4-BE49-F238E27FC236}">
                <a16:creationId xmlns:a16="http://schemas.microsoft.com/office/drawing/2014/main" id="{5917D0D7-E33E-400C-AABA-BE83B527748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4915351"/>
            <a:ext cx="720000" cy="654869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05" name="Címkocka">
            <a:extLst>
              <a:ext uri="{FF2B5EF4-FFF2-40B4-BE49-F238E27FC236}">
                <a16:creationId xmlns:a16="http://schemas.microsoft.com/office/drawing/2014/main" id="{7F074732-34B0-86FA-7484-9BCFD45AC1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4915351"/>
            <a:ext cx="720000" cy="654869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06" name="Címkocka">
            <a:extLst>
              <a:ext uri="{FF2B5EF4-FFF2-40B4-BE49-F238E27FC236}">
                <a16:creationId xmlns:a16="http://schemas.microsoft.com/office/drawing/2014/main" id="{96428C16-513D-C463-B124-BE2E2B2C447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4915351"/>
            <a:ext cx="720000" cy="654869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07" name="Címkocka">
            <a:extLst>
              <a:ext uri="{FF2B5EF4-FFF2-40B4-BE49-F238E27FC236}">
                <a16:creationId xmlns:a16="http://schemas.microsoft.com/office/drawing/2014/main" id="{220AE5E6-89F2-4EB4-A1E1-2FC08FF1041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4915351"/>
            <a:ext cx="720000" cy="654869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08" name="Címkocka">
            <a:extLst>
              <a:ext uri="{FF2B5EF4-FFF2-40B4-BE49-F238E27FC236}">
                <a16:creationId xmlns:a16="http://schemas.microsoft.com/office/drawing/2014/main" id="{A9FDB5DD-00BD-A3A7-0773-0DC9A187EB5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4915351"/>
            <a:ext cx="720000" cy="654869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09" name="Címkocka">
            <a:extLst>
              <a:ext uri="{FF2B5EF4-FFF2-40B4-BE49-F238E27FC236}">
                <a16:creationId xmlns:a16="http://schemas.microsoft.com/office/drawing/2014/main" id="{ABD7D4D2-9A94-214F-78B2-5606C90C365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4915351"/>
            <a:ext cx="720000" cy="654869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10" name="Címkocka">
            <a:extLst>
              <a:ext uri="{FF2B5EF4-FFF2-40B4-BE49-F238E27FC236}">
                <a16:creationId xmlns:a16="http://schemas.microsoft.com/office/drawing/2014/main" id="{DC61E0D5-9431-75E1-87B2-0288C39CEF9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4915351"/>
            <a:ext cx="720000" cy="654869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11" name="Címkocka">
            <a:extLst>
              <a:ext uri="{FF2B5EF4-FFF2-40B4-BE49-F238E27FC236}">
                <a16:creationId xmlns:a16="http://schemas.microsoft.com/office/drawing/2014/main" id="{F5305F2A-3155-288E-75E7-A3302279D9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4915351"/>
            <a:ext cx="720000" cy="679675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12" name="Téglalap 211">
            <a:extLst>
              <a:ext uri="{FF2B5EF4-FFF2-40B4-BE49-F238E27FC236}">
                <a16:creationId xmlns:a16="http://schemas.microsoft.com/office/drawing/2014/main" id="{7A9939FD-3848-17C2-9B1B-759FB50594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4915351"/>
            <a:ext cx="720000" cy="679675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13" name="Téglalap 212">
            <a:extLst>
              <a:ext uri="{FF2B5EF4-FFF2-40B4-BE49-F238E27FC236}">
                <a16:creationId xmlns:a16="http://schemas.microsoft.com/office/drawing/2014/main" id="{4F43F2A3-FCB7-5376-7FE9-AF8FDEA84D8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4915351"/>
            <a:ext cx="720000" cy="679675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25" name="Téglalap 324">
            <a:extLst>
              <a:ext uri="{FF2B5EF4-FFF2-40B4-BE49-F238E27FC236}">
                <a16:creationId xmlns:a16="http://schemas.microsoft.com/office/drawing/2014/main" id="{B6AAB328-9499-70A4-EA52-1ADFFBF2E8E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5595026"/>
            <a:ext cx="720000" cy="688928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26" name="Téglalap 325">
            <a:extLst>
              <a:ext uri="{FF2B5EF4-FFF2-40B4-BE49-F238E27FC236}">
                <a16:creationId xmlns:a16="http://schemas.microsoft.com/office/drawing/2014/main" id="{FBF89613-1E3F-6A08-3DF9-834AC0A10B2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5595026"/>
            <a:ext cx="720000" cy="688928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27" name="Téglalap 326">
            <a:extLst>
              <a:ext uri="{FF2B5EF4-FFF2-40B4-BE49-F238E27FC236}">
                <a16:creationId xmlns:a16="http://schemas.microsoft.com/office/drawing/2014/main" id="{44B9CDDC-FDE5-74C4-B7C3-E9A9F3C2CB9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5595026"/>
            <a:ext cx="720000" cy="688928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28" name="Téglalap 327">
            <a:extLst>
              <a:ext uri="{FF2B5EF4-FFF2-40B4-BE49-F238E27FC236}">
                <a16:creationId xmlns:a16="http://schemas.microsoft.com/office/drawing/2014/main" id="{014E1300-FFB8-B6E1-992B-EB416221B04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5595026"/>
            <a:ext cx="720000" cy="688928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29" name="Téglalap 328">
            <a:extLst>
              <a:ext uri="{FF2B5EF4-FFF2-40B4-BE49-F238E27FC236}">
                <a16:creationId xmlns:a16="http://schemas.microsoft.com/office/drawing/2014/main" id="{C2C43C8D-F7E4-E6E0-72C1-91269D9FA58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5595026"/>
            <a:ext cx="720000" cy="688928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31" name="Téglalap 330">
            <a:extLst>
              <a:ext uri="{FF2B5EF4-FFF2-40B4-BE49-F238E27FC236}">
                <a16:creationId xmlns:a16="http://schemas.microsoft.com/office/drawing/2014/main" id="{C2324EE7-8B3E-2540-3820-59635DF6E57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5563954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332" name="Téglalap 331">
            <a:extLst>
              <a:ext uri="{FF2B5EF4-FFF2-40B4-BE49-F238E27FC236}">
                <a16:creationId xmlns:a16="http://schemas.microsoft.com/office/drawing/2014/main" id="{D1587FD8-158F-CDFD-1D7E-3FF61034D9A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5563954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33" name="Téglalap 332">
            <a:extLst>
              <a:ext uri="{FF2B5EF4-FFF2-40B4-BE49-F238E27FC236}">
                <a16:creationId xmlns:a16="http://schemas.microsoft.com/office/drawing/2014/main" id="{12E9A02A-318C-C532-82C2-919C64E914C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5563954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34" name="Téglalap 333">
            <a:extLst>
              <a:ext uri="{FF2B5EF4-FFF2-40B4-BE49-F238E27FC236}">
                <a16:creationId xmlns:a16="http://schemas.microsoft.com/office/drawing/2014/main" id="{0F11BD71-8104-7A29-C396-F188292FAF0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5563954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35" name="Téglalap 334">
            <a:extLst>
              <a:ext uri="{FF2B5EF4-FFF2-40B4-BE49-F238E27FC236}">
                <a16:creationId xmlns:a16="http://schemas.microsoft.com/office/drawing/2014/main" id="{7CBD541F-BF1F-DBC7-4F6B-8A8098605BA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5563954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36" name="Téglalap 335">
            <a:extLst>
              <a:ext uri="{FF2B5EF4-FFF2-40B4-BE49-F238E27FC236}">
                <a16:creationId xmlns:a16="http://schemas.microsoft.com/office/drawing/2014/main" id="{B9B40966-69F4-0B5E-6C65-24241B9A99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5563954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37" name="Téglalap 336">
            <a:extLst>
              <a:ext uri="{FF2B5EF4-FFF2-40B4-BE49-F238E27FC236}">
                <a16:creationId xmlns:a16="http://schemas.microsoft.com/office/drawing/2014/main" id="{A22D62E0-C8FB-0A1A-AC02-1257C6C713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5563954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38" name="Téglalap 337">
            <a:extLst>
              <a:ext uri="{FF2B5EF4-FFF2-40B4-BE49-F238E27FC236}">
                <a16:creationId xmlns:a16="http://schemas.microsoft.com/office/drawing/2014/main" id="{59DE183F-1C74-F183-278B-8E9284F40A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5563954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39" name="Téglalap 338">
            <a:extLst>
              <a:ext uri="{FF2B5EF4-FFF2-40B4-BE49-F238E27FC236}">
                <a16:creationId xmlns:a16="http://schemas.microsoft.com/office/drawing/2014/main" id="{A6539AA0-6499-313C-2942-E290B8AB61F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5582920"/>
            <a:ext cx="720000" cy="701034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340" name="Téglalap 339">
            <a:extLst>
              <a:ext uri="{FF2B5EF4-FFF2-40B4-BE49-F238E27FC236}">
                <a16:creationId xmlns:a16="http://schemas.microsoft.com/office/drawing/2014/main" id="{D28441CE-9644-77A2-822F-71335F93EEC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5582920"/>
            <a:ext cx="720000" cy="701034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341" name="Téglalap 340">
            <a:extLst>
              <a:ext uri="{FF2B5EF4-FFF2-40B4-BE49-F238E27FC236}">
                <a16:creationId xmlns:a16="http://schemas.microsoft.com/office/drawing/2014/main" id="{C8732F53-0C8E-E72C-9069-E8FBAAB8129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5582920"/>
            <a:ext cx="720000" cy="701034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308" name="Téglalap 307">
            <a:extLst>
              <a:ext uri="{FF2B5EF4-FFF2-40B4-BE49-F238E27FC236}">
                <a16:creationId xmlns:a16="http://schemas.microsoft.com/office/drawing/2014/main" id="{9DD0CFBE-FAE2-73F0-EC9A-3E4570478AD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628395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09" name="Téglalap 308">
            <a:extLst>
              <a:ext uri="{FF2B5EF4-FFF2-40B4-BE49-F238E27FC236}">
                <a16:creationId xmlns:a16="http://schemas.microsoft.com/office/drawing/2014/main" id="{3169A8FA-6EAB-53EA-CBED-61F655AC578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628395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10" name="Téglalap 309">
            <a:extLst>
              <a:ext uri="{FF2B5EF4-FFF2-40B4-BE49-F238E27FC236}">
                <a16:creationId xmlns:a16="http://schemas.microsoft.com/office/drawing/2014/main" id="{D8644F38-359D-2AE8-10F2-1846E6E2F9D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628395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11" name="Téglalap 310">
            <a:extLst>
              <a:ext uri="{FF2B5EF4-FFF2-40B4-BE49-F238E27FC236}">
                <a16:creationId xmlns:a16="http://schemas.microsoft.com/office/drawing/2014/main" id="{71AAA81A-0EB1-6F04-BD65-CF568331BD4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628395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12" name="Téglalap 311">
            <a:extLst>
              <a:ext uri="{FF2B5EF4-FFF2-40B4-BE49-F238E27FC236}">
                <a16:creationId xmlns:a16="http://schemas.microsoft.com/office/drawing/2014/main" id="{69C486B9-7AE5-7CFA-6AD4-F5AEE67BAB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628395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14" name="Téglalap 313">
            <a:extLst>
              <a:ext uri="{FF2B5EF4-FFF2-40B4-BE49-F238E27FC236}">
                <a16:creationId xmlns:a16="http://schemas.microsoft.com/office/drawing/2014/main" id="{F9B61D7C-C463-A188-9A22-71049148B51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6283954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315" name="Téglalap 314">
            <a:extLst>
              <a:ext uri="{FF2B5EF4-FFF2-40B4-BE49-F238E27FC236}">
                <a16:creationId xmlns:a16="http://schemas.microsoft.com/office/drawing/2014/main" id="{EE750F9B-ADB5-6935-A9FB-01941DDD77C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6283954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16" name="Téglalap 315">
            <a:extLst>
              <a:ext uri="{FF2B5EF4-FFF2-40B4-BE49-F238E27FC236}">
                <a16:creationId xmlns:a16="http://schemas.microsoft.com/office/drawing/2014/main" id="{101D5EB5-0E72-D392-B32F-306BB7F008D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6283954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17" name="Téglalap 316">
            <a:extLst>
              <a:ext uri="{FF2B5EF4-FFF2-40B4-BE49-F238E27FC236}">
                <a16:creationId xmlns:a16="http://schemas.microsoft.com/office/drawing/2014/main" id="{9D092FAF-993E-F1B7-9A47-819246082BC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6283954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18" name="Téglalap 317">
            <a:extLst>
              <a:ext uri="{FF2B5EF4-FFF2-40B4-BE49-F238E27FC236}">
                <a16:creationId xmlns:a16="http://schemas.microsoft.com/office/drawing/2014/main" id="{EA39933D-F71B-260C-2673-3714E4F1BB6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6283954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19" name="Téglalap 318">
            <a:extLst>
              <a:ext uri="{FF2B5EF4-FFF2-40B4-BE49-F238E27FC236}">
                <a16:creationId xmlns:a16="http://schemas.microsoft.com/office/drawing/2014/main" id="{A294DDB9-51B3-A678-FEE7-8000DB2CEF2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6283954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20" name="Téglalap 319">
            <a:extLst>
              <a:ext uri="{FF2B5EF4-FFF2-40B4-BE49-F238E27FC236}">
                <a16:creationId xmlns:a16="http://schemas.microsoft.com/office/drawing/2014/main" id="{21BB098F-10D8-FC6B-C06A-85CE7373A79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6283954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21" name="Téglalap 320">
            <a:extLst>
              <a:ext uri="{FF2B5EF4-FFF2-40B4-BE49-F238E27FC236}">
                <a16:creationId xmlns:a16="http://schemas.microsoft.com/office/drawing/2014/main" id="{1F907E10-5B10-5711-1C94-4525EB4BA1D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6283954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22" name="Téglalap 321">
            <a:extLst>
              <a:ext uri="{FF2B5EF4-FFF2-40B4-BE49-F238E27FC236}">
                <a16:creationId xmlns:a16="http://schemas.microsoft.com/office/drawing/2014/main" id="{FA41A41A-63F7-F652-FB0C-800D7DCFC8A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6283954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23" name="Téglalap 322">
            <a:extLst>
              <a:ext uri="{FF2B5EF4-FFF2-40B4-BE49-F238E27FC236}">
                <a16:creationId xmlns:a16="http://schemas.microsoft.com/office/drawing/2014/main" id="{C3786AC4-6A11-83BD-B541-84AEC16EB9E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6283954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24" name="Téglalap 323">
            <a:extLst>
              <a:ext uri="{FF2B5EF4-FFF2-40B4-BE49-F238E27FC236}">
                <a16:creationId xmlns:a16="http://schemas.microsoft.com/office/drawing/2014/main" id="{CECC01E8-60A8-3C6B-FB44-F388B32EC0D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6283954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19" name="Téglalap 118">
            <a:extLst>
              <a:ext uri="{FF2B5EF4-FFF2-40B4-BE49-F238E27FC236}">
                <a16:creationId xmlns:a16="http://schemas.microsoft.com/office/drawing/2014/main" id="{0AEA5D94-ACC9-CC4C-2871-B2F05ED154D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-3674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20" name="Téglalap 119">
            <a:extLst>
              <a:ext uri="{FF2B5EF4-FFF2-40B4-BE49-F238E27FC236}">
                <a16:creationId xmlns:a16="http://schemas.microsoft.com/office/drawing/2014/main" id="{4C47FB11-CBA9-C736-3B4E-5B7197CF47F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-3674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38" name="Téglalap 137">
            <a:extLst>
              <a:ext uri="{FF2B5EF4-FFF2-40B4-BE49-F238E27FC236}">
                <a16:creationId xmlns:a16="http://schemas.microsoft.com/office/drawing/2014/main" id="{D36292F9-2E02-4396-9560-58F59E90E3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716326"/>
            <a:ext cx="720000" cy="678224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39" name="Téglalap 138">
            <a:extLst>
              <a:ext uri="{FF2B5EF4-FFF2-40B4-BE49-F238E27FC236}">
                <a16:creationId xmlns:a16="http://schemas.microsoft.com/office/drawing/2014/main" id="{688037CD-48AE-9DDF-D2CD-CDF3B495228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716326"/>
            <a:ext cx="720000" cy="678224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40" name="Téglalap 139">
            <a:extLst>
              <a:ext uri="{FF2B5EF4-FFF2-40B4-BE49-F238E27FC236}">
                <a16:creationId xmlns:a16="http://schemas.microsoft.com/office/drawing/2014/main" id="{022F6339-37A7-E231-C0EA-FAD1AAE0B20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716326"/>
            <a:ext cx="720000" cy="678224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41" name="Téglalap 140">
            <a:extLst>
              <a:ext uri="{FF2B5EF4-FFF2-40B4-BE49-F238E27FC236}">
                <a16:creationId xmlns:a16="http://schemas.microsoft.com/office/drawing/2014/main" id="{A2B2EBCB-DC4E-6B69-5605-5BF0B5EE2B0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716326"/>
            <a:ext cx="720000" cy="678224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4000" b="1" dirty="0">
                <a:solidFill>
                  <a:srgbClr val="388E3C"/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150" name="Téglalap 149">
            <a:extLst>
              <a:ext uri="{FF2B5EF4-FFF2-40B4-BE49-F238E27FC236}">
                <a16:creationId xmlns:a16="http://schemas.microsoft.com/office/drawing/2014/main" id="{0C169647-4392-65F4-43EC-76B4F046E36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716326"/>
            <a:ext cx="720000" cy="678224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19" name="Címkocka">
            <a:extLst>
              <a:ext uri="{FF2B5EF4-FFF2-40B4-BE49-F238E27FC236}">
                <a16:creationId xmlns:a16="http://schemas.microsoft.com/office/drawing/2014/main" id="{4BB26391-650F-9465-5BCB-B4DC4C34E5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4235675"/>
            <a:ext cx="720000" cy="679675"/>
          </a:xfrm>
          <a:prstGeom prst="rect">
            <a:avLst/>
          </a:prstGeom>
          <a:blipFill>
            <a:blip r:embed="rId7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20" name="Címkocka">
            <a:extLst>
              <a:ext uri="{FF2B5EF4-FFF2-40B4-BE49-F238E27FC236}">
                <a16:creationId xmlns:a16="http://schemas.microsoft.com/office/drawing/2014/main" id="{064AC83A-CFCE-53D7-9E64-8770A66BF40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4235675"/>
            <a:ext cx="720000" cy="679675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21" name="Címkocka">
            <a:extLst>
              <a:ext uri="{FF2B5EF4-FFF2-40B4-BE49-F238E27FC236}">
                <a16:creationId xmlns:a16="http://schemas.microsoft.com/office/drawing/2014/main" id="{EC9F36F4-429E-F97D-9CD2-0EE5AB1DCC6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4235675"/>
            <a:ext cx="720000" cy="679675"/>
          </a:xfrm>
          <a:prstGeom prst="rect">
            <a:avLst/>
          </a:prstGeom>
          <a:blipFill>
            <a:blip r:embed="rId8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25" name="Címkocka">
            <a:extLst>
              <a:ext uri="{FF2B5EF4-FFF2-40B4-BE49-F238E27FC236}">
                <a16:creationId xmlns:a16="http://schemas.microsoft.com/office/drawing/2014/main" id="{254FFC81-A73E-3B65-401F-AE31D844092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4195351"/>
            <a:ext cx="720000" cy="720000"/>
          </a:xfrm>
          <a:prstGeom prst="rect">
            <a:avLst/>
          </a:prstGeom>
          <a:blipFill>
            <a:blip r:embed="rId9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02" name="Címkocka">
            <a:extLst>
              <a:ext uri="{FF2B5EF4-FFF2-40B4-BE49-F238E27FC236}">
                <a16:creationId xmlns:a16="http://schemas.microsoft.com/office/drawing/2014/main" id="{E08E54E4-70C8-3321-5CA8-B5F326883FB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4915351"/>
            <a:ext cx="720000" cy="679675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30" name="Téglalap 329">
            <a:extLst>
              <a:ext uri="{FF2B5EF4-FFF2-40B4-BE49-F238E27FC236}">
                <a16:creationId xmlns:a16="http://schemas.microsoft.com/office/drawing/2014/main" id="{06F4A095-CBF7-7A02-B4BD-5F3059BF997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5595026"/>
            <a:ext cx="720000" cy="688928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13" name="Téglalap 312">
            <a:extLst>
              <a:ext uri="{FF2B5EF4-FFF2-40B4-BE49-F238E27FC236}">
                <a16:creationId xmlns:a16="http://schemas.microsoft.com/office/drawing/2014/main" id="{53ED5287-993D-437E-E074-471DB992913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6283954"/>
            <a:ext cx="720000" cy="720000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cxnSp>
        <p:nvCxnSpPr>
          <p:cNvPr id="6" name="Egyenes összekötő 5">
            <a:extLst>
              <a:ext uri="{FF2B5EF4-FFF2-40B4-BE49-F238E27FC236}">
                <a16:creationId xmlns:a16="http://schemas.microsoft.com/office/drawing/2014/main" id="{B4B04934-A927-7945-A15B-7EC9267BD070}"/>
              </a:ext>
            </a:extLst>
          </p:cNvPr>
          <p:cNvCxnSpPr>
            <a:cxnSpLocks/>
          </p:cNvCxnSpPr>
          <p:nvPr/>
        </p:nvCxnSpPr>
        <p:spPr>
          <a:xfrm>
            <a:off x="12325023" y="1357494"/>
            <a:ext cx="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ím 1">
            <a:extLst>
              <a:ext uri="{FF2B5EF4-FFF2-40B4-BE49-F238E27FC236}">
                <a16:creationId xmlns:a16="http://schemas.microsoft.com/office/drawing/2014/main" id="{F2D11595-DD38-4A29-2D4A-DB8FEABBD7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88076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hu-HU" sz="11500" cap="small" dirty="0">
                <a:latin typeface="Haettenschweiler" panose="020B0706040902060204" pitchFamily="34" charset="0"/>
              </a:rPr>
              <a:t>Köszönjük a figyelmet!</a:t>
            </a:r>
          </a:p>
        </p:txBody>
      </p:sp>
      <p:sp>
        <p:nvSpPr>
          <p:cNvPr id="132" name="Téglalap 131">
            <a:extLst>
              <a:ext uri="{FF2B5EF4-FFF2-40B4-BE49-F238E27FC236}">
                <a16:creationId xmlns:a16="http://schemas.microsoft.com/office/drawing/2014/main" id="{3DBAA265-4351-ABA0-2CFF-02310FEEC0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-3674"/>
            <a:ext cx="720000" cy="720000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33" name="Téglalap 132">
            <a:extLst>
              <a:ext uri="{FF2B5EF4-FFF2-40B4-BE49-F238E27FC236}">
                <a16:creationId xmlns:a16="http://schemas.microsoft.com/office/drawing/2014/main" id="{CE53C8A3-28B6-9D69-18E8-C5F27F26475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-367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21" name="Téglalap 120">
            <a:extLst>
              <a:ext uri="{FF2B5EF4-FFF2-40B4-BE49-F238E27FC236}">
                <a16:creationId xmlns:a16="http://schemas.microsoft.com/office/drawing/2014/main" id="{39229D3A-4BD4-9A74-3BB6-1AA6E84F750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-3674"/>
            <a:ext cx="720000" cy="7200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22" name="Téglalap 121">
            <a:extLst>
              <a:ext uri="{FF2B5EF4-FFF2-40B4-BE49-F238E27FC236}">
                <a16:creationId xmlns:a16="http://schemas.microsoft.com/office/drawing/2014/main" id="{3AB81647-4C5C-B997-595F-7B9BF8AAE72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-367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23" name="Téglalap 122">
            <a:extLst>
              <a:ext uri="{FF2B5EF4-FFF2-40B4-BE49-F238E27FC236}">
                <a16:creationId xmlns:a16="http://schemas.microsoft.com/office/drawing/2014/main" id="{249E68B4-56C2-967E-FBC9-63EAF112EF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-367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24" name="Téglalap 123">
            <a:extLst>
              <a:ext uri="{FF2B5EF4-FFF2-40B4-BE49-F238E27FC236}">
                <a16:creationId xmlns:a16="http://schemas.microsoft.com/office/drawing/2014/main" id="{DABEF89F-55D2-56CD-F3E0-DFC2585464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-367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25" name="Téglalap 124">
            <a:extLst>
              <a:ext uri="{FF2B5EF4-FFF2-40B4-BE49-F238E27FC236}">
                <a16:creationId xmlns:a16="http://schemas.microsoft.com/office/drawing/2014/main" id="{A7AF3688-0A42-468D-9961-3B3DEB3A7BE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-3674"/>
            <a:ext cx="720000" cy="720000"/>
          </a:xfrm>
          <a:prstGeom prst="rect">
            <a:avLst/>
          </a:prstGeom>
          <a:blipFill>
            <a:blip r:embed="rId7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26" name="Téglalap 125">
            <a:extLst>
              <a:ext uri="{FF2B5EF4-FFF2-40B4-BE49-F238E27FC236}">
                <a16:creationId xmlns:a16="http://schemas.microsoft.com/office/drawing/2014/main" id="{976FA7FB-B04D-4F7E-22FB-8F37DDDC5BD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-367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27" name="Téglalap 126">
            <a:extLst>
              <a:ext uri="{FF2B5EF4-FFF2-40B4-BE49-F238E27FC236}">
                <a16:creationId xmlns:a16="http://schemas.microsoft.com/office/drawing/2014/main" id="{33E76820-8483-1217-CDF4-06BCFDE0C94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-3674"/>
            <a:ext cx="720000" cy="720000"/>
          </a:xfrm>
          <a:prstGeom prst="rect">
            <a:avLst/>
          </a:prstGeom>
          <a:blipFill>
            <a:blip r:embed="rId8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28" name="Téglalap 127">
            <a:extLst>
              <a:ext uri="{FF2B5EF4-FFF2-40B4-BE49-F238E27FC236}">
                <a16:creationId xmlns:a16="http://schemas.microsoft.com/office/drawing/2014/main" id="{D2B67DB1-6512-8563-D516-6D2552D243A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-367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29" name="Téglalap 128">
            <a:extLst>
              <a:ext uri="{FF2B5EF4-FFF2-40B4-BE49-F238E27FC236}">
                <a16:creationId xmlns:a16="http://schemas.microsoft.com/office/drawing/2014/main" id="{44AF051A-4F2B-0E40-E3C5-02BA2F98FC2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-367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30" name="Téglalap 129">
            <a:extLst>
              <a:ext uri="{FF2B5EF4-FFF2-40B4-BE49-F238E27FC236}">
                <a16:creationId xmlns:a16="http://schemas.microsoft.com/office/drawing/2014/main" id="{DF0E4CC5-8D1E-29A7-954E-56C09FB70D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-367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31" name="Téglalap 130">
            <a:extLst>
              <a:ext uri="{FF2B5EF4-FFF2-40B4-BE49-F238E27FC236}">
                <a16:creationId xmlns:a16="http://schemas.microsoft.com/office/drawing/2014/main" id="{2E2AC530-5F3B-AA40-7EA7-1A93325E832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-367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42" name="Téglalap 141">
            <a:extLst>
              <a:ext uri="{FF2B5EF4-FFF2-40B4-BE49-F238E27FC236}">
                <a16:creationId xmlns:a16="http://schemas.microsoft.com/office/drawing/2014/main" id="{EE07AFAE-5420-4B7F-24FB-679A6F69D8D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716326"/>
            <a:ext cx="720000" cy="678224"/>
          </a:xfrm>
          <a:prstGeom prst="rect">
            <a:avLst/>
          </a:prstGeom>
          <a:blipFill>
            <a:blip r:embed="rId10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43" name="Téglalap 142">
            <a:extLst>
              <a:ext uri="{FF2B5EF4-FFF2-40B4-BE49-F238E27FC236}">
                <a16:creationId xmlns:a16="http://schemas.microsoft.com/office/drawing/2014/main" id="{04404BE3-5FA7-F008-6071-C112DEF8BD2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716326"/>
            <a:ext cx="720000" cy="678224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44" name="Téglalap 143">
            <a:extLst>
              <a:ext uri="{FF2B5EF4-FFF2-40B4-BE49-F238E27FC236}">
                <a16:creationId xmlns:a16="http://schemas.microsoft.com/office/drawing/2014/main" id="{64EFFB26-F735-4F79-9D8D-363A75AC4B2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716326"/>
            <a:ext cx="720000" cy="678224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45" name="Téglalap 144">
            <a:extLst>
              <a:ext uri="{FF2B5EF4-FFF2-40B4-BE49-F238E27FC236}">
                <a16:creationId xmlns:a16="http://schemas.microsoft.com/office/drawing/2014/main" id="{DC13B876-ACB2-5511-6C32-6543499A4C5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716326"/>
            <a:ext cx="720000" cy="678224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46" name="Téglalap 145">
            <a:extLst>
              <a:ext uri="{FF2B5EF4-FFF2-40B4-BE49-F238E27FC236}">
                <a16:creationId xmlns:a16="http://schemas.microsoft.com/office/drawing/2014/main" id="{374C77C4-63FA-5F32-D74E-4FCD2596427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716326"/>
            <a:ext cx="720000" cy="678224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47" name="Téglalap 146">
            <a:extLst>
              <a:ext uri="{FF2B5EF4-FFF2-40B4-BE49-F238E27FC236}">
                <a16:creationId xmlns:a16="http://schemas.microsoft.com/office/drawing/2014/main" id="{BD0B8F8F-A278-AA41-1124-1A3F8311251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716326"/>
            <a:ext cx="720000" cy="678224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48" name="Téglalap 147">
            <a:extLst>
              <a:ext uri="{FF2B5EF4-FFF2-40B4-BE49-F238E27FC236}">
                <a16:creationId xmlns:a16="http://schemas.microsoft.com/office/drawing/2014/main" id="{09241BB0-D34E-9BDF-566E-3BE70391900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716326"/>
            <a:ext cx="720000" cy="678224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49" name="Téglalap 148">
            <a:extLst>
              <a:ext uri="{FF2B5EF4-FFF2-40B4-BE49-F238E27FC236}">
                <a16:creationId xmlns:a16="http://schemas.microsoft.com/office/drawing/2014/main" id="{306EB9D9-7C0F-69D0-4C29-BD32856CEFD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716326"/>
            <a:ext cx="720000" cy="678224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grpSp>
        <p:nvGrpSpPr>
          <p:cNvPr id="191" name="Csoportba foglalás 190">
            <a:extLst>
              <a:ext uri="{FF2B5EF4-FFF2-40B4-BE49-F238E27FC236}">
                <a16:creationId xmlns:a16="http://schemas.microsoft.com/office/drawing/2014/main" id="{F3F0555B-9FBD-4D18-A5B5-BBA838C6951F}"/>
              </a:ext>
            </a:extLst>
          </p:cNvPr>
          <p:cNvGrpSpPr/>
          <p:nvPr/>
        </p:nvGrpSpPr>
        <p:grpSpPr>
          <a:xfrm>
            <a:off x="-24027" y="-70779"/>
            <a:ext cx="12268027" cy="7195479"/>
            <a:chOff x="-24027" y="-70779"/>
            <a:chExt cx="12268027" cy="7195479"/>
          </a:xfrm>
        </p:grpSpPr>
        <p:cxnSp>
          <p:nvCxnSpPr>
            <p:cNvPr id="192" name="Egyenes összekötő 191">
              <a:extLst>
                <a:ext uri="{FF2B5EF4-FFF2-40B4-BE49-F238E27FC236}">
                  <a16:creationId xmlns:a16="http://schemas.microsoft.com/office/drawing/2014/main" id="{358C88EB-7C1E-4507-9E93-6E1416DDA3AD}"/>
                </a:ext>
              </a:extLst>
            </p:cNvPr>
            <p:cNvCxnSpPr/>
            <p:nvPr/>
          </p:nvCxnSpPr>
          <p:spPr>
            <a:xfrm>
              <a:off x="0" y="735376"/>
              <a:ext cx="720000" cy="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gyenes összekötő 192">
              <a:extLst>
                <a:ext uri="{FF2B5EF4-FFF2-40B4-BE49-F238E27FC236}">
                  <a16:creationId xmlns:a16="http://schemas.microsoft.com/office/drawing/2014/main" id="{88D3A64B-0D86-42A8-80D3-0B2DC8CA92F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9241" y="-51303"/>
              <a:ext cx="1" cy="806155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gyenes összekötő 193">
              <a:extLst>
                <a:ext uri="{FF2B5EF4-FFF2-40B4-BE49-F238E27FC236}">
                  <a16:creationId xmlns:a16="http://schemas.microsoft.com/office/drawing/2014/main" id="{F4EEDDE7-1286-4F3C-B379-469291408E3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71377" y="-70779"/>
              <a:ext cx="1" cy="806155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gyenes összekötő 194">
              <a:extLst>
                <a:ext uri="{FF2B5EF4-FFF2-40B4-BE49-F238E27FC236}">
                  <a16:creationId xmlns:a16="http://schemas.microsoft.com/office/drawing/2014/main" id="{FD8E47E7-EB4B-4246-A0B3-51A3C5C2B044}"/>
                </a:ext>
              </a:extLst>
            </p:cNvPr>
            <p:cNvCxnSpPr>
              <a:cxnSpLocks/>
            </p:cNvCxnSpPr>
            <p:nvPr/>
          </p:nvCxnSpPr>
          <p:spPr>
            <a:xfrm>
              <a:off x="2853193" y="735376"/>
              <a:ext cx="1468807" cy="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Egyenes összekötő 195">
              <a:extLst>
                <a:ext uri="{FF2B5EF4-FFF2-40B4-BE49-F238E27FC236}">
                  <a16:creationId xmlns:a16="http://schemas.microsoft.com/office/drawing/2014/main" id="{B412C8C5-D7DD-49EA-8183-ECE37A4D4628}"/>
                </a:ext>
              </a:extLst>
            </p:cNvPr>
            <p:cNvCxnSpPr>
              <a:cxnSpLocks/>
            </p:cNvCxnSpPr>
            <p:nvPr/>
          </p:nvCxnSpPr>
          <p:spPr>
            <a:xfrm>
              <a:off x="4302755" y="735376"/>
              <a:ext cx="1" cy="70095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Egyenes összekötő 230">
              <a:extLst>
                <a:ext uri="{FF2B5EF4-FFF2-40B4-BE49-F238E27FC236}">
                  <a16:creationId xmlns:a16="http://schemas.microsoft.com/office/drawing/2014/main" id="{F301D9BC-7A41-48CF-8D67-8B1146756E7F}"/>
                </a:ext>
              </a:extLst>
            </p:cNvPr>
            <p:cNvCxnSpPr>
              <a:cxnSpLocks/>
            </p:cNvCxnSpPr>
            <p:nvPr/>
          </p:nvCxnSpPr>
          <p:spPr>
            <a:xfrm>
              <a:off x="4293193" y="1440182"/>
              <a:ext cx="5790807" cy="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Egyenes összekötő 231">
              <a:extLst>
                <a:ext uri="{FF2B5EF4-FFF2-40B4-BE49-F238E27FC236}">
                  <a16:creationId xmlns:a16="http://schemas.microsoft.com/office/drawing/2014/main" id="{DD6AEF24-A95C-46F4-B176-CFB2002E01B9}"/>
                </a:ext>
              </a:extLst>
            </p:cNvPr>
            <p:cNvCxnSpPr>
              <a:cxnSpLocks/>
            </p:cNvCxnSpPr>
            <p:nvPr/>
          </p:nvCxnSpPr>
          <p:spPr>
            <a:xfrm>
              <a:off x="10084000" y="735376"/>
              <a:ext cx="2160000" cy="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Egyenes összekötő 266">
              <a:extLst>
                <a:ext uri="{FF2B5EF4-FFF2-40B4-BE49-F238E27FC236}">
                  <a16:creationId xmlns:a16="http://schemas.microsoft.com/office/drawing/2014/main" id="{5352822E-6269-4A26-A8F0-14BA84970E1F}"/>
                </a:ext>
              </a:extLst>
            </p:cNvPr>
            <p:cNvCxnSpPr>
              <a:cxnSpLocks/>
            </p:cNvCxnSpPr>
            <p:nvPr/>
          </p:nvCxnSpPr>
          <p:spPr>
            <a:xfrm>
              <a:off x="10103244" y="735376"/>
              <a:ext cx="40" cy="72476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Egyenes összekötő 267">
              <a:extLst>
                <a:ext uri="{FF2B5EF4-FFF2-40B4-BE49-F238E27FC236}">
                  <a16:creationId xmlns:a16="http://schemas.microsoft.com/office/drawing/2014/main" id="{C518A993-CE38-4C31-96EA-D68F2E9169EF}"/>
                </a:ext>
              </a:extLst>
            </p:cNvPr>
            <p:cNvCxnSpPr>
              <a:cxnSpLocks/>
            </p:cNvCxnSpPr>
            <p:nvPr/>
          </p:nvCxnSpPr>
          <p:spPr>
            <a:xfrm>
              <a:off x="-24027" y="4191362"/>
              <a:ext cx="5790807" cy="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Egyenes összekötő 268">
              <a:extLst>
                <a:ext uri="{FF2B5EF4-FFF2-40B4-BE49-F238E27FC236}">
                  <a16:creationId xmlns:a16="http://schemas.microsoft.com/office/drawing/2014/main" id="{143D737E-39EB-4CF0-A972-76ABF8116A9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78509" y="4172436"/>
              <a:ext cx="1" cy="742915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Egyenes összekötő 269">
              <a:extLst>
                <a:ext uri="{FF2B5EF4-FFF2-40B4-BE49-F238E27FC236}">
                  <a16:creationId xmlns:a16="http://schemas.microsoft.com/office/drawing/2014/main" id="{41EECBCC-1D52-4F6C-912D-97966B0E0457}"/>
                </a:ext>
              </a:extLst>
            </p:cNvPr>
            <p:cNvCxnSpPr>
              <a:cxnSpLocks/>
            </p:cNvCxnSpPr>
            <p:nvPr/>
          </p:nvCxnSpPr>
          <p:spPr>
            <a:xfrm>
              <a:off x="4322000" y="4934531"/>
              <a:ext cx="1475950" cy="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Egyenes összekötő 270">
              <a:extLst>
                <a:ext uri="{FF2B5EF4-FFF2-40B4-BE49-F238E27FC236}">
                  <a16:creationId xmlns:a16="http://schemas.microsoft.com/office/drawing/2014/main" id="{03DD5A9E-B9DB-49CA-8E43-840ADC903F7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39975" y="4947867"/>
              <a:ext cx="1" cy="2176833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Egyenes összekötő 271">
              <a:extLst>
                <a:ext uri="{FF2B5EF4-FFF2-40B4-BE49-F238E27FC236}">
                  <a16:creationId xmlns:a16="http://schemas.microsoft.com/office/drawing/2014/main" id="{4F64DE42-FC5A-426A-B37E-0DCAB83CD7A3}"/>
                </a:ext>
              </a:extLst>
            </p:cNvPr>
            <p:cNvCxnSpPr>
              <a:cxnSpLocks/>
            </p:cNvCxnSpPr>
            <p:nvPr/>
          </p:nvCxnSpPr>
          <p:spPr>
            <a:xfrm>
              <a:off x="7906453" y="4194465"/>
              <a:ext cx="1368" cy="753402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Egyenes összekötő 272">
              <a:extLst>
                <a:ext uri="{FF2B5EF4-FFF2-40B4-BE49-F238E27FC236}">
                  <a16:creationId xmlns:a16="http://schemas.microsoft.com/office/drawing/2014/main" id="{ECD215E0-3BFA-4A50-BBF7-916238EAA5BD}"/>
                </a:ext>
              </a:extLst>
            </p:cNvPr>
            <p:cNvCxnSpPr>
              <a:cxnSpLocks/>
            </p:cNvCxnSpPr>
            <p:nvPr/>
          </p:nvCxnSpPr>
          <p:spPr>
            <a:xfrm>
              <a:off x="8663690" y="4172436"/>
              <a:ext cx="0" cy="764943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Egyenes összekötő 273">
              <a:extLst>
                <a:ext uri="{FF2B5EF4-FFF2-40B4-BE49-F238E27FC236}">
                  <a16:creationId xmlns:a16="http://schemas.microsoft.com/office/drawing/2014/main" id="{7B4EBBF7-C871-4289-B3C2-3FF39D0329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86128" y="4177319"/>
              <a:ext cx="777561" cy="2383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Egyenes összekötő 274">
              <a:extLst>
                <a:ext uri="{FF2B5EF4-FFF2-40B4-BE49-F238E27FC236}">
                  <a16:creationId xmlns:a16="http://schemas.microsoft.com/office/drawing/2014/main" id="{6A875A85-892A-45E0-A670-4375D95A67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02309" y="4926611"/>
              <a:ext cx="777561" cy="2383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Egyenes összekötő 275">
              <a:extLst>
                <a:ext uri="{FF2B5EF4-FFF2-40B4-BE49-F238E27FC236}">
                  <a16:creationId xmlns:a16="http://schemas.microsoft.com/office/drawing/2014/main" id="{B467A4E0-8ECA-4EA6-9550-274A4966BFC8}"/>
                </a:ext>
              </a:extLst>
            </p:cNvPr>
            <p:cNvCxnSpPr>
              <a:cxnSpLocks/>
            </p:cNvCxnSpPr>
            <p:nvPr/>
          </p:nvCxnSpPr>
          <p:spPr>
            <a:xfrm>
              <a:off x="10779919" y="4895077"/>
              <a:ext cx="1464081" cy="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Egyenes összekötő 276">
              <a:extLst>
                <a:ext uri="{FF2B5EF4-FFF2-40B4-BE49-F238E27FC236}">
                  <a16:creationId xmlns:a16="http://schemas.microsoft.com/office/drawing/2014/main" id="{BC812E3E-EBD7-476A-9407-A9C1E929A668}"/>
                </a:ext>
              </a:extLst>
            </p:cNvPr>
            <p:cNvCxnSpPr>
              <a:cxnSpLocks/>
            </p:cNvCxnSpPr>
            <p:nvPr/>
          </p:nvCxnSpPr>
          <p:spPr>
            <a:xfrm>
              <a:off x="10784681" y="4876800"/>
              <a:ext cx="0" cy="72390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Egyenes összekötő 277">
              <a:extLst>
                <a:ext uri="{FF2B5EF4-FFF2-40B4-BE49-F238E27FC236}">
                  <a16:creationId xmlns:a16="http://schemas.microsoft.com/office/drawing/2014/main" id="{A2CC194D-C423-4E8C-9186-6157425AF477}"/>
                </a:ext>
              </a:extLst>
            </p:cNvPr>
            <p:cNvCxnSpPr>
              <a:cxnSpLocks/>
            </p:cNvCxnSpPr>
            <p:nvPr/>
          </p:nvCxnSpPr>
          <p:spPr>
            <a:xfrm>
              <a:off x="10779919" y="5583259"/>
              <a:ext cx="1464081" cy="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681022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um" ma:contentTypeID="0x0101000C09E7C52D6CA349872959B8A39286CB" ma:contentTypeVersion="17" ma:contentTypeDescription="Új dokumentum létrehozása." ma:contentTypeScope="" ma:versionID="c46242026d52d6e221f18d422b30ce1c">
  <xsd:schema xmlns:xsd="http://www.w3.org/2001/XMLSchema" xmlns:xs="http://www.w3.org/2001/XMLSchema" xmlns:p="http://schemas.microsoft.com/office/2006/metadata/properties" xmlns:ns3="332802f8-d687-4feb-a497-80d68ee14bc2" xmlns:ns4="f9e0c47a-cc53-442e-ac6a-205d64a11e71" targetNamespace="http://schemas.microsoft.com/office/2006/metadata/properties" ma:root="true" ma:fieldsID="7c614c681a1af72db7a77c6d2479f672" ns3:_="" ns4:_="">
    <xsd:import namespace="332802f8-d687-4feb-a497-80d68ee14bc2"/>
    <xsd:import namespace="f9e0c47a-cc53-442e-ac6a-205d64a11e7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3:MediaServiceObjectDetectorVersions" minOccurs="0"/>
                <xsd:element ref="ns3:MediaServiceSearchProperties" minOccurs="0"/>
                <xsd:element ref="ns3:MediaServiceSystemTags" minOccurs="0"/>
                <xsd:element ref="ns3:MediaServiceDateTake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2802f8-d687-4feb-a497-80d68ee14bc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DateTaken" ma:index="2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e0c47a-cc53-442e-ac6a-205d64a11e71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Résztvevők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Megosztva részletekkel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Megosztási tipp kivonata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artalomtípus"/>
        <xsd:element ref="dc:title" minOccurs="0" maxOccurs="1" ma:index="4" ma:displayName="Cím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32802f8-d687-4feb-a497-80d68ee14bc2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8606BE0-215C-4767-AA58-B075C9177F4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32802f8-d687-4feb-a497-80d68ee14bc2"/>
    <ds:schemaRef ds:uri="f9e0c47a-cc53-442e-ac6a-205d64a11e7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0143C1D-A0BD-43B7-8376-053F62AD948F}">
  <ds:schemaRefs>
    <ds:schemaRef ds:uri="f9e0c47a-cc53-442e-ac6a-205d64a11e71"/>
    <ds:schemaRef ds:uri="http://schemas.openxmlformats.org/package/2006/metadata/core-properties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purl.org/dc/elements/1.1/"/>
    <ds:schemaRef ds:uri="332802f8-d687-4feb-a497-80d68ee14bc2"/>
    <ds:schemaRef ds:uri="http://purl.org/dc/dcmitype/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BB85A217-BA2F-476A-9E54-B0498F1D33F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195</TotalTime>
  <Words>1307</Words>
  <Application>Microsoft Office PowerPoint</Application>
  <PresentationFormat>Szélesvásznú</PresentationFormat>
  <Paragraphs>574</Paragraphs>
  <Slides>12</Slides>
  <Notes>0</Notes>
  <HiddenSlides>4</HiddenSlides>
  <MMClips>0</MMClips>
  <ScaleCrop>false</ScaleCrop>
  <HeadingPairs>
    <vt:vector size="6" baseType="variant">
      <vt:variant>
        <vt:lpstr>Használt betűtípusok</vt:lpstr>
      </vt:variant>
      <vt:variant>
        <vt:i4>6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12</vt:i4>
      </vt:variant>
    </vt:vector>
  </HeadingPairs>
  <TitlesOfParts>
    <vt:vector size="19" baseType="lpstr">
      <vt:lpstr>Aptos</vt:lpstr>
      <vt:lpstr>Aptos Display</vt:lpstr>
      <vt:lpstr>Arial</vt:lpstr>
      <vt:lpstr>Consolas</vt:lpstr>
      <vt:lpstr>Haettenschweiler</vt:lpstr>
      <vt:lpstr>Times New Roman</vt:lpstr>
      <vt:lpstr>Office-téma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Köszönjük a figyelmet!</vt:lpstr>
      <vt:lpstr>PowerPoint-bemutató</vt:lpstr>
      <vt:lpstr>Köszönjük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Aknakereső</dc:title>
  <dc:creator>Dudás Bence Sándor</dc:creator>
  <cp:lastModifiedBy>Adolf Áron</cp:lastModifiedBy>
  <cp:revision>7</cp:revision>
  <dcterms:created xsi:type="dcterms:W3CDTF">2026-05-31T19:50:54Z</dcterms:created>
  <dcterms:modified xsi:type="dcterms:W3CDTF">2026-06-03T08:00:33Z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0x0101000C09E7C52D6CA349872959B8A39286CB</vt:lpwstr>
  </property>
</Properties>
</file>